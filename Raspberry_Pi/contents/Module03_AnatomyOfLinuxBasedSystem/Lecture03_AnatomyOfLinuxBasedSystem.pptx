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48"/>
  </p:notesMasterIdLst>
  <p:handoutMasterIdLst>
    <p:handoutMasterId r:id="rId49"/>
  </p:handoutMasterIdLst>
  <p:sldIdLst>
    <p:sldId id="329" r:id="rId5"/>
    <p:sldId id="302" r:id="rId6"/>
    <p:sldId id="337" r:id="rId7"/>
    <p:sldId id="338" r:id="rId8"/>
    <p:sldId id="339" r:id="rId9"/>
    <p:sldId id="340" r:id="rId10"/>
    <p:sldId id="341" r:id="rId11"/>
    <p:sldId id="342" r:id="rId12"/>
    <p:sldId id="343" r:id="rId13"/>
    <p:sldId id="344" r:id="rId14"/>
    <p:sldId id="345" r:id="rId15"/>
    <p:sldId id="346" r:id="rId16"/>
    <p:sldId id="347" r:id="rId17"/>
    <p:sldId id="348" r:id="rId18"/>
    <p:sldId id="349" r:id="rId19"/>
    <p:sldId id="350" r:id="rId20"/>
    <p:sldId id="351" r:id="rId21"/>
    <p:sldId id="384" r:id="rId22"/>
    <p:sldId id="353" r:id="rId23"/>
    <p:sldId id="354" r:id="rId24"/>
    <p:sldId id="355" r:id="rId25"/>
    <p:sldId id="356" r:id="rId26"/>
    <p:sldId id="357" r:id="rId27"/>
    <p:sldId id="385" r:id="rId28"/>
    <p:sldId id="386" r:id="rId29"/>
    <p:sldId id="360" r:id="rId30"/>
    <p:sldId id="361" r:id="rId31"/>
    <p:sldId id="362" r:id="rId32"/>
    <p:sldId id="363" r:id="rId33"/>
    <p:sldId id="364" r:id="rId34"/>
    <p:sldId id="365" r:id="rId35"/>
    <p:sldId id="366" r:id="rId36"/>
    <p:sldId id="367" r:id="rId37"/>
    <p:sldId id="368" r:id="rId38"/>
    <p:sldId id="370" r:id="rId39"/>
    <p:sldId id="371" r:id="rId40"/>
    <p:sldId id="372" r:id="rId41"/>
    <p:sldId id="373" r:id="rId42"/>
    <p:sldId id="374" r:id="rId43"/>
    <p:sldId id="375" r:id="rId44"/>
    <p:sldId id="376" r:id="rId45"/>
    <p:sldId id="377" r:id="rId46"/>
    <p:sldId id="378" r:id="rId47"/>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ECEB"/>
    <a:srgbClr val="95D600"/>
    <a:srgbClr val="FF6B00"/>
    <a:srgbClr val="00C1DE"/>
    <a:srgbClr val="FFC600"/>
    <a:srgbClr val="FF6900"/>
    <a:srgbClr val="93E5FF"/>
    <a:srgbClr val="7B7F9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91CA92-0BB2-417C-2E8D-3E246E1F1D02}" v="94" dt="2025-11-24T11:50:29.643"/>
  </p1510:revLst>
</p1510:revInfo>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577" autoAdjust="0"/>
    <p:restoredTop sz="77075" autoAdjust="0"/>
  </p:normalViewPr>
  <p:slideViewPr>
    <p:cSldViewPr snapToGrid="0">
      <p:cViewPr varScale="1">
        <p:scale>
          <a:sx n="97" d="100"/>
          <a:sy n="97" d="100"/>
        </p:scale>
        <p:origin x="1736" y="19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73" d="100"/>
          <a:sy n="73" d="100"/>
        </p:scale>
        <p:origin x="3560" y="2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0836F7-A38A-461C-9E01-FBB0AD11CEEA}"/>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6EFF89DB-0163-4563-9377-E6085C326570}"/>
              </a:ext>
            </a:extLst>
          </p:cNvPr>
          <p:cNvSpPr>
            <a:spLocks noGrp="1"/>
          </p:cNvSpPr>
          <p:nvPr>
            <p:ph type="dt" sz="quarter"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408166A3-E862-4E45-91F7-3D96E6F6C54F}" type="datetimeFigureOut">
              <a:rPr lang="en-US" altLang="en-US"/>
              <a:pPr>
                <a:defRPr/>
              </a:pPr>
              <a:t>11/24/2025</a:t>
            </a:fld>
            <a:endParaRPr lang="en-US" altLang="en-US"/>
          </a:p>
        </p:txBody>
      </p:sp>
      <p:sp>
        <p:nvSpPr>
          <p:cNvPr id="4" name="Footer Placeholder 3">
            <a:extLst>
              <a:ext uri="{FF2B5EF4-FFF2-40B4-BE49-F238E27FC236}">
                <a16:creationId xmlns:a16="http://schemas.microsoft.com/office/drawing/2014/main" id="{B1576F87-20DA-468D-B340-09EA2263E84B}"/>
              </a:ext>
            </a:extLst>
          </p:cNvPr>
          <p:cNvSpPr>
            <a:spLocks noGrp="1"/>
          </p:cNvSpPr>
          <p:nvPr>
            <p:ph type="ftr" sz="quarter" idx="2"/>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5" name="Slide Number Placeholder 4">
            <a:extLst>
              <a:ext uri="{FF2B5EF4-FFF2-40B4-BE49-F238E27FC236}">
                <a16:creationId xmlns:a16="http://schemas.microsoft.com/office/drawing/2014/main" id="{9C925CE1-DD78-4BE9-8679-5EA4FF45E7DC}"/>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AE52C29F-6E8B-4FCF-B05C-39095F06748E}"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E80DD0D-9D32-4C0D-AA04-3265FC750FA6}"/>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0FDB6EE8-DCB8-41BD-A3C8-E3A122316083}"/>
              </a:ext>
            </a:extLst>
          </p:cNvPr>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7BB49F74-3831-4782-9926-36A1F1DC6259}" type="datetimeFigureOut">
              <a:rPr lang="en-US" altLang="en-US"/>
              <a:pPr>
                <a:defRPr/>
              </a:pPr>
              <a:t>11/24/2025</a:t>
            </a:fld>
            <a:endParaRPr lang="en-US" altLang="en-US"/>
          </a:p>
        </p:txBody>
      </p:sp>
      <p:sp>
        <p:nvSpPr>
          <p:cNvPr id="4" name="Slide Image Placeholder 3">
            <a:extLst>
              <a:ext uri="{FF2B5EF4-FFF2-40B4-BE49-F238E27FC236}">
                <a16:creationId xmlns:a16="http://schemas.microsoft.com/office/drawing/2014/main" id="{25744739-3539-48B5-A096-4DFD5EA77A98}"/>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E58A2211-D7FD-4E67-A6D9-583B439384C0}"/>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5292F51B-BF74-49BC-83A1-C16F26379DFC}"/>
              </a:ext>
            </a:extLst>
          </p:cNvPr>
          <p:cNvSpPr>
            <a:spLocks noGrp="1"/>
          </p:cNvSpPr>
          <p:nvPr>
            <p:ph type="ftr" sz="quarter" idx="4"/>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7" name="Slide Number Placeholder 6">
            <a:extLst>
              <a:ext uri="{FF2B5EF4-FFF2-40B4-BE49-F238E27FC236}">
                <a16:creationId xmlns:a16="http://schemas.microsoft.com/office/drawing/2014/main" id="{37DEDC91-3AC4-4F8D-BED3-4ED56913FA6D}"/>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4ED05C12-C9C4-4501-9C72-D2E25191FC36}"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ＭＳ Ｐゴシック" charset="0"/>
                <a:cs typeface="ＭＳ Ｐゴシック" charset="0"/>
              </a:rPr>
              <a:t>Hello and welcome to the Linux for Embedded Systems lecture. This is the third lecture of the course.</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a:t>
            </a:fld>
            <a:endParaRPr lang="en-US" altLang="en-US"/>
          </a:p>
        </p:txBody>
      </p:sp>
    </p:spTree>
    <p:extLst>
      <p:ext uri="{BB962C8B-B14F-4D97-AF65-F5344CB8AC3E}">
        <p14:creationId xmlns:p14="http://schemas.microsoft.com/office/powerpoint/2010/main" val="638524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a:cs typeface="Calibri"/>
              </a:rPr>
              <a:t>The aim of this lecture is to</a:t>
            </a:r>
            <a:r>
              <a:rPr lang="en-US" dirty="0">
                <a:ea typeface="ＭＳ Ｐゴシック"/>
                <a:cs typeface="Calibri"/>
              </a:rPr>
              <a:t>:</a:t>
            </a:r>
            <a:endParaRPr lang="en-US" sz="1200" kern="1200" dirty="0">
              <a:solidFill>
                <a:schemeClr val="tx1"/>
              </a:solidFill>
              <a:effectLst/>
              <a:latin typeface="+mn-lt"/>
              <a:ea typeface="ＭＳ Ｐゴシック" charset="0"/>
              <a:cs typeface="ＭＳ Ｐゴシック" charset="0"/>
            </a:endParaRPr>
          </a:p>
          <a:p>
            <a:pPr lvl="1"/>
            <a:r>
              <a:rPr lang="en-US" sz="1200" kern="1200" dirty="0">
                <a:solidFill>
                  <a:schemeClr val="tx1"/>
                </a:solidFill>
                <a:effectLst/>
                <a:latin typeface="+mn-lt"/>
                <a:ea typeface="ＭＳ Ｐゴシック" charset="0"/>
                <a:cs typeface="ＭＳ Ｐゴシック" charset="0"/>
              </a:rPr>
              <a:t>- Provide a more detailed overview of the Linux architecture.</a:t>
            </a:r>
          </a:p>
          <a:p>
            <a:pPr lvl="1"/>
            <a:r>
              <a:rPr lang="en-US" sz="1200" kern="1200" dirty="0">
                <a:solidFill>
                  <a:schemeClr val="tx1"/>
                </a:solidFill>
                <a:effectLst/>
                <a:latin typeface="+mn-lt"/>
                <a:ea typeface="ＭＳ Ｐゴシック" charset="0"/>
                <a:cs typeface="ＭＳ Ｐゴシック" charset="0"/>
              </a:rPr>
              <a:t>- Illustrate the device tree details.</a:t>
            </a:r>
          </a:p>
          <a:p>
            <a:pPr lvl="1"/>
            <a:r>
              <a:rPr lang="en-US" sz="1200" kern="1200" dirty="0">
                <a:solidFill>
                  <a:schemeClr val="tx1"/>
                </a:solidFill>
                <a:effectLst/>
                <a:latin typeface="+mn-lt"/>
                <a:ea typeface="ＭＳ Ｐゴシック" charset="0"/>
                <a:cs typeface="ＭＳ Ｐゴシック" charset="0"/>
              </a:rPr>
              <a:t>- Introduce the U-Boot bootloader.</a:t>
            </a:r>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a:t>
            </a:fld>
            <a:endParaRPr lang="en-US" altLang="en-US"/>
          </a:p>
        </p:txBody>
      </p:sp>
    </p:spTree>
    <p:extLst>
      <p:ext uri="{BB962C8B-B14F-4D97-AF65-F5344CB8AC3E}">
        <p14:creationId xmlns:p14="http://schemas.microsoft.com/office/powerpoint/2010/main" val="12229531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ＭＳ Ｐゴシック" charset="0"/>
                <a:cs typeface="ＭＳ Ｐゴシック" charset="0"/>
              </a:rPr>
              <a:t>We will start with a more in-depth look at the Linux architecture.</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3</a:t>
            </a:fld>
            <a:endParaRPr lang="en-US" altLang="en-US"/>
          </a:p>
        </p:txBody>
      </p:sp>
    </p:spTree>
    <p:extLst>
      <p:ext uri="{BB962C8B-B14F-4D97-AF65-F5344CB8AC3E}">
        <p14:creationId xmlns:p14="http://schemas.microsoft.com/office/powerpoint/2010/main" val="18157633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ＭＳ Ｐゴシック" charset="0"/>
                <a:cs typeface="ＭＳ Ｐゴシック" charset="0"/>
              </a:rPr>
              <a:t>We will start with a more in-depth look at the Linux architecture.</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4</a:t>
            </a:fld>
            <a:endParaRPr lang="en-US" altLang="en-US"/>
          </a:p>
        </p:txBody>
      </p:sp>
    </p:spTree>
    <p:extLst>
      <p:ext uri="{BB962C8B-B14F-4D97-AF65-F5344CB8AC3E}">
        <p14:creationId xmlns:p14="http://schemas.microsoft.com/office/powerpoint/2010/main" val="42481904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sz="1200" kern="1200" dirty="0">
                <a:solidFill>
                  <a:schemeClr val="tx1"/>
                </a:solidFill>
                <a:effectLst/>
                <a:latin typeface="+mn-lt"/>
                <a:ea typeface="ＭＳ Ｐゴシック"/>
                <a:cs typeface="Calibri"/>
              </a:rPr>
              <a:t>The Linux architecture is layered and based on two main levels: user space and kernel space. These two spaces are independent </a:t>
            </a:r>
            <a:r>
              <a:rPr lang="en-US" dirty="0">
                <a:ea typeface="ＭＳ Ｐゴシック"/>
                <a:cs typeface="Calibri"/>
              </a:rPr>
              <a:t>and isolated from </a:t>
            </a:r>
            <a:r>
              <a:rPr lang="en-US" sz="1200" kern="1200" dirty="0">
                <a:solidFill>
                  <a:schemeClr val="tx1"/>
                </a:solidFill>
                <a:effectLst/>
                <a:latin typeface="+mn-lt"/>
                <a:ea typeface="ＭＳ Ｐゴシック"/>
                <a:cs typeface="Calibri"/>
              </a:rPr>
              <a:t>one another and isolated</a:t>
            </a:r>
            <a:r>
              <a:rPr lang="en-US" dirty="0">
                <a:ea typeface="ＭＳ Ｐゴシック"/>
                <a:cs typeface="Calibri"/>
              </a:rPr>
              <a:t> but</a:t>
            </a:r>
            <a:r>
              <a:rPr lang="en-US" sz="1200" kern="1200" dirty="0">
                <a:solidFill>
                  <a:schemeClr val="tx1"/>
                </a:solidFill>
                <a:effectLst/>
                <a:latin typeface="+mn-lt"/>
                <a:ea typeface="ＭＳ Ｐゴシック"/>
                <a:cs typeface="Calibri"/>
              </a:rPr>
              <a:t> are able to communicate through special-purpose functions known as system calls.</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5</a:t>
            </a:fld>
            <a:endParaRPr lang="en-US" altLang="en-US"/>
          </a:p>
        </p:txBody>
      </p:sp>
    </p:spTree>
    <p:extLst>
      <p:ext uri="{BB962C8B-B14F-4D97-AF65-F5344CB8AC3E}">
        <p14:creationId xmlns:p14="http://schemas.microsoft.com/office/powerpoint/2010/main" val="39168969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a:cs typeface="Calibri"/>
              </a:rPr>
              <a:t>Taking a more detailed look at the user space, this diagram illustrates three main components. The first component of user space is the application. This is software that implements the functionalities </a:t>
            </a:r>
            <a:r>
              <a:rPr lang="en-US" dirty="0">
                <a:ea typeface="ＭＳ Ｐゴシック"/>
                <a:cs typeface="Calibri"/>
              </a:rPr>
              <a:t>delivered</a:t>
            </a:r>
            <a:r>
              <a:rPr lang="en-US" sz="1200" kern="1200" dirty="0">
                <a:solidFill>
                  <a:schemeClr val="tx1"/>
                </a:solidFill>
                <a:effectLst/>
                <a:latin typeface="+mn-lt"/>
                <a:ea typeface="ＭＳ Ｐゴシック"/>
                <a:cs typeface="Calibri"/>
              </a:rPr>
              <a:t> to the embedded system user. </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The second component is system programs. These are user-friendly utilities that enable access to operating system services.</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a:cs typeface="Calibri"/>
              </a:rPr>
              <a:t>The final component is the GNU C Library </a:t>
            </a:r>
            <a:r>
              <a:rPr lang="en-US" dirty="0">
                <a:ea typeface="ＭＳ Ｐゴシック"/>
                <a:cs typeface="Calibri"/>
              </a:rPr>
              <a:t>(</a:t>
            </a:r>
            <a:r>
              <a:rPr lang="en-US" sz="1200" kern="1200" dirty="0" err="1">
                <a:solidFill>
                  <a:schemeClr val="tx1"/>
                </a:solidFill>
                <a:effectLst/>
                <a:latin typeface="+mn-lt"/>
                <a:ea typeface="ＭＳ Ｐゴシック"/>
                <a:cs typeface="Calibri"/>
              </a:rPr>
              <a:t>glibc</a:t>
            </a:r>
            <a:r>
              <a:rPr lang="en-US" dirty="0">
                <a:ea typeface="ＭＳ Ｐゴシック"/>
                <a:cs typeface="Calibri"/>
              </a:rPr>
              <a:t>),</a:t>
            </a:r>
            <a:r>
              <a:rPr lang="en-US" sz="1200" kern="1200" dirty="0">
                <a:solidFill>
                  <a:schemeClr val="tx1"/>
                </a:solidFill>
                <a:effectLst/>
                <a:latin typeface="+mn-lt"/>
                <a:ea typeface="ＭＳ Ｐゴシック"/>
                <a:cs typeface="Calibri"/>
              </a:rPr>
              <a:t> which acts as an interface between user space and the kernel space.</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6</a:t>
            </a:fld>
            <a:endParaRPr lang="en-US" altLang="en-US"/>
          </a:p>
        </p:txBody>
      </p:sp>
    </p:spTree>
    <p:extLst>
      <p:ext uri="{BB962C8B-B14F-4D97-AF65-F5344CB8AC3E}">
        <p14:creationId xmlns:p14="http://schemas.microsoft.com/office/powerpoint/2010/main" val="29504819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a:cs typeface="Calibri"/>
              </a:rPr>
              <a:t>We can then look at the three main components of the kernel space. </a:t>
            </a:r>
            <a:endParaRPr lang="en-US">
              <a:ea typeface="ＭＳ Ｐゴシック"/>
              <a:cs typeface="Calibri"/>
            </a:endParaRPr>
          </a:p>
          <a:p>
            <a:endParaRPr lang="en-US" dirty="0">
              <a:ea typeface="ＭＳ Ｐゴシック"/>
              <a:cs typeface="Calibri"/>
            </a:endParaRPr>
          </a:p>
          <a:p>
            <a:r>
              <a:rPr lang="en-US" sz="1200" kern="1200" dirty="0">
                <a:solidFill>
                  <a:schemeClr val="tx1"/>
                </a:solidFill>
                <a:effectLst/>
                <a:latin typeface="+mn-lt"/>
                <a:ea typeface="ＭＳ Ｐゴシック"/>
                <a:cs typeface="Calibri"/>
              </a:rPr>
              <a:t>The first </a:t>
            </a:r>
            <a:r>
              <a:rPr lang="en-US" dirty="0">
                <a:ea typeface="ＭＳ Ｐゴシック"/>
                <a:cs typeface="Calibri"/>
              </a:rPr>
              <a:t>component is</a:t>
            </a:r>
            <a:r>
              <a:rPr lang="en-US" sz="1200" kern="1200" dirty="0">
                <a:solidFill>
                  <a:schemeClr val="tx1"/>
                </a:solidFill>
                <a:effectLst/>
                <a:latin typeface="+mn-lt"/>
                <a:ea typeface="ＭＳ Ｐゴシック"/>
                <a:cs typeface="Calibri"/>
              </a:rPr>
              <a:t> the system call interface. This provides entry points to access the services provided by the kernel, such as process management and memory management.</a:t>
            </a:r>
            <a:endParaRPr lang="en-US" dirty="0"/>
          </a:p>
          <a:p>
            <a:r>
              <a:rPr lang="en-US" sz="1200" kern="1200" dirty="0">
                <a:solidFill>
                  <a:schemeClr val="tx1"/>
                </a:solidFill>
                <a:effectLst/>
                <a:latin typeface="+mn-lt"/>
                <a:ea typeface="ＭＳ Ｐゴシック" charset="0"/>
                <a:cs typeface="ＭＳ Ｐゴシック" charset="0"/>
              </a:rPr>
              <a:t> </a:t>
            </a:r>
          </a:p>
          <a:p>
            <a:r>
              <a:rPr lang="en-US" dirty="0">
                <a:ea typeface="ＭＳ Ｐゴシック"/>
                <a:cs typeface="Calibri"/>
              </a:rPr>
              <a:t>Next</a:t>
            </a:r>
            <a:r>
              <a:rPr lang="en-US" sz="1200" kern="1200" dirty="0">
                <a:solidFill>
                  <a:schemeClr val="tx1"/>
                </a:solidFill>
                <a:effectLst/>
                <a:latin typeface="+mn-lt"/>
                <a:ea typeface="ＭＳ Ｐゴシック"/>
                <a:cs typeface="Calibri"/>
              </a:rPr>
              <a:t>, there is the actual kernel itself. This is architecture-independent operating system code. It implements the hardware-agnostic services of the operating system, such as the process scheduler. </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a:cs typeface="Calibri"/>
              </a:rPr>
              <a:t>Finally, there is the board support </a:t>
            </a:r>
            <a:r>
              <a:rPr lang="en-US" dirty="0">
                <a:ea typeface="ＭＳ Ｐゴシック"/>
                <a:cs typeface="Calibri"/>
              </a:rPr>
              <a:t>package (BSP),</a:t>
            </a:r>
            <a:r>
              <a:rPr lang="en-US" sz="1200" kern="1200" dirty="0">
                <a:solidFill>
                  <a:schemeClr val="tx1"/>
                </a:solidFill>
                <a:effectLst/>
                <a:latin typeface="+mn-lt"/>
                <a:ea typeface="ＭＳ Ｐゴシック"/>
                <a:cs typeface="Calibri"/>
              </a:rPr>
              <a:t> which is architecture-dependent operating system code. This implements hardware-specific services of the operating system, such as context switches.</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7</a:t>
            </a:fld>
            <a:endParaRPr lang="en-US" altLang="en-US"/>
          </a:p>
        </p:txBody>
      </p:sp>
    </p:spTree>
    <p:extLst>
      <p:ext uri="{BB962C8B-B14F-4D97-AF65-F5344CB8AC3E}">
        <p14:creationId xmlns:p14="http://schemas.microsoft.com/office/powerpoint/2010/main" val="3935763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a:cs typeface="Calibri"/>
              </a:rPr>
              <a:t>Let’s take a </a:t>
            </a:r>
            <a:r>
              <a:rPr lang="en-US" dirty="0">
                <a:ea typeface="ＭＳ Ｐゴシック"/>
                <a:cs typeface="Calibri"/>
              </a:rPr>
              <a:t>closer look</a:t>
            </a:r>
            <a:r>
              <a:rPr lang="en-US" sz="1200" kern="1200" dirty="0">
                <a:solidFill>
                  <a:schemeClr val="tx1"/>
                </a:solidFill>
                <a:effectLst/>
                <a:latin typeface="+mn-lt"/>
                <a:ea typeface="ＭＳ Ｐゴシック"/>
                <a:cs typeface="Calibri"/>
              </a:rPr>
              <a:t> at the kernel and its different parts.</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a:cs typeface="Calibri"/>
              </a:rPr>
              <a:t>The kernel can be divided into five subsystems. These are the process scheduler, memory manager, virtual file system</a:t>
            </a:r>
            <a:r>
              <a:rPr lang="en-US" dirty="0">
                <a:ea typeface="ＭＳ Ｐゴシック"/>
                <a:cs typeface="Calibri"/>
              </a:rPr>
              <a:t> (VFS),</a:t>
            </a:r>
            <a:r>
              <a:rPr lang="en-US" sz="1200" kern="1200" dirty="0">
                <a:solidFill>
                  <a:schemeClr val="tx1"/>
                </a:solidFill>
                <a:effectLst/>
                <a:latin typeface="+mn-lt"/>
                <a:ea typeface="ＭＳ Ｐゴシック"/>
                <a:cs typeface="Calibri"/>
              </a:rPr>
              <a:t> inter-process communication (IPC), and the network.</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a:cs typeface="Calibri"/>
              </a:rPr>
              <a:t>Most of </a:t>
            </a:r>
            <a:r>
              <a:rPr lang="en-US" dirty="0">
                <a:ea typeface="ＭＳ Ｐゴシック"/>
                <a:cs typeface="Calibri"/>
              </a:rPr>
              <a:t>these</a:t>
            </a:r>
            <a:r>
              <a:rPr lang="en-US" sz="1200" kern="1200" dirty="0">
                <a:solidFill>
                  <a:schemeClr val="tx1"/>
                </a:solidFill>
                <a:effectLst/>
                <a:latin typeface="+mn-lt"/>
                <a:ea typeface="ＭＳ Ｐゴシック"/>
                <a:cs typeface="Calibri"/>
              </a:rPr>
              <a:t> are made up of both hardware-independent and hardware-dependent code.</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8</a:t>
            </a:fld>
            <a:endParaRPr lang="en-US" altLang="en-US"/>
          </a:p>
        </p:txBody>
      </p:sp>
    </p:spTree>
    <p:extLst>
      <p:ext uri="{BB962C8B-B14F-4D97-AF65-F5344CB8AC3E}">
        <p14:creationId xmlns:p14="http://schemas.microsoft.com/office/powerpoint/2010/main" val="4158222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a:cs typeface="Calibri"/>
              </a:rPr>
              <a:t>First, we will look at the process scheduler. </a:t>
            </a:r>
            <a:r>
              <a:rPr lang="en-US" dirty="0">
                <a:ea typeface="ＭＳ Ｐゴシック"/>
                <a:cs typeface="Calibri"/>
              </a:rPr>
              <a:t>In simple terms</a:t>
            </a:r>
            <a:r>
              <a:rPr lang="en-US" sz="1200" kern="1200" dirty="0">
                <a:solidFill>
                  <a:schemeClr val="tx1"/>
                </a:solidFill>
                <a:effectLst/>
                <a:latin typeface="+mn-lt"/>
                <a:ea typeface="ＭＳ Ｐゴシック"/>
                <a:cs typeface="Calibri"/>
              </a:rPr>
              <a:t>, a process scheduler is responsible for </a:t>
            </a:r>
            <a:r>
              <a:rPr lang="en-US" dirty="0">
                <a:ea typeface="ＭＳ Ｐゴシック"/>
                <a:cs typeface="Calibri"/>
              </a:rPr>
              <a:t>deciding</a:t>
            </a:r>
            <a:r>
              <a:rPr lang="en-US" sz="1200" kern="1200" dirty="0">
                <a:solidFill>
                  <a:schemeClr val="tx1"/>
                </a:solidFill>
                <a:effectLst/>
                <a:latin typeface="+mn-lt"/>
                <a:ea typeface="ＭＳ Ｐゴシック"/>
                <a:cs typeface="Calibri"/>
              </a:rPr>
              <a:t> which processes are running at what time. This is achieved </a:t>
            </a:r>
            <a:r>
              <a:rPr lang="en-US" dirty="0">
                <a:ea typeface="ＭＳ Ｐゴシック"/>
                <a:cs typeface="Calibri"/>
              </a:rPr>
              <a:t>through a</a:t>
            </a:r>
            <a:r>
              <a:rPr lang="en-US" sz="1200" kern="1200" dirty="0">
                <a:solidFill>
                  <a:schemeClr val="tx1"/>
                </a:solidFill>
                <a:effectLst/>
                <a:latin typeface="+mn-lt"/>
                <a:ea typeface="ＭＳ Ｐゴシック"/>
                <a:cs typeface="Calibri"/>
              </a:rPr>
              <a:t> variety of functions. </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The main functions are as follows:</a:t>
            </a:r>
          </a:p>
          <a:p>
            <a:pPr lvl="1"/>
            <a:r>
              <a:rPr lang="en-US" sz="1200" kern="1200" dirty="0">
                <a:solidFill>
                  <a:schemeClr val="tx1"/>
                </a:solidFill>
                <a:effectLst/>
                <a:latin typeface="+mn-lt"/>
                <a:ea typeface="ＭＳ Ｐゴシック" charset="0"/>
                <a:cs typeface="ＭＳ Ｐゴシック" charset="0"/>
              </a:rPr>
              <a:t>- Processes can create new copies of themselves.</a:t>
            </a:r>
          </a:p>
          <a:p>
            <a:pPr lvl="1"/>
            <a:r>
              <a:rPr lang="en-US" sz="1200" kern="1200" dirty="0">
                <a:solidFill>
                  <a:schemeClr val="tx1"/>
                </a:solidFill>
                <a:effectLst/>
                <a:latin typeface="+mn-lt"/>
                <a:ea typeface="ＭＳ Ｐゴシック" charset="0"/>
                <a:cs typeface="ＭＳ Ｐゴシック" charset="0"/>
              </a:rPr>
              <a:t>- Implements CPU scheduling policy and context switch</a:t>
            </a:r>
          </a:p>
          <a:p>
            <a:pPr lvl="1"/>
            <a:r>
              <a:rPr lang="en-US" sz="1200" kern="1200" dirty="0">
                <a:solidFill>
                  <a:schemeClr val="tx1"/>
                </a:solidFill>
                <a:effectLst/>
                <a:latin typeface="+mn-lt"/>
                <a:ea typeface="ＭＳ Ｐゴシック" charset="0"/>
                <a:cs typeface="ＭＳ Ｐゴシック" charset="0"/>
              </a:rPr>
              <a:t>- Receives interrupts and routes them to the appropriate kernel subsystem</a:t>
            </a:r>
          </a:p>
          <a:p>
            <a:pPr lvl="1"/>
            <a:r>
              <a:rPr lang="en-US" sz="1200" kern="1200" dirty="0">
                <a:solidFill>
                  <a:schemeClr val="tx1"/>
                </a:solidFill>
                <a:effectLst/>
                <a:latin typeface="+mn-lt"/>
                <a:ea typeface="ＭＳ Ｐゴシック" charset="0"/>
                <a:cs typeface="ＭＳ Ｐゴシック" charset="0"/>
              </a:rPr>
              <a:t>- Sends signals to user processes</a:t>
            </a:r>
          </a:p>
          <a:p>
            <a:pPr lvl="1"/>
            <a:r>
              <a:rPr lang="en-US" sz="1200" kern="1200" dirty="0">
                <a:solidFill>
                  <a:schemeClr val="tx1"/>
                </a:solidFill>
                <a:effectLst/>
                <a:latin typeface="+mn-lt"/>
                <a:ea typeface="ＭＳ Ｐゴシック" charset="0"/>
                <a:cs typeface="ＭＳ Ｐゴシック" charset="0"/>
              </a:rPr>
              <a:t>- Manages the hardware timer</a:t>
            </a:r>
          </a:p>
          <a:p>
            <a:pPr lvl="1"/>
            <a:r>
              <a:rPr lang="en-US" sz="1200" kern="1200" dirty="0">
                <a:solidFill>
                  <a:schemeClr val="tx1"/>
                </a:solidFill>
                <a:effectLst/>
                <a:latin typeface="+mn-lt"/>
                <a:ea typeface="ＭＳ Ｐゴシック" charset="0"/>
                <a:cs typeface="ＭＳ Ｐゴシック" charset="0"/>
              </a:rPr>
              <a:t>- Cleans up process resources when a process finishes execution</a:t>
            </a:r>
          </a:p>
          <a:p>
            <a:pPr lvl="1"/>
            <a:r>
              <a:rPr lang="en-US" sz="1200" kern="1200" dirty="0">
                <a:solidFill>
                  <a:schemeClr val="tx1"/>
                </a:solidFill>
                <a:effectLst/>
                <a:latin typeface="+mn-lt"/>
                <a:ea typeface="ＭＳ Ｐゴシック" charset="0"/>
                <a:cs typeface="ＭＳ Ｐゴシック" charset="0"/>
              </a:rPr>
              <a:t>- Provides support for loadable kernel modules</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9</a:t>
            </a:fld>
            <a:endParaRPr lang="en-US" altLang="en-US"/>
          </a:p>
        </p:txBody>
      </p:sp>
    </p:spTree>
    <p:extLst>
      <p:ext uri="{BB962C8B-B14F-4D97-AF65-F5344CB8AC3E}">
        <p14:creationId xmlns:p14="http://schemas.microsoft.com/office/powerpoint/2010/main" val="30090177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a:cs typeface="Calibri"/>
              </a:rPr>
              <a:t>The System </a:t>
            </a:r>
            <a:r>
              <a:rPr lang="en-US" dirty="0">
                <a:ea typeface="ＭＳ Ｐゴシック"/>
                <a:cs typeface="Calibri"/>
              </a:rPr>
              <a:t>call</a:t>
            </a:r>
            <a:r>
              <a:rPr lang="en-US" sz="1200" kern="1200" dirty="0">
                <a:solidFill>
                  <a:schemeClr val="tx1"/>
                </a:solidFill>
                <a:effectLst/>
                <a:latin typeface="+mn-lt"/>
                <a:ea typeface="ＭＳ Ｐゴシック"/>
                <a:cs typeface="Calibri"/>
              </a:rPr>
              <a:t> interface faces towards the user space, such as the fork method. While the intra-kernel interface faces towards the kernel space, such as the create module method.</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a:cs typeface="Calibri"/>
              </a:rPr>
              <a:t>The scheduler is called directly from system calls such as sleep</a:t>
            </a:r>
            <a:r>
              <a:rPr lang="en-US" dirty="0">
                <a:ea typeface="ＭＳ Ｐゴシック"/>
                <a:cs typeface="Calibri"/>
              </a:rPr>
              <a:t>,</a:t>
            </a:r>
            <a:r>
              <a:rPr lang="en-US" sz="1200" kern="1200" dirty="0">
                <a:solidFill>
                  <a:schemeClr val="tx1"/>
                </a:solidFill>
                <a:effectLst/>
                <a:latin typeface="+mn-lt"/>
                <a:ea typeface="ＭＳ Ｐゴシック"/>
                <a:cs typeface="Calibri"/>
              </a:rPr>
              <a:t> </a:t>
            </a:r>
            <a:r>
              <a:rPr lang="en-US" dirty="0">
                <a:ea typeface="ＭＳ Ｐゴシック"/>
                <a:cs typeface="Calibri"/>
              </a:rPr>
              <a:t>and it</a:t>
            </a:r>
            <a:r>
              <a:rPr lang="en-US" sz="1200" kern="1200" dirty="0">
                <a:solidFill>
                  <a:schemeClr val="tx1"/>
                </a:solidFill>
                <a:effectLst/>
                <a:latin typeface="+mn-lt"/>
                <a:ea typeface="ＭＳ Ｐゴシック"/>
                <a:cs typeface="Calibri"/>
              </a:rPr>
              <a:t> is </a:t>
            </a:r>
            <a:r>
              <a:rPr lang="en-US" dirty="0">
                <a:ea typeface="ＭＳ Ｐゴシック"/>
                <a:cs typeface="Calibri"/>
              </a:rPr>
              <a:t>also </a:t>
            </a:r>
            <a:r>
              <a:rPr lang="en-US" sz="1200" kern="1200" dirty="0">
                <a:solidFill>
                  <a:schemeClr val="tx1"/>
                </a:solidFill>
                <a:effectLst/>
                <a:latin typeface="+mn-lt"/>
                <a:ea typeface="ＭＳ Ｐゴシック"/>
                <a:cs typeface="Calibri"/>
              </a:rPr>
              <a:t>called indirectly after every system call.</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10</a:t>
            </a:fld>
            <a:endParaRPr lang="en-US" altLang="en-US"/>
          </a:p>
        </p:txBody>
      </p:sp>
    </p:spTree>
    <p:extLst>
      <p:ext uri="{BB962C8B-B14F-4D97-AF65-F5344CB8AC3E}">
        <p14:creationId xmlns:p14="http://schemas.microsoft.com/office/powerpoint/2010/main" val="26528281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dirty="0">
                <a:solidFill>
                  <a:srgbClr val="128CAB"/>
                </a:solidFill>
                <a:ea typeface="ＭＳ Ｐゴシック"/>
                <a:cs typeface="Calibri"/>
              </a:rPr>
              <a:t>Fast interrupt requests (FIQ) </a:t>
            </a:r>
            <a:r>
              <a:rPr lang="en-US" dirty="0">
                <a:ea typeface="ＭＳ Ｐゴシック"/>
                <a:cs typeface="Calibri"/>
              </a:rPr>
              <a:t>are</a:t>
            </a:r>
            <a:r>
              <a:rPr lang="en-US" dirty="0">
                <a:solidFill>
                  <a:schemeClr val="tx1"/>
                </a:solidFill>
                <a:ea typeface="ＭＳ Ｐゴシック"/>
                <a:cs typeface="Calibri"/>
              </a:rPr>
              <a:t> generated for events that need to be handled as they occur – such as keyboard or mice input. </a:t>
            </a:r>
            <a:endParaRPr lang="en-US" altLang="en-US" dirty="0">
              <a:solidFill>
                <a:srgbClr val="000000"/>
              </a:solidFill>
              <a:ea typeface="ＭＳ Ｐゴシック"/>
              <a:cs typeface="Calibri"/>
            </a:endParaRPr>
          </a:p>
          <a:p>
            <a:pPr>
              <a:defRPr/>
            </a:pPr>
            <a:endParaRPr lang="en-US" altLang="en-US" dirty="0">
              <a:solidFill>
                <a:srgbClr val="128CAB"/>
              </a:solidFill>
              <a:ea typeface="ＭＳ Ｐゴシック"/>
              <a:cs typeface="Calibri"/>
            </a:endParaRPr>
          </a:p>
          <a:p>
            <a:pPr>
              <a:defRPr/>
            </a:pPr>
            <a:r>
              <a:rPr lang="en-US" altLang="en-US" dirty="0">
                <a:solidFill>
                  <a:srgbClr val="128CAB"/>
                </a:solidFill>
                <a:ea typeface="ＭＳ Ｐゴシック"/>
                <a:cs typeface="Calibri"/>
              </a:rPr>
              <a:t>Standard interrupt requests (IRQ) </a:t>
            </a:r>
            <a:r>
              <a:rPr lang="en-US" altLang="en-US">
                <a:ea typeface="ＭＳ Ｐゴシック"/>
                <a:cs typeface="Calibri"/>
              </a:rPr>
              <a:t>are</a:t>
            </a:r>
            <a:r>
              <a:rPr lang="en-US" altLang="en-US">
                <a:solidFill>
                  <a:schemeClr val="tx1"/>
                </a:solidFill>
                <a:ea typeface="ＭＳ Ｐゴシック"/>
                <a:cs typeface="Calibri"/>
              </a:rPr>
              <a:t> generated for more general and common interrupt events. </a:t>
            </a:r>
            <a:endParaRPr lang="en-US">
              <a:cs typeface="Calibri"/>
            </a:endParaRPr>
          </a:p>
          <a:p>
            <a:pPr>
              <a:defRPr/>
            </a:pPr>
            <a:endParaRPr lang="en-US" altLang="en-US" dirty="0">
              <a:ea typeface="ＭＳ Ｐゴシック"/>
              <a:cs typeface="Calibri"/>
            </a:endParaRPr>
          </a:p>
          <a:p>
            <a:pPr>
              <a:defRPr/>
            </a:pPr>
            <a:r>
              <a:rPr lang="en-US" altLang="en-US" dirty="0">
                <a:solidFill>
                  <a:schemeClr val="tx1"/>
                </a:solidFill>
                <a:ea typeface="ＭＳ Ｐゴシック"/>
                <a:cs typeface="Calibri"/>
              </a:rPr>
              <a:t>FIQs have a higher priority </a:t>
            </a:r>
            <a:r>
              <a:rPr lang="en-US" altLang="en-US" dirty="0">
                <a:ea typeface="ＭＳ Ｐゴシック"/>
                <a:cs typeface="Calibri"/>
              </a:rPr>
              <a:t>than IRQs, meaning</a:t>
            </a:r>
            <a:r>
              <a:rPr lang="en-US" altLang="en-US" dirty="0">
                <a:solidFill>
                  <a:schemeClr val="tx1"/>
                </a:solidFill>
                <a:ea typeface="ＭＳ Ｐゴシック"/>
                <a:cs typeface="Calibri"/>
              </a:rPr>
              <a:t> that they can interrupt code servicing an IRQ, but not vice versa.</a:t>
            </a:r>
            <a:endParaRPr lang="en-US" dirty="0">
              <a:cs typeface="Calibri"/>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solidFill>
                <a:schemeClr val="tx1"/>
              </a:solidFill>
            </a:endParaRP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11</a:t>
            </a:fld>
            <a:endParaRPr lang="en-US" altLang="en-US"/>
          </a:p>
        </p:txBody>
      </p:sp>
    </p:spTree>
    <p:extLst>
      <p:ext uri="{BB962C8B-B14F-4D97-AF65-F5344CB8AC3E}">
        <p14:creationId xmlns:p14="http://schemas.microsoft.com/office/powerpoint/2010/main" val="34572706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a:cs typeface="Calibri"/>
              </a:rPr>
              <a:t>The next component we will look at is the memory manager. This component is responsible for handling a variety of tasks. </a:t>
            </a:r>
            <a:endParaRPr lang="en-US">
              <a:ea typeface="ＭＳ Ｐゴシック"/>
              <a:cs typeface="Calibri"/>
            </a:endParaRPr>
          </a:p>
          <a:p>
            <a:endParaRPr lang="en-US" dirty="0">
              <a:ea typeface="ＭＳ Ｐゴシック"/>
              <a:cs typeface="Calibri"/>
            </a:endParaRPr>
          </a:p>
          <a:p>
            <a:r>
              <a:rPr lang="en-US" sz="1200" kern="1200" dirty="0">
                <a:solidFill>
                  <a:schemeClr val="tx1"/>
                </a:solidFill>
                <a:effectLst/>
                <a:latin typeface="+mn-lt"/>
                <a:ea typeface="ＭＳ Ｐゴシック"/>
                <a:cs typeface="Calibri"/>
              </a:rPr>
              <a:t>The first is the ability to sort and manage a large address space. This means that user processes can reference more RAM than </a:t>
            </a:r>
            <a:r>
              <a:rPr lang="en-US" dirty="0">
                <a:ea typeface="ＭＳ Ｐゴシック"/>
                <a:cs typeface="Calibri"/>
              </a:rPr>
              <a:t>physically exists</a:t>
            </a:r>
            <a:r>
              <a:rPr lang="en-US" sz="1200" kern="1200" dirty="0">
                <a:solidFill>
                  <a:schemeClr val="tx1"/>
                </a:solidFill>
                <a:effectLst/>
                <a:latin typeface="+mn-lt"/>
                <a:ea typeface="ＭＳ Ｐゴシック"/>
                <a:cs typeface="Calibri"/>
              </a:rPr>
              <a:t>. </a:t>
            </a:r>
            <a:endParaRPr lang="en-US" dirty="0"/>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a:cs typeface="Calibri"/>
              </a:rPr>
              <a:t>Another task for the memory manager is memory protection. The memory for a process is private and should not be read or modified by another process. </a:t>
            </a:r>
            <a:r>
              <a:rPr lang="en-US" dirty="0">
                <a:ea typeface="ＭＳ Ｐゴシック"/>
                <a:cs typeface="Calibri"/>
              </a:rPr>
              <a:t>The</a:t>
            </a:r>
            <a:r>
              <a:rPr lang="en-US" sz="1200" kern="1200" dirty="0">
                <a:solidFill>
                  <a:schemeClr val="tx1"/>
                </a:solidFill>
                <a:effectLst/>
                <a:latin typeface="+mn-lt"/>
                <a:ea typeface="ＭＳ Ｐゴシック"/>
                <a:cs typeface="Calibri"/>
              </a:rPr>
              <a:t> memory manager </a:t>
            </a:r>
            <a:r>
              <a:rPr lang="en-US" dirty="0">
                <a:ea typeface="ＭＳ Ｐゴシック"/>
                <a:cs typeface="Calibri"/>
              </a:rPr>
              <a:t>also </a:t>
            </a:r>
            <a:r>
              <a:rPr lang="en-US" sz="1200" kern="1200" dirty="0">
                <a:solidFill>
                  <a:schemeClr val="tx1"/>
                </a:solidFill>
                <a:effectLst/>
                <a:latin typeface="+mn-lt"/>
                <a:ea typeface="ＭＳ Ｐゴシック"/>
                <a:cs typeface="Calibri"/>
              </a:rPr>
              <a:t>prevents processes from overwriting code and read-only data. </a:t>
            </a:r>
          </a:p>
          <a:p>
            <a:r>
              <a:rPr lang="en-US" sz="1200" kern="1200" dirty="0">
                <a:solidFill>
                  <a:schemeClr val="tx1"/>
                </a:solidFill>
                <a:effectLst/>
                <a:latin typeface="+mn-lt"/>
                <a:ea typeface="ＭＳ Ｐゴシック" charset="0"/>
                <a:cs typeface="ＭＳ Ｐゴシック" charset="0"/>
              </a:rPr>
              <a:t> </a:t>
            </a:r>
          </a:p>
          <a:p>
            <a:r>
              <a:rPr lang="en-US" dirty="0">
                <a:ea typeface="ＭＳ Ｐゴシック"/>
                <a:cs typeface="Calibri"/>
              </a:rPr>
              <a:t>Finally, the memory manager</a:t>
            </a:r>
            <a:r>
              <a:rPr lang="en-US" sz="1200" kern="1200" dirty="0">
                <a:solidFill>
                  <a:schemeClr val="tx1"/>
                </a:solidFill>
                <a:effectLst/>
                <a:latin typeface="+mn-lt"/>
                <a:ea typeface="ＭＳ Ｐゴシック"/>
                <a:cs typeface="Calibri"/>
              </a:rPr>
              <a:t> is responsible for memory mapping. A process can map a file into an area of virtual memory and then access the file as memory.</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12</a:t>
            </a:fld>
            <a:endParaRPr lang="en-US" altLang="en-US"/>
          </a:p>
        </p:txBody>
      </p:sp>
    </p:spTree>
    <p:extLst>
      <p:ext uri="{BB962C8B-B14F-4D97-AF65-F5344CB8AC3E}">
        <p14:creationId xmlns:p14="http://schemas.microsoft.com/office/powerpoint/2010/main" val="14732053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a:cs typeface="Calibri"/>
              </a:rPr>
              <a:t>Another </a:t>
            </a:r>
            <a:r>
              <a:rPr lang="en-US" dirty="0">
                <a:ea typeface="ＭＳ Ｐゴシック"/>
                <a:cs typeface="Calibri"/>
              </a:rPr>
              <a:t>responsibility of the memory manager</a:t>
            </a:r>
            <a:r>
              <a:rPr lang="en-US" sz="1200" kern="1200" dirty="0">
                <a:solidFill>
                  <a:schemeClr val="tx1"/>
                </a:solidFill>
                <a:effectLst/>
                <a:latin typeface="+mn-lt"/>
                <a:ea typeface="ＭＳ Ｐゴシック"/>
                <a:cs typeface="Calibri"/>
              </a:rPr>
              <a:t> is to </a:t>
            </a:r>
            <a:r>
              <a:rPr lang="en-US" dirty="0">
                <a:ea typeface="ＭＳ Ｐゴシック"/>
                <a:cs typeface="Calibri"/>
              </a:rPr>
              <a:t>ensure</a:t>
            </a:r>
            <a:r>
              <a:rPr lang="en-US" sz="1200" kern="1200" dirty="0">
                <a:solidFill>
                  <a:schemeClr val="tx1"/>
                </a:solidFill>
                <a:effectLst/>
                <a:latin typeface="+mn-lt"/>
                <a:ea typeface="ＭＳ Ｐゴシック"/>
                <a:cs typeface="Calibri"/>
              </a:rPr>
              <a:t> fair access to physical memory. It is required to ensure that </a:t>
            </a:r>
            <a:r>
              <a:rPr lang="en-US" dirty="0">
                <a:ea typeface="ＭＳ Ｐゴシック"/>
                <a:cs typeface="Calibri"/>
              </a:rPr>
              <a:t>processes</a:t>
            </a:r>
            <a:r>
              <a:rPr lang="en-US" sz="1200" kern="1200" dirty="0">
                <a:solidFill>
                  <a:schemeClr val="tx1"/>
                </a:solidFill>
                <a:effectLst/>
                <a:latin typeface="+mn-lt"/>
                <a:ea typeface="ＭＳ Ｐゴシック"/>
                <a:cs typeface="Calibri"/>
              </a:rPr>
              <a:t> have fair access to the memory resource, while also ensuring reasonable system performance.</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Finally, it is responsible for managing shared memory. It needs to allow processes to share some portion of their memory if required. For example, executable code is usually shared amongst processes.</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13</a:t>
            </a:fld>
            <a:endParaRPr lang="en-US" altLang="en-US"/>
          </a:p>
        </p:txBody>
      </p:sp>
    </p:spTree>
    <p:extLst>
      <p:ext uri="{BB962C8B-B14F-4D97-AF65-F5344CB8AC3E}">
        <p14:creationId xmlns:p14="http://schemas.microsoft.com/office/powerpoint/2010/main" val="677338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a:cs typeface="Calibri"/>
              </a:rPr>
              <a:t>The component makes use of the </a:t>
            </a:r>
            <a:r>
              <a:rPr lang="en-US" dirty="0">
                <a:ea typeface="ＭＳ Ｐゴシック"/>
                <a:cs typeface="Calibri"/>
              </a:rPr>
              <a:t>Memory</a:t>
            </a:r>
            <a:r>
              <a:rPr lang="en-US" sz="1200" kern="1200" dirty="0">
                <a:solidFill>
                  <a:schemeClr val="tx1"/>
                </a:solidFill>
                <a:effectLst/>
                <a:latin typeface="+mn-lt"/>
                <a:ea typeface="ＭＳ Ｐゴシック"/>
                <a:cs typeface="Calibri"/>
              </a:rPr>
              <a:t> </a:t>
            </a:r>
            <a:r>
              <a:rPr lang="en-US" dirty="0">
                <a:ea typeface="ＭＳ Ｐゴシック"/>
                <a:cs typeface="Calibri"/>
              </a:rPr>
              <a:t>Management</a:t>
            </a:r>
            <a:r>
              <a:rPr lang="en-US" sz="1200" kern="1200" dirty="0">
                <a:solidFill>
                  <a:schemeClr val="tx1"/>
                </a:solidFill>
                <a:effectLst/>
                <a:latin typeface="+mn-lt"/>
                <a:ea typeface="ＭＳ Ｐゴシック"/>
                <a:cs typeface="Calibri"/>
              </a:rPr>
              <a:t> </a:t>
            </a:r>
            <a:r>
              <a:rPr lang="en-US" dirty="0">
                <a:ea typeface="ＭＳ Ｐゴシック"/>
                <a:cs typeface="Calibri"/>
              </a:rPr>
              <a:t>Unit</a:t>
            </a:r>
            <a:r>
              <a:rPr lang="en-US" sz="1200" kern="1200" dirty="0">
                <a:solidFill>
                  <a:schemeClr val="tx1"/>
                </a:solidFill>
                <a:effectLst/>
                <a:latin typeface="+mn-lt"/>
                <a:ea typeface="ＭＳ Ｐゴシック"/>
                <a:cs typeface="Calibri"/>
              </a:rPr>
              <a:t> (MMU) to map virtual addresses to physical addresses. It is </a:t>
            </a:r>
            <a:r>
              <a:rPr lang="en-US" dirty="0">
                <a:ea typeface="ＭＳ Ｐゴシック"/>
                <a:cs typeface="Calibri"/>
              </a:rPr>
              <a:t>standard for</a:t>
            </a:r>
            <a:r>
              <a:rPr lang="en-US" sz="1200" kern="1200" dirty="0">
                <a:solidFill>
                  <a:schemeClr val="tx1"/>
                </a:solidFill>
                <a:effectLst/>
                <a:latin typeface="+mn-lt"/>
                <a:ea typeface="ＭＳ Ｐゴシック"/>
                <a:cs typeface="Calibri"/>
              </a:rPr>
              <a:t> a Linux system to </a:t>
            </a:r>
            <a:r>
              <a:rPr lang="en-US" dirty="0">
                <a:ea typeface="ＭＳ Ｐゴシック"/>
                <a:cs typeface="Calibri"/>
              </a:rPr>
              <a:t>include </a:t>
            </a:r>
            <a:r>
              <a:rPr lang="en-US" sz="1200" kern="1200" dirty="0">
                <a:solidFill>
                  <a:schemeClr val="tx1"/>
                </a:solidFill>
                <a:effectLst/>
                <a:latin typeface="+mn-lt"/>
                <a:ea typeface="ＭＳ Ｐゴシック"/>
                <a:cs typeface="Calibri"/>
              </a:rPr>
              <a:t>a form of MMU support.</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The advantages of this are that processes can be moved about in physical memory, while maintaining the same virtual address. Also, the physical memory may be shared among different processes.</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14</a:t>
            </a:fld>
            <a:endParaRPr lang="en-US" altLang="en-US"/>
          </a:p>
        </p:txBody>
      </p:sp>
    </p:spTree>
    <p:extLst>
      <p:ext uri="{BB962C8B-B14F-4D97-AF65-F5344CB8AC3E}">
        <p14:creationId xmlns:p14="http://schemas.microsoft.com/office/powerpoint/2010/main" val="27479183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a:cs typeface="Calibri"/>
              </a:rPr>
              <a:t>The memory manager swaps process memory out to a paging file </a:t>
            </a:r>
            <a:r>
              <a:rPr lang="en-US" dirty="0">
                <a:ea typeface="ＭＳ Ｐゴシック"/>
                <a:cs typeface="Calibri"/>
              </a:rPr>
              <a:t>when</a:t>
            </a:r>
            <a:r>
              <a:rPr lang="en-US" sz="1200" kern="1200" dirty="0">
                <a:solidFill>
                  <a:schemeClr val="tx1"/>
                </a:solidFill>
                <a:effectLst/>
                <a:latin typeface="+mn-lt"/>
                <a:ea typeface="ＭＳ Ｐゴシック"/>
                <a:cs typeface="Calibri"/>
              </a:rPr>
              <a:t> it is not in use. Due to this, processes using more memory than physically available can be executed.</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The </a:t>
            </a:r>
            <a:r>
              <a:rPr lang="en-US" sz="1200" kern="1200" dirty="0" err="1">
                <a:solidFill>
                  <a:schemeClr val="tx1"/>
                </a:solidFill>
                <a:effectLst/>
                <a:latin typeface="+mn-lt"/>
                <a:ea typeface="ＭＳ Ｐゴシック" charset="0"/>
                <a:cs typeface="ＭＳ Ｐゴシック" charset="0"/>
              </a:rPr>
              <a:t>kswapd</a:t>
            </a:r>
            <a:r>
              <a:rPr lang="en-US" sz="1200" kern="1200" dirty="0">
                <a:solidFill>
                  <a:schemeClr val="tx1"/>
                </a:solidFill>
                <a:effectLst/>
                <a:latin typeface="+mn-lt"/>
                <a:ea typeface="ＭＳ Ｐゴシック" charset="0"/>
                <a:cs typeface="ＭＳ Ｐゴシック" charset="0"/>
              </a:rPr>
              <a:t> (“k swap d”) kernel-space process or daemon is used for this purpose. It checks if there are any physical memory pages that haven’t been referenced recently. These pages are evicted from physical memory and stored in a paging file.</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15</a:t>
            </a:fld>
            <a:endParaRPr lang="en-US" altLang="en-US"/>
          </a:p>
        </p:txBody>
      </p:sp>
    </p:spTree>
    <p:extLst>
      <p:ext uri="{BB962C8B-B14F-4D97-AF65-F5344CB8AC3E}">
        <p14:creationId xmlns:p14="http://schemas.microsoft.com/office/powerpoint/2010/main" val="9816635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sz="1200" kern="1200" dirty="0">
                <a:solidFill>
                  <a:schemeClr val="tx1"/>
                </a:solidFill>
                <a:effectLst/>
                <a:latin typeface="+mn-lt"/>
                <a:ea typeface="ＭＳ Ｐゴシック"/>
                <a:cs typeface="Calibri"/>
              </a:rPr>
              <a:t>The </a:t>
            </a:r>
            <a:r>
              <a:rPr lang="en-US" dirty="0">
                <a:ea typeface="ＭＳ Ｐゴシック"/>
                <a:cs typeface="Calibri"/>
              </a:rPr>
              <a:t>Memory Management Unit (MMU)</a:t>
            </a:r>
            <a:r>
              <a:rPr lang="en-US" sz="1200" kern="1200" dirty="0">
                <a:solidFill>
                  <a:schemeClr val="tx1"/>
                </a:solidFill>
                <a:effectLst/>
                <a:latin typeface="+mn-lt"/>
                <a:ea typeface="ＭＳ Ｐゴシック"/>
                <a:cs typeface="Calibri"/>
              </a:rPr>
              <a:t> detects when a user process accesses a memory address that is not currently mapped to a physical memory location. </a:t>
            </a:r>
            <a:r>
              <a:rPr lang="en-US" dirty="0">
                <a:ea typeface="ＭＳ Ｐゴシック"/>
                <a:cs typeface="Calibri"/>
              </a:rPr>
              <a:t>When this occurs, the</a:t>
            </a:r>
            <a:r>
              <a:rPr lang="en-US" sz="1200" kern="1200" dirty="0">
                <a:solidFill>
                  <a:schemeClr val="tx1"/>
                </a:solidFill>
                <a:effectLst/>
                <a:latin typeface="+mn-lt"/>
                <a:ea typeface="ＭＳ Ｐゴシック"/>
                <a:cs typeface="Calibri"/>
              </a:rPr>
              <a:t> MMU notifies the Linux kernel of the event, known as a page fault. The memory manager subsystem will then resolve the page fault.</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16</a:t>
            </a:fld>
            <a:endParaRPr lang="en-US" altLang="en-US"/>
          </a:p>
        </p:txBody>
      </p:sp>
    </p:spTree>
    <p:extLst>
      <p:ext uri="{BB962C8B-B14F-4D97-AF65-F5344CB8AC3E}">
        <p14:creationId xmlns:p14="http://schemas.microsoft.com/office/powerpoint/2010/main" val="33944487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sz="1200" kern="1200" dirty="0">
                <a:solidFill>
                  <a:schemeClr val="tx1"/>
                </a:solidFill>
                <a:effectLst/>
                <a:latin typeface="+mn-lt"/>
                <a:ea typeface="ＭＳ Ｐゴシック"/>
                <a:cs typeface="Calibri"/>
              </a:rPr>
              <a:t>If the page is currently swapped out to the paging file, it is swapped back in. If the memory manager detects an invalid memory access, it notifies the user </a:t>
            </a:r>
            <a:r>
              <a:rPr lang="en-US" dirty="0">
                <a:ea typeface="ＭＳ Ｐゴシック"/>
                <a:cs typeface="Calibri"/>
              </a:rPr>
              <a:t>process of</a:t>
            </a:r>
            <a:r>
              <a:rPr lang="en-US" sz="1200" kern="1200" dirty="0">
                <a:solidFill>
                  <a:schemeClr val="tx1"/>
                </a:solidFill>
                <a:effectLst/>
                <a:latin typeface="+mn-lt"/>
                <a:ea typeface="ＭＳ Ｐゴシック"/>
                <a:cs typeface="Calibri"/>
              </a:rPr>
              <a:t> </a:t>
            </a:r>
            <a:r>
              <a:rPr lang="en-US" dirty="0">
                <a:ea typeface="ＭＳ Ｐゴシック"/>
                <a:cs typeface="Calibri"/>
              </a:rPr>
              <a:t>the event </a:t>
            </a:r>
            <a:r>
              <a:rPr lang="en-US" sz="1200" kern="1200" dirty="0">
                <a:solidFill>
                  <a:schemeClr val="tx1"/>
                </a:solidFill>
                <a:effectLst/>
                <a:latin typeface="+mn-lt"/>
                <a:ea typeface="ＭＳ Ｐゴシック"/>
                <a:cs typeface="Calibri"/>
              </a:rPr>
              <a:t>with a signal. If the process doesn’t handle this signal, it is terminated.</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17</a:t>
            </a:fld>
            <a:endParaRPr lang="en-US" altLang="en-US"/>
          </a:p>
        </p:txBody>
      </p:sp>
    </p:spTree>
    <p:extLst>
      <p:ext uri="{BB962C8B-B14F-4D97-AF65-F5344CB8AC3E}">
        <p14:creationId xmlns:p14="http://schemas.microsoft.com/office/powerpoint/2010/main" val="37289165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a:cs typeface="Calibri"/>
              </a:rPr>
              <a:t>There are </a:t>
            </a:r>
            <a:r>
              <a:rPr lang="en-US" dirty="0">
                <a:ea typeface="ＭＳ Ｐゴシック"/>
                <a:cs typeface="Calibri"/>
              </a:rPr>
              <a:t>several methods</a:t>
            </a:r>
            <a:r>
              <a:rPr lang="en-US" sz="1200" kern="1200" dirty="0">
                <a:solidFill>
                  <a:schemeClr val="tx1"/>
                </a:solidFill>
                <a:effectLst/>
                <a:latin typeface="+mn-lt"/>
                <a:ea typeface="ＭＳ Ｐゴシック"/>
                <a:cs typeface="Calibri"/>
              </a:rPr>
              <a:t> for interfacing with the memory manager.</a:t>
            </a:r>
          </a:p>
          <a:p>
            <a:r>
              <a:rPr lang="en-US" sz="1200" kern="1200" dirty="0">
                <a:solidFill>
                  <a:schemeClr val="tx1"/>
                </a:solidFill>
                <a:effectLst/>
                <a:latin typeface="+mn-lt"/>
                <a:ea typeface="ＭＳ Ｐゴシック" charset="0"/>
                <a:cs typeface="ＭＳ Ｐゴシック" charset="0"/>
              </a:rPr>
              <a:t> </a:t>
            </a:r>
          </a:p>
          <a:p>
            <a:r>
              <a:rPr lang="en-US" dirty="0">
                <a:ea typeface="ＭＳ Ｐゴシック"/>
                <a:cs typeface="Calibri"/>
              </a:rPr>
              <a:t>Through</a:t>
            </a:r>
            <a:r>
              <a:rPr lang="en-US" sz="1200" kern="1200" dirty="0">
                <a:solidFill>
                  <a:schemeClr val="tx1"/>
                </a:solidFill>
                <a:effectLst/>
                <a:latin typeface="+mn-lt"/>
                <a:ea typeface="ＭＳ Ｐゴシック"/>
                <a:cs typeface="Calibri"/>
              </a:rPr>
              <a:t> the system call interface, </a:t>
            </a:r>
            <a:r>
              <a:rPr lang="en-US" dirty="0">
                <a:ea typeface="ＭＳ Ｐゴシック"/>
                <a:cs typeface="Calibri"/>
              </a:rPr>
              <a:t>the following functions are available:</a:t>
            </a:r>
            <a:endParaRPr lang="en-US" sz="1200" kern="1200" dirty="0">
              <a:solidFill>
                <a:schemeClr val="tx1"/>
              </a:solidFill>
              <a:effectLst/>
              <a:latin typeface="+mn-lt"/>
              <a:ea typeface="ＭＳ Ｐゴシック"/>
              <a:cs typeface="Calibri"/>
            </a:endParaRPr>
          </a:p>
          <a:p>
            <a:pPr lvl="1"/>
            <a:r>
              <a:rPr lang="en-US" sz="1200" kern="1200" dirty="0">
                <a:solidFill>
                  <a:schemeClr val="tx1"/>
                </a:solidFill>
                <a:effectLst/>
                <a:latin typeface="+mn-lt"/>
                <a:ea typeface="ＭＳ Ｐゴシック" charset="0"/>
                <a:cs typeface="ＭＳ Ｐゴシック" charset="0"/>
              </a:rPr>
              <a:t>- “malloc” or “free”, which allocates or frees a region of memory for the process to use.</a:t>
            </a:r>
          </a:p>
          <a:p>
            <a:pPr lvl="1"/>
            <a:r>
              <a:rPr lang="en-US" sz="1200" kern="1200" dirty="0">
                <a:solidFill>
                  <a:schemeClr val="tx1"/>
                </a:solidFill>
                <a:effectLst/>
                <a:latin typeface="+mn-lt"/>
                <a:ea typeface="ＭＳ Ｐゴシック" charset="0"/>
                <a:cs typeface="ＭＳ Ｐゴシック" charset="0"/>
              </a:rPr>
              <a:t>- “</a:t>
            </a:r>
            <a:r>
              <a:rPr lang="en-US" sz="1200" kern="1200" dirty="0" err="1">
                <a:solidFill>
                  <a:schemeClr val="tx1"/>
                </a:solidFill>
                <a:effectLst/>
                <a:latin typeface="+mn-lt"/>
                <a:ea typeface="ＭＳ Ｐゴシック" charset="0"/>
                <a:cs typeface="ＭＳ Ｐゴシック" charset="0"/>
              </a:rPr>
              <a:t>mmap</a:t>
            </a:r>
            <a:r>
              <a:rPr lang="en-US" sz="1200" kern="1200" dirty="0">
                <a:solidFill>
                  <a:schemeClr val="tx1"/>
                </a:solidFill>
                <a:effectLst/>
                <a:latin typeface="+mn-lt"/>
                <a:ea typeface="ＭＳ Ｐゴシック" charset="0"/>
                <a:cs typeface="ＭＳ Ｐゴシック" charset="0"/>
              </a:rPr>
              <a:t>”, “</a:t>
            </a:r>
            <a:r>
              <a:rPr lang="en-US" sz="1200" kern="1200" dirty="0" err="1">
                <a:solidFill>
                  <a:schemeClr val="tx1"/>
                </a:solidFill>
                <a:effectLst/>
                <a:latin typeface="+mn-lt"/>
                <a:ea typeface="ＭＳ Ｐゴシック" charset="0"/>
                <a:cs typeface="ＭＳ Ｐゴシック" charset="0"/>
              </a:rPr>
              <a:t>munmap</a:t>
            </a:r>
            <a:r>
              <a:rPr lang="en-US" sz="1200" kern="1200" dirty="0">
                <a:solidFill>
                  <a:schemeClr val="tx1"/>
                </a:solidFill>
                <a:effectLst/>
                <a:latin typeface="+mn-lt"/>
                <a:ea typeface="ＭＳ Ｐゴシック" charset="0"/>
                <a:cs typeface="ＭＳ Ｐゴシック" charset="0"/>
              </a:rPr>
              <a:t>”, “</a:t>
            </a:r>
            <a:r>
              <a:rPr lang="en-US" sz="1200" kern="1200" dirty="0" err="1">
                <a:solidFill>
                  <a:schemeClr val="tx1"/>
                </a:solidFill>
                <a:effectLst/>
                <a:latin typeface="+mn-lt"/>
                <a:ea typeface="ＭＳ Ｐゴシック" charset="0"/>
                <a:cs typeface="ＭＳ Ｐゴシック" charset="0"/>
              </a:rPr>
              <a:t>msync</a:t>
            </a:r>
            <a:r>
              <a:rPr lang="en-US" sz="1200" kern="1200" dirty="0">
                <a:solidFill>
                  <a:schemeClr val="tx1"/>
                </a:solidFill>
                <a:effectLst/>
                <a:latin typeface="+mn-lt"/>
                <a:ea typeface="ＭＳ Ｐゴシック" charset="0"/>
                <a:cs typeface="ＭＳ Ｐゴシック" charset="0"/>
              </a:rPr>
              <a:t>”, or “</a:t>
            </a:r>
            <a:r>
              <a:rPr lang="en-US" sz="1200" kern="1200" dirty="0" err="1">
                <a:solidFill>
                  <a:schemeClr val="tx1"/>
                </a:solidFill>
                <a:effectLst/>
                <a:latin typeface="+mn-lt"/>
                <a:ea typeface="ＭＳ Ｐゴシック" charset="0"/>
                <a:cs typeface="ＭＳ Ｐゴシック" charset="0"/>
              </a:rPr>
              <a:t>mremap</a:t>
            </a:r>
            <a:r>
              <a:rPr lang="en-US" sz="1200" kern="1200" dirty="0">
                <a:solidFill>
                  <a:schemeClr val="tx1"/>
                </a:solidFill>
                <a:effectLst/>
                <a:latin typeface="+mn-lt"/>
                <a:ea typeface="ＭＳ Ｐゴシック" charset="0"/>
                <a:cs typeface="ＭＳ Ｐゴシック" charset="0"/>
              </a:rPr>
              <a:t>”, which maps files into regions in virtual memory.</a:t>
            </a:r>
          </a:p>
          <a:p>
            <a:pPr lvl="1"/>
            <a:r>
              <a:rPr lang="en-US" sz="1200" kern="1200" dirty="0">
                <a:solidFill>
                  <a:schemeClr val="tx1"/>
                </a:solidFill>
                <a:effectLst/>
                <a:latin typeface="+mn-lt"/>
                <a:ea typeface="ＭＳ Ｐゴシック" charset="0"/>
                <a:cs typeface="ＭＳ Ｐゴシック" charset="0"/>
              </a:rPr>
              <a:t>- “</a:t>
            </a:r>
            <a:r>
              <a:rPr lang="en-US" sz="1200" kern="1200" dirty="0" err="1">
                <a:solidFill>
                  <a:schemeClr val="tx1"/>
                </a:solidFill>
                <a:effectLst/>
                <a:latin typeface="+mn-lt"/>
                <a:ea typeface="ＭＳ Ｐゴシック" charset="0"/>
                <a:cs typeface="ＭＳ Ｐゴシック" charset="0"/>
              </a:rPr>
              <a:t>mprotect</a:t>
            </a:r>
            <a:r>
              <a:rPr lang="en-US" sz="1200" kern="1200" dirty="0">
                <a:solidFill>
                  <a:schemeClr val="tx1"/>
                </a:solidFill>
                <a:effectLst/>
                <a:latin typeface="+mn-lt"/>
                <a:ea typeface="ＭＳ Ｐゴシック" charset="0"/>
                <a:cs typeface="ＭＳ Ｐゴシック" charset="0"/>
              </a:rPr>
              <a:t>”, which changes the protection on a region of virtual memory</a:t>
            </a:r>
          </a:p>
          <a:p>
            <a:pPr lvl="1"/>
            <a:r>
              <a:rPr lang="en-US" sz="1200" kern="1200" dirty="0">
                <a:solidFill>
                  <a:schemeClr val="tx1"/>
                </a:solidFill>
                <a:effectLst/>
                <a:latin typeface="+mn-lt"/>
                <a:ea typeface="ＭＳ Ｐゴシック" charset="0"/>
                <a:cs typeface="ＭＳ Ｐゴシック" charset="0"/>
              </a:rPr>
              <a:t>- “</a:t>
            </a:r>
            <a:r>
              <a:rPr lang="en-US" sz="1200" kern="1200" dirty="0" err="1">
                <a:solidFill>
                  <a:schemeClr val="tx1"/>
                </a:solidFill>
                <a:effectLst/>
                <a:latin typeface="+mn-lt"/>
                <a:ea typeface="ＭＳ Ｐゴシック" charset="0"/>
                <a:cs typeface="ＭＳ Ｐゴシック" charset="0"/>
              </a:rPr>
              <a:t>mlock</a:t>
            </a:r>
            <a:r>
              <a:rPr lang="en-US" sz="1200" kern="1200" dirty="0">
                <a:solidFill>
                  <a:schemeClr val="tx1"/>
                </a:solidFill>
                <a:effectLst/>
                <a:latin typeface="+mn-lt"/>
                <a:ea typeface="ＭＳ Ｐゴシック" charset="0"/>
                <a:cs typeface="ＭＳ Ｐゴシック" charset="0"/>
              </a:rPr>
              <a:t>”, “</a:t>
            </a:r>
            <a:r>
              <a:rPr lang="en-US" sz="1200" kern="1200" dirty="0" err="1">
                <a:solidFill>
                  <a:schemeClr val="tx1"/>
                </a:solidFill>
                <a:effectLst/>
                <a:latin typeface="+mn-lt"/>
                <a:ea typeface="ＭＳ Ｐゴシック" charset="0"/>
                <a:cs typeface="ＭＳ Ｐゴシック" charset="0"/>
              </a:rPr>
              <a:t>mlockall</a:t>
            </a:r>
            <a:r>
              <a:rPr lang="en-US" sz="1200" kern="1200" dirty="0">
                <a:solidFill>
                  <a:schemeClr val="tx1"/>
                </a:solidFill>
                <a:effectLst/>
                <a:latin typeface="+mn-lt"/>
                <a:ea typeface="ＭＳ Ｐゴシック" charset="0"/>
                <a:cs typeface="ＭＳ Ｐゴシック" charset="0"/>
              </a:rPr>
              <a:t>”, “</a:t>
            </a:r>
            <a:r>
              <a:rPr lang="en-US" sz="1200" kern="1200" dirty="0" err="1">
                <a:solidFill>
                  <a:schemeClr val="tx1"/>
                </a:solidFill>
                <a:effectLst/>
                <a:latin typeface="+mn-lt"/>
                <a:ea typeface="ＭＳ Ｐゴシック" charset="0"/>
                <a:cs typeface="ＭＳ Ｐゴシック" charset="0"/>
              </a:rPr>
              <a:t>munlock</a:t>
            </a:r>
            <a:r>
              <a:rPr lang="en-US" sz="1200" kern="1200" dirty="0">
                <a:solidFill>
                  <a:schemeClr val="tx1"/>
                </a:solidFill>
                <a:effectLst/>
                <a:latin typeface="+mn-lt"/>
                <a:ea typeface="ＭＳ Ｐゴシック" charset="0"/>
                <a:cs typeface="ＭＳ Ｐゴシック" charset="0"/>
              </a:rPr>
              <a:t>”, or “</a:t>
            </a:r>
            <a:r>
              <a:rPr lang="en-US" sz="1200" kern="1200" dirty="0" err="1">
                <a:solidFill>
                  <a:schemeClr val="tx1"/>
                </a:solidFill>
                <a:effectLst/>
                <a:latin typeface="+mn-lt"/>
                <a:ea typeface="ＭＳ Ｐゴシック" charset="0"/>
                <a:cs typeface="ＭＳ Ｐゴシック" charset="0"/>
              </a:rPr>
              <a:t>munlockall</a:t>
            </a:r>
            <a:r>
              <a:rPr lang="en-US" sz="1200" kern="1200" dirty="0">
                <a:solidFill>
                  <a:schemeClr val="tx1"/>
                </a:solidFill>
                <a:effectLst/>
                <a:latin typeface="+mn-lt"/>
                <a:ea typeface="ＭＳ Ｐゴシック" charset="0"/>
                <a:cs typeface="ＭＳ Ｐゴシック" charset="0"/>
              </a:rPr>
              <a:t>”, which are super user routines to prevent memory being swapped</a:t>
            </a:r>
          </a:p>
          <a:p>
            <a:pPr lvl="1"/>
            <a:r>
              <a:rPr lang="en-US" sz="1200" kern="1200" dirty="0">
                <a:solidFill>
                  <a:schemeClr val="tx1"/>
                </a:solidFill>
                <a:effectLst/>
                <a:latin typeface="+mn-lt"/>
                <a:ea typeface="ＭＳ Ｐゴシック" charset="0"/>
                <a:cs typeface="ＭＳ Ｐゴシック" charset="0"/>
              </a:rPr>
              <a:t>- “</a:t>
            </a:r>
            <a:r>
              <a:rPr lang="en-US" sz="1200" kern="1200" dirty="0" err="1">
                <a:solidFill>
                  <a:schemeClr val="tx1"/>
                </a:solidFill>
                <a:effectLst/>
                <a:latin typeface="+mn-lt"/>
                <a:ea typeface="ＭＳ Ｐゴシック" charset="0"/>
                <a:cs typeface="ＭＳ Ｐゴシック" charset="0"/>
              </a:rPr>
              <a:t>swapon</a:t>
            </a:r>
            <a:r>
              <a:rPr lang="en-US" sz="1200" kern="1200" dirty="0">
                <a:solidFill>
                  <a:schemeClr val="tx1"/>
                </a:solidFill>
                <a:effectLst/>
                <a:latin typeface="+mn-lt"/>
                <a:ea typeface="ＭＳ Ｐゴシック" charset="0"/>
                <a:cs typeface="ＭＳ Ｐゴシック" charset="0"/>
              </a:rPr>
              <a:t>” or “</a:t>
            </a:r>
            <a:r>
              <a:rPr lang="en-US" sz="1200" kern="1200" dirty="0" err="1">
                <a:solidFill>
                  <a:schemeClr val="tx1"/>
                </a:solidFill>
                <a:effectLst/>
                <a:latin typeface="+mn-lt"/>
                <a:ea typeface="ＭＳ Ｐゴシック" charset="0"/>
                <a:cs typeface="ＭＳ Ｐゴシック" charset="0"/>
              </a:rPr>
              <a:t>swapoff</a:t>
            </a:r>
            <a:r>
              <a:rPr lang="en-US" sz="1200" kern="1200" dirty="0">
                <a:solidFill>
                  <a:schemeClr val="tx1"/>
                </a:solidFill>
                <a:effectLst/>
                <a:latin typeface="+mn-lt"/>
                <a:ea typeface="ＭＳ Ｐゴシック" charset="0"/>
                <a:cs typeface="ＭＳ Ｐゴシック" charset="0"/>
              </a:rPr>
              <a:t>”, which are super user routines to add and remove swap files for the system</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18</a:t>
            </a:fld>
            <a:endParaRPr lang="en-US" altLang="en-US"/>
          </a:p>
        </p:txBody>
      </p:sp>
    </p:spTree>
    <p:extLst>
      <p:ext uri="{BB962C8B-B14F-4D97-AF65-F5344CB8AC3E}">
        <p14:creationId xmlns:p14="http://schemas.microsoft.com/office/powerpoint/2010/main" val="28007711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Regarding the architecture of the memory manager, it can be broken into smaller components or functionalities. </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The first part of the memory manager is the system call interface, which provides memory manager services to the user space as previously seen.</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The next part of the memory manager is memory-mapped files. This implements the functionality of memory file mapping algorithms.</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a:cs typeface="Calibri"/>
              </a:rPr>
              <a:t>The core memory manager is responsible for implementing memory allocation algorithms.</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The memory manager also controls the paging file access through “</a:t>
            </a:r>
            <a:r>
              <a:rPr lang="en-US" sz="1200" kern="1200" dirty="0" err="1">
                <a:solidFill>
                  <a:schemeClr val="tx1"/>
                </a:solidFill>
                <a:effectLst/>
                <a:latin typeface="+mn-lt"/>
                <a:ea typeface="ＭＳ Ｐゴシック" charset="0"/>
                <a:cs typeface="ＭＳ Ｐゴシック" charset="0"/>
              </a:rPr>
              <a:t>Swapfile</a:t>
            </a:r>
            <a:r>
              <a:rPr lang="en-US" sz="1200" kern="1200" dirty="0">
                <a:solidFill>
                  <a:schemeClr val="tx1"/>
                </a:solidFill>
                <a:effectLst/>
                <a:latin typeface="+mn-lt"/>
                <a:ea typeface="ＭＳ Ｐゴシック" charset="0"/>
                <a:cs typeface="ＭＳ Ｐゴシック" charset="0"/>
              </a:rPr>
              <a:t> Access”.</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a:cs typeface="Calibri"/>
              </a:rPr>
              <a:t>Finally, architecture-specific modules handle hardware-specific operations related to memory management, for example, access to the MMU.</a:t>
            </a:r>
          </a:p>
          <a:p>
            <a:endParaRPr lang="en-IN"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19</a:t>
            </a:fld>
            <a:endParaRPr lang="en-US" altLang="en-US"/>
          </a:p>
        </p:txBody>
      </p:sp>
    </p:spTree>
    <p:extLst>
      <p:ext uri="{BB962C8B-B14F-4D97-AF65-F5344CB8AC3E}">
        <p14:creationId xmlns:p14="http://schemas.microsoft.com/office/powerpoint/2010/main" val="39682955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a:cs typeface="Calibri"/>
              </a:rPr>
              <a:t>The next component of the overall kernel, the </a:t>
            </a:r>
            <a:r>
              <a:rPr lang="en-US" dirty="0">
                <a:ea typeface="ＭＳ Ｐゴシック"/>
                <a:cs typeface="Calibri"/>
              </a:rPr>
              <a:t>Virtual</a:t>
            </a:r>
            <a:r>
              <a:rPr lang="en-US" sz="1200" kern="1200" dirty="0">
                <a:solidFill>
                  <a:schemeClr val="tx1"/>
                </a:solidFill>
                <a:effectLst/>
                <a:latin typeface="+mn-lt"/>
                <a:ea typeface="ＭＳ Ｐゴシック"/>
                <a:cs typeface="Calibri"/>
              </a:rPr>
              <a:t> </a:t>
            </a:r>
            <a:r>
              <a:rPr lang="en-US" dirty="0">
                <a:ea typeface="ＭＳ Ｐゴシック"/>
                <a:cs typeface="Calibri"/>
              </a:rPr>
              <a:t>File</a:t>
            </a:r>
            <a:r>
              <a:rPr lang="en-US" sz="1200" kern="1200" dirty="0">
                <a:solidFill>
                  <a:schemeClr val="tx1"/>
                </a:solidFill>
                <a:effectLst/>
                <a:latin typeface="+mn-lt"/>
                <a:ea typeface="ＭＳ Ｐゴシック"/>
                <a:cs typeface="Calibri"/>
              </a:rPr>
              <a:t> </a:t>
            </a:r>
            <a:r>
              <a:rPr lang="en-US" dirty="0">
                <a:ea typeface="ＭＳ Ｐゴシック"/>
                <a:cs typeface="Calibri"/>
              </a:rPr>
              <a:t>System (VFS),</a:t>
            </a:r>
            <a:r>
              <a:rPr lang="en-US" sz="1200" kern="1200" dirty="0">
                <a:solidFill>
                  <a:schemeClr val="tx1"/>
                </a:solidFill>
                <a:effectLst/>
                <a:latin typeface="+mn-lt"/>
                <a:ea typeface="ＭＳ Ｐゴシック"/>
                <a:cs typeface="Calibri"/>
              </a:rPr>
              <a:t> is responsible for handling a variety of tasks.</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It provides uniform access to hardware devices and supports multiple logical file systems.</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It also supports multiple executable file formats such as </a:t>
            </a:r>
            <a:r>
              <a:rPr lang="en-US" sz="1200" kern="1200" dirty="0" err="1">
                <a:solidFill>
                  <a:schemeClr val="tx1"/>
                </a:solidFill>
                <a:effectLst/>
                <a:latin typeface="+mn-lt"/>
                <a:ea typeface="ＭＳ Ｐゴシック" charset="0"/>
                <a:cs typeface="ＭＳ Ｐゴシック" charset="0"/>
              </a:rPr>
              <a:t>a.out</a:t>
            </a:r>
            <a:r>
              <a:rPr lang="en-US" sz="1200" kern="1200" dirty="0">
                <a:solidFill>
                  <a:schemeClr val="tx1"/>
                </a:solidFill>
                <a:effectLst/>
                <a:latin typeface="+mn-lt"/>
                <a:ea typeface="ＭＳ Ｐゴシック" charset="0"/>
                <a:cs typeface="ＭＳ Ｐゴシック" charset="0"/>
              </a:rPr>
              <a:t> and ELF.</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Furthermore, it presents a common interface to all of the logical file systems and all the hardware devices.</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20</a:t>
            </a:fld>
            <a:endParaRPr lang="en-US" altLang="en-US"/>
          </a:p>
        </p:txBody>
      </p:sp>
    </p:spTree>
    <p:extLst>
      <p:ext uri="{BB962C8B-B14F-4D97-AF65-F5344CB8AC3E}">
        <p14:creationId xmlns:p14="http://schemas.microsoft.com/office/powerpoint/2010/main" val="31578951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sz="1200" kern="1200" dirty="0">
                <a:solidFill>
                  <a:schemeClr val="tx1"/>
                </a:solidFill>
                <a:effectLst/>
                <a:latin typeface="+mn-lt"/>
                <a:ea typeface="ＭＳ Ｐゴシック"/>
                <a:cs typeface="Calibri"/>
              </a:rPr>
              <a:t>Another responsibility </a:t>
            </a:r>
            <a:r>
              <a:rPr lang="en-US" dirty="0">
                <a:ea typeface="ＭＳ Ｐゴシック"/>
                <a:cs typeface="Calibri"/>
              </a:rPr>
              <a:t>of the Virtual File System (VFS) </a:t>
            </a:r>
            <a:r>
              <a:rPr lang="en-US" sz="1200" kern="1200" dirty="0">
                <a:solidFill>
                  <a:schemeClr val="tx1"/>
                </a:solidFill>
                <a:effectLst/>
                <a:latin typeface="+mn-lt"/>
                <a:ea typeface="ＭＳ Ｐゴシック"/>
                <a:cs typeface="Calibri"/>
              </a:rPr>
              <a:t>is to provide high-speed access to files to ensure high performance. It</a:t>
            </a:r>
            <a:r>
              <a:rPr lang="en-US" dirty="0">
                <a:ea typeface="ＭＳ Ｐゴシック"/>
                <a:cs typeface="Calibri"/>
              </a:rPr>
              <a:t> </a:t>
            </a:r>
            <a:r>
              <a:rPr lang="en-US" sz="1200" kern="1200" dirty="0">
                <a:solidFill>
                  <a:schemeClr val="tx1"/>
                </a:solidFill>
                <a:effectLst/>
                <a:latin typeface="+mn-lt"/>
                <a:ea typeface="ＭＳ Ｐゴシック"/>
                <a:cs typeface="Calibri"/>
              </a:rPr>
              <a:t>enforces policies to not lose or corrupt data to ensure safety and integrity. Finally, </a:t>
            </a:r>
            <a:r>
              <a:rPr lang="en-US" dirty="0">
                <a:ea typeface="ＭＳ Ｐゴシック"/>
                <a:cs typeface="Calibri"/>
              </a:rPr>
              <a:t>the VFS enforces</a:t>
            </a:r>
            <a:r>
              <a:rPr lang="en-US" sz="1200" kern="1200" dirty="0">
                <a:solidFill>
                  <a:schemeClr val="tx1"/>
                </a:solidFill>
                <a:effectLst/>
                <a:latin typeface="+mn-lt"/>
                <a:ea typeface="ＭＳ Ｐゴシック"/>
                <a:cs typeface="Calibri"/>
              </a:rPr>
              <a:t> policies to grant access to files only to allowed users and it restricts user total file size with quotas.</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21</a:t>
            </a:fld>
            <a:endParaRPr lang="en-US" altLang="en-US"/>
          </a:p>
        </p:txBody>
      </p:sp>
    </p:spTree>
    <p:extLst>
      <p:ext uri="{BB962C8B-B14F-4D97-AF65-F5344CB8AC3E}">
        <p14:creationId xmlns:p14="http://schemas.microsoft.com/office/powerpoint/2010/main" val="39445373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ＭＳ Ｐゴシック"/>
                <a:cs typeface="Calibri"/>
              </a:rPr>
              <a:t>The external interfaces for the </a:t>
            </a:r>
            <a:r>
              <a:rPr lang="en-US" dirty="0">
                <a:ea typeface="ＭＳ Ｐゴシック"/>
                <a:cs typeface="Calibri"/>
              </a:rPr>
              <a:t>Virtual</a:t>
            </a:r>
            <a:r>
              <a:rPr lang="en-US" sz="1200" kern="1200" dirty="0">
                <a:solidFill>
                  <a:schemeClr val="tx1"/>
                </a:solidFill>
                <a:effectLst/>
                <a:latin typeface="+mn-lt"/>
                <a:ea typeface="ＭＳ Ｐゴシック"/>
                <a:cs typeface="Calibri"/>
              </a:rPr>
              <a:t> </a:t>
            </a:r>
            <a:r>
              <a:rPr lang="en-US" dirty="0">
                <a:ea typeface="ＭＳ Ｐゴシック"/>
                <a:cs typeface="Calibri"/>
              </a:rPr>
              <a:t>File</a:t>
            </a:r>
            <a:r>
              <a:rPr lang="en-US" sz="1200" kern="1200" dirty="0">
                <a:solidFill>
                  <a:schemeClr val="tx1"/>
                </a:solidFill>
                <a:effectLst/>
                <a:latin typeface="+mn-lt"/>
                <a:ea typeface="ＭＳ Ｐゴシック"/>
                <a:cs typeface="Calibri"/>
              </a:rPr>
              <a:t> </a:t>
            </a:r>
            <a:r>
              <a:rPr lang="en-US" dirty="0">
                <a:ea typeface="ＭＳ Ｐゴシック"/>
                <a:cs typeface="Calibri"/>
              </a:rPr>
              <a:t>System</a:t>
            </a:r>
            <a:r>
              <a:rPr lang="en-US" sz="1200" kern="1200" dirty="0">
                <a:solidFill>
                  <a:schemeClr val="tx1"/>
                </a:solidFill>
                <a:effectLst/>
                <a:latin typeface="+mn-lt"/>
                <a:ea typeface="ＭＳ Ｐゴシック"/>
                <a:cs typeface="Calibri"/>
              </a:rPr>
              <a:t> are the system call interface and the intra-kernel interface. The system call interface is based on normal operations on files from the POSIX standard</a:t>
            </a:r>
            <a:r>
              <a:rPr lang="en-US" dirty="0">
                <a:ea typeface="ＭＳ Ｐゴシック"/>
                <a:cs typeface="Calibri"/>
              </a:rPr>
              <a:t>,</a:t>
            </a:r>
            <a:r>
              <a:rPr lang="en-US" sz="1200" kern="1200" dirty="0">
                <a:solidFill>
                  <a:schemeClr val="tx1"/>
                </a:solidFill>
                <a:effectLst/>
                <a:latin typeface="+mn-lt"/>
                <a:ea typeface="ＭＳ Ｐゴシック"/>
                <a:cs typeface="Calibri"/>
              </a:rPr>
              <a:t> </a:t>
            </a:r>
            <a:r>
              <a:rPr lang="en-US" dirty="0">
                <a:ea typeface="ＭＳ Ｐゴシック"/>
                <a:cs typeface="Calibri"/>
              </a:rPr>
              <a:t>including</a:t>
            </a:r>
            <a:r>
              <a:rPr lang="en-US" sz="1200" kern="1200" dirty="0">
                <a:solidFill>
                  <a:schemeClr val="tx1"/>
                </a:solidFill>
                <a:effectLst/>
                <a:latin typeface="+mn-lt"/>
                <a:ea typeface="ＭＳ Ｐゴシック"/>
                <a:cs typeface="Calibri"/>
              </a:rPr>
              <a:t> open, close, read, and write. The intra-kernel interface is based on an </a:t>
            </a:r>
            <a:r>
              <a:rPr lang="en-US" sz="1200" kern="1200" dirty="0" err="1">
                <a:solidFill>
                  <a:schemeClr val="tx1"/>
                </a:solidFill>
                <a:effectLst/>
                <a:latin typeface="+mn-lt"/>
                <a:ea typeface="ＭＳ Ｐゴシック"/>
                <a:cs typeface="Calibri"/>
              </a:rPr>
              <a:t>inode</a:t>
            </a:r>
            <a:r>
              <a:rPr lang="en-US" sz="1200" kern="1200" dirty="0">
                <a:solidFill>
                  <a:schemeClr val="tx1"/>
                </a:solidFill>
                <a:effectLst/>
                <a:latin typeface="+mn-lt"/>
                <a:ea typeface="ＭＳ Ｐゴシック"/>
                <a:cs typeface="Calibri"/>
              </a:rPr>
              <a:t> interface and a file interface.</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22</a:t>
            </a:fld>
            <a:endParaRPr lang="en-US" altLang="en-US"/>
          </a:p>
        </p:txBody>
      </p:sp>
    </p:spTree>
    <p:extLst>
      <p:ext uri="{BB962C8B-B14F-4D97-AF65-F5344CB8AC3E}">
        <p14:creationId xmlns:p14="http://schemas.microsoft.com/office/powerpoint/2010/main" val="4554394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a:cs typeface="Calibri"/>
              </a:rPr>
              <a:t>An </a:t>
            </a:r>
            <a:r>
              <a:rPr lang="en-US" sz="1200" kern="1200" dirty="0" err="1">
                <a:solidFill>
                  <a:schemeClr val="tx1"/>
                </a:solidFill>
                <a:effectLst/>
                <a:latin typeface="+mn-lt"/>
                <a:ea typeface="ＭＳ Ｐゴシック"/>
                <a:cs typeface="Calibri"/>
              </a:rPr>
              <a:t>inode</a:t>
            </a:r>
            <a:r>
              <a:rPr lang="en-US" sz="1200" kern="1200" dirty="0">
                <a:solidFill>
                  <a:schemeClr val="tx1"/>
                </a:solidFill>
                <a:effectLst/>
                <a:latin typeface="+mn-lt"/>
                <a:ea typeface="ＭＳ Ｐゴシック"/>
                <a:cs typeface="Calibri"/>
              </a:rPr>
              <a:t> is a data structure </a:t>
            </a:r>
            <a:r>
              <a:rPr lang="en-US" dirty="0">
                <a:ea typeface="ＭＳ Ｐゴシック"/>
                <a:cs typeface="Calibri"/>
              </a:rPr>
              <a:t>that</a:t>
            </a:r>
            <a:r>
              <a:rPr lang="en-US" sz="1200" kern="1200" dirty="0">
                <a:solidFill>
                  <a:schemeClr val="tx1"/>
                </a:solidFill>
                <a:effectLst/>
                <a:latin typeface="+mn-lt"/>
                <a:ea typeface="ＭＳ Ｐゴシック"/>
                <a:cs typeface="Calibri"/>
              </a:rPr>
              <a:t> stores all the information about a file</a:t>
            </a:r>
            <a:r>
              <a:rPr lang="en-US" dirty="0">
                <a:ea typeface="ＭＳ Ｐゴシック"/>
                <a:cs typeface="Calibri"/>
              </a:rPr>
              <a:t>,</a:t>
            </a:r>
            <a:r>
              <a:rPr lang="en-US" sz="1200" kern="1200" dirty="0">
                <a:solidFill>
                  <a:schemeClr val="tx1"/>
                </a:solidFill>
                <a:effectLst/>
                <a:latin typeface="+mn-lt"/>
                <a:ea typeface="ＭＳ Ｐゴシック"/>
                <a:cs typeface="Calibri"/>
              </a:rPr>
              <a:t> except </a:t>
            </a:r>
            <a:r>
              <a:rPr lang="en-US" dirty="0">
                <a:ea typeface="ＭＳ Ｐゴシック"/>
                <a:cs typeface="Calibri"/>
              </a:rPr>
              <a:t>for </a:t>
            </a:r>
            <a:r>
              <a:rPr lang="en-US" sz="1200" kern="1200" dirty="0">
                <a:solidFill>
                  <a:schemeClr val="tx1"/>
                </a:solidFill>
                <a:effectLst/>
                <a:latin typeface="+mn-lt"/>
                <a:ea typeface="ＭＳ Ｐゴシック"/>
                <a:cs typeface="Calibri"/>
              </a:rPr>
              <a:t>its name and the data it contains.</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When a file is created, it is assigned a name and unique </a:t>
            </a:r>
            <a:r>
              <a:rPr lang="en-US" sz="1200" kern="1200" dirty="0" err="1">
                <a:solidFill>
                  <a:schemeClr val="tx1"/>
                </a:solidFill>
                <a:effectLst/>
                <a:latin typeface="+mn-lt"/>
                <a:ea typeface="ＭＳ Ｐゴシック" charset="0"/>
                <a:cs typeface="ＭＳ Ｐゴシック" charset="0"/>
              </a:rPr>
              <a:t>inode</a:t>
            </a:r>
            <a:r>
              <a:rPr lang="en-US" sz="1200" kern="1200" dirty="0">
                <a:solidFill>
                  <a:schemeClr val="tx1"/>
                </a:solidFill>
                <a:effectLst/>
                <a:latin typeface="+mn-lt"/>
                <a:ea typeface="ＭＳ Ｐゴシック" charset="0"/>
                <a:cs typeface="ＭＳ Ｐゴシック" charset="0"/>
              </a:rPr>
              <a:t> number.</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When a file is accessed, the unique </a:t>
            </a:r>
            <a:r>
              <a:rPr lang="en-US" sz="1200" kern="1200" dirty="0" err="1">
                <a:solidFill>
                  <a:schemeClr val="tx1"/>
                </a:solidFill>
                <a:effectLst/>
                <a:latin typeface="+mn-lt"/>
                <a:ea typeface="ＭＳ Ｐゴシック" charset="0"/>
                <a:cs typeface="ＭＳ Ｐゴシック" charset="0"/>
              </a:rPr>
              <a:t>inode</a:t>
            </a:r>
            <a:r>
              <a:rPr lang="en-US" sz="1200" kern="1200" dirty="0">
                <a:solidFill>
                  <a:schemeClr val="tx1"/>
                </a:solidFill>
                <a:effectLst/>
                <a:latin typeface="+mn-lt"/>
                <a:ea typeface="ＭＳ Ｐゴシック" charset="0"/>
                <a:cs typeface="ＭＳ Ｐゴシック" charset="0"/>
              </a:rPr>
              <a:t> number is used for accessing the data structure containing the information about the file that is being accessed.</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23</a:t>
            </a:fld>
            <a:endParaRPr lang="en-US" altLang="en-US"/>
          </a:p>
        </p:txBody>
      </p:sp>
    </p:spTree>
    <p:extLst>
      <p:ext uri="{BB962C8B-B14F-4D97-AF65-F5344CB8AC3E}">
        <p14:creationId xmlns:p14="http://schemas.microsoft.com/office/powerpoint/2010/main" val="37978062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a:cs typeface="Calibri"/>
              </a:rPr>
              <a:t>The </a:t>
            </a:r>
            <a:r>
              <a:rPr lang="en-US" sz="1200" kern="1200" dirty="0" err="1">
                <a:solidFill>
                  <a:schemeClr val="tx1"/>
                </a:solidFill>
                <a:effectLst/>
                <a:latin typeface="+mn-lt"/>
                <a:ea typeface="ＭＳ Ｐゴシック"/>
                <a:cs typeface="Calibri"/>
              </a:rPr>
              <a:t>inode</a:t>
            </a:r>
            <a:r>
              <a:rPr lang="en-US" sz="1200" kern="1200" dirty="0">
                <a:solidFill>
                  <a:schemeClr val="tx1"/>
                </a:solidFill>
                <a:effectLst/>
                <a:latin typeface="+mn-lt"/>
                <a:ea typeface="ＭＳ Ｐゴシック"/>
                <a:cs typeface="Calibri"/>
              </a:rPr>
              <a:t> interface referenced </a:t>
            </a:r>
            <a:r>
              <a:rPr lang="en-US" dirty="0">
                <a:ea typeface="ＭＳ Ｐゴシック"/>
                <a:cs typeface="Calibri"/>
              </a:rPr>
              <a:t>earlier provides</a:t>
            </a:r>
            <a:r>
              <a:rPr lang="en-US" sz="1200" kern="1200" dirty="0">
                <a:solidFill>
                  <a:schemeClr val="tx1"/>
                </a:solidFill>
                <a:effectLst/>
                <a:latin typeface="+mn-lt"/>
                <a:ea typeface="ＭＳ Ｐゴシック"/>
                <a:cs typeface="Calibri"/>
              </a:rPr>
              <a:t> a </a:t>
            </a:r>
            <a:r>
              <a:rPr lang="en-US" dirty="0">
                <a:ea typeface="ＭＳ Ｐゴシック"/>
                <a:cs typeface="Calibri"/>
              </a:rPr>
              <a:t>wide range </a:t>
            </a:r>
            <a:r>
              <a:rPr lang="en-US" sz="1200" kern="1200" dirty="0">
                <a:solidFill>
                  <a:schemeClr val="tx1"/>
                </a:solidFill>
                <a:effectLst/>
                <a:latin typeface="+mn-lt"/>
                <a:ea typeface="ＭＳ Ｐゴシック"/>
                <a:cs typeface="Calibri"/>
              </a:rPr>
              <a:t>of functionality</a:t>
            </a:r>
            <a:r>
              <a:rPr lang="en-US" dirty="0">
                <a:ea typeface="ＭＳ Ｐゴシック"/>
                <a:cs typeface="Calibri"/>
              </a:rPr>
              <a:t>,</a:t>
            </a:r>
            <a:r>
              <a:rPr lang="en-US" sz="1200" kern="1200" dirty="0">
                <a:solidFill>
                  <a:schemeClr val="tx1"/>
                </a:solidFill>
                <a:effectLst/>
                <a:latin typeface="+mn-lt"/>
                <a:ea typeface="ＭＳ Ｐゴシック"/>
                <a:cs typeface="Calibri"/>
              </a:rPr>
              <a:t> </a:t>
            </a:r>
            <a:r>
              <a:rPr lang="en-US" dirty="0">
                <a:ea typeface="ＭＳ Ｐゴシック"/>
                <a:cs typeface="Calibri"/>
              </a:rPr>
              <a:t>including:</a:t>
            </a:r>
            <a:endParaRPr lang="en-US" sz="1200" kern="1200" dirty="0">
              <a:solidFill>
                <a:schemeClr val="tx1"/>
              </a:solidFill>
              <a:effectLst/>
              <a:latin typeface="+mn-lt"/>
              <a:ea typeface="ＭＳ Ｐゴシック"/>
              <a:cs typeface="Calibri"/>
            </a:endParaRPr>
          </a:p>
          <a:p>
            <a:pPr lvl="1"/>
            <a:r>
              <a:rPr lang="en-US" sz="1200" kern="1200" dirty="0">
                <a:solidFill>
                  <a:schemeClr val="tx1"/>
                </a:solidFill>
                <a:effectLst/>
                <a:latin typeface="+mn-lt"/>
                <a:ea typeface="ＭＳ Ｐゴシック" charset="0"/>
                <a:cs typeface="ＭＳ Ｐゴシック" charset="0"/>
              </a:rPr>
              <a:t>- “create”, which creates a file in a directory</a:t>
            </a:r>
          </a:p>
          <a:p>
            <a:pPr lvl="1"/>
            <a:r>
              <a:rPr lang="en-US" sz="1200" kern="1200" dirty="0">
                <a:solidFill>
                  <a:schemeClr val="tx1"/>
                </a:solidFill>
                <a:effectLst/>
                <a:latin typeface="+mn-lt"/>
                <a:ea typeface="ＭＳ Ｐゴシック" charset="0"/>
                <a:cs typeface="ＭＳ Ｐゴシック" charset="0"/>
              </a:rPr>
              <a:t>- “lookup”, which finds a file by name within a directory</a:t>
            </a:r>
          </a:p>
          <a:p>
            <a:pPr lvl="1"/>
            <a:r>
              <a:rPr lang="en-US" sz="1200" kern="1200" dirty="0">
                <a:solidFill>
                  <a:schemeClr val="tx1"/>
                </a:solidFill>
                <a:effectLst/>
                <a:latin typeface="+mn-lt"/>
                <a:ea typeface="ＭＳ Ｐゴシック" charset="0"/>
                <a:cs typeface="ＭＳ Ｐゴシック" charset="0"/>
              </a:rPr>
              <a:t>- “link”, “</a:t>
            </a:r>
            <a:r>
              <a:rPr lang="en-US" sz="1200" kern="1200" dirty="0" err="1">
                <a:solidFill>
                  <a:schemeClr val="tx1"/>
                </a:solidFill>
                <a:effectLst/>
                <a:latin typeface="+mn-lt"/>
                <a:ea typeface="ＭＳ Ｐゴシック" charset="0"/>
                <a:cs typeface="ＭＳ Ｐゴシック" charset="0"/>
              </a:rPr>
              <a:t>symlink</a:t>
            </a:r>
            <a:r>
              <a:rPr lang="en-US" sz="1200" kern="1200" dirty="0">
                <a:solidFill>
                  <a:schemeClr val="tx1"/>
                </a:solidFill>
                <a:effectLst/>
                <a:latin typeface="+mn-lt"/>
                <a:ea typeface="ＭＳ Ｐゴシック" charset="0"/>
                <a:cs typeface="ＭＳ Ｐゴシック" charset="0"/>
              </a:rPr>
              <a:t>”, “unlink”, “</a:t>
            </a:r>
            <a:r>
              <a:rPr lang="en-US" sz="1200" kern="1200" dirty="0" err="1">
                <a:solidFill>
                  <a:schemeClr val="tx1"/>
                </a:solidFill>
                <a:effectLst/>
                <a:latin typeface="+mn-lt"/>
                <a:ea typeface="ＭＳ Ｐゴシック" charset="0"/>
                <a:cs typeface="ＭＳ Ｐゴシック" charset="0"/>
              </a:rPr>
              <a:t>readlink</a:t>
            </a:r>
            <a:r>
              <a:rPr lang="en-US" sz="1200" kern="1200" dirty="0">
                <a:solidFill>
                  <a:schemeClr val="tx1"/>
                </a:solidFill>
                <a:effectLst/>
                <a:latin typeface="+mn-lt"/>
                <a:ea typeface="ＭＳ Ｐゴシック" charset="0"/>
                <a:cs typeface="ＭＳ Ｐゴシック" charset="0"/>
              </a:rPr>
              <a:t>”, or “follow link”, which manages file system links</a:t>
            </a:r>
          </a:p>
          <a:p>
            <a:pPr lvl="1"/>
            <a:r>
              <a:rPr lang="en-US" sz="1200" kern="1200" dirty="0">
                <a:solidFill>
                  <a:schemeClr val="tx1"/>
                </a:solidFill>
                <a:effectLst/>
                <a:latin typeface="+mn-lt"/>
                <a:ea typeface="ＭＳ Ｐゴシック" charset="0"/>
                <a:cs typeface="ＭＳ Ｐゴシック" charset="0"/>
              </a:rPr>
              <a:t>- “</a:t>
            </a:r>
            <a:r>
              <a:rPr lang="en-US" sz="1200" kern="1200" dirty="0" err="1">
                <a:solidFill>
                  <a:schemeClr val="tx1"/>
                </a:solidFill>
                <a:effectLst/>
                <a:latin typeface="+mn-lt"/>
                <a:ea typeface="ＭＳ Ｐゴシック" charset="0"/>
                <a:cs typeface="ＭＳ Ｐゴシック" charset="0"/>
              </a:rPr>
              <a:t>mkdir</a:t>
            </a:r>
            <a:r>
              <a:rPr lang="en-US" sz="1200" kern="1200" dirty="0">
                <a:solidFill>
                  <a:schemeClr val="tx1"/>
                </a:solidFill>
                <a:effectLst/>
                <a:latin typeface="+mn-lt"/>
                <a:ea typeface="ＭＳ Ｐゴシック" charset="0"/>
                <a:cs typeface="ＭＳ Ｐゴシック" charset="0"/>
              </a:rPr>
              <a:t>” or “</a:t>
            </a:r>
            <a:r>
              <a:rPr lang="en-US" sz="1200" kern="1200" dirty="0" err="1">
                <a:solidFill>
                  <a:schemeClr val="tx1"/>
                </a:solidFill>
                <a:effectLst/>
                <a:latin typeface="+mn-lt"/>
                <a:ea typeface="ＭＳ Ｐゴシック" charset="0"/>
                <a:cs typeface="ＭＳ Ｐゴシック" charset="0"/>
              </a:rPr>
              <a:t>rmdir</a:t>
            </a:r>
            <a:r>
              <a:rPr lang="en-US" sz="1200" kern="1200" dirty="0">
                <a:solidFill>
                  <a:schemeClr val="tx1"/>
                </a:solidFill>
                <a:effectLst/>
                <a:latin typeface="+mn-lt"/>
                <a:ea typeface="ＭＳ Ｐゴシック" charset="0"/>
                <a:cs typeface="ＭＳ Ｐゴシック" charset="0"/>
              </a:rPr>
              <a:t>”, which creates or removes a sub-directory</a:t>
            </a:r>
          </a:p>
          <a:p>
            <a:pPr lvl="1"/>
            <a:r>
              <a:rPr lang="en-US" sz="1200" kern="1200" dirty="0">
                <a:solidFill>
                  <a:schemeClr val="tx1"/>
                </a:solidFill>
                <a:effectLst/>
                <a:latin typeface="+mn-lt"/>
                <a:ea typeface="ＭＳ Ｐゴシック" charset="0"/>
                <a:cs typeface="ＭＳ Ｐゴシック" charset="0"/>
              </a:rPr>
              <a:t>- “</a:t>
            </a:r>
            <a:r>
              <a:rPr lang="en-US" sz="1200" kern="1200" dirty="0" err="1">
                <a:solidFill>
                  <a:schemeClr val="tx1"/>
                </a:solidFill>
                <a:effectLst/>
                <a:latin typeface="+mn-lt"/>
                <a:ea typeface="ＭＳ Ｐゴシック" charset="0"/>
                <a:cs typeface="ＭＳ Ｐゴシック" charset="0"/>
              </a:rPr>
              <a:t>mknod</a:t>
            </a:r>
            <a:r>
              <a:rPr lang="en-US" sz="1200" kern="1200" dirty="0">
                <a:solidFill>
                  <a:schemeClr val="tx1"/>
                </a:solidFill>
                <a:effectLst/>
                <a:latin typeface="+mn-lt"/>
                <a:ea typeface="ＭＳ Ｐゴシック" charset="0"/>
                <a:cs typeface="ＭＳ Ｐゴシック" charset="0"/>
              </a:rPr>
              <a:t>”, which creates a directory, special file, or regular file</a:t>
            </a:r>
          </a:p>
          <a:p>
            <a:pPr lvl="1"/>
            <a:r>
              <a:rPr lang="en-US" sz="1200" kern="1200" dirty="0">
                <a:solidFill>
                  <a:schemeClr val="tx1"/>
                </a:solidFill>
                <a:effectLst/>
                <a:latin typeface="+mn-lt"/>
                <a:ea typeface="ＭＳ Ｐゴシック" charset="0"/>
                <a:cs typeface="ＭＳ Ｐゴシック" charset="0"/>
              </a:rPr>
              <a:t>- “</a:t>
            </a:r>
            <a:r>
              <a:rPr lang="en-US" sz="1200" kern="1200" dirty="0" err="1">
                <a:solidFill>
                  <a:schemeClr val="tx1"/>
                </a:solidFill>
                <a:effectLst/>
                <a:latin typeface="+mn-lt"/>
                <a:ea typeface="ＭＳ Ｐゴシック" charset="0"/>
                <a:cs typeface="ＭＳ Ｐゴシック" charset="0"/>
              </a:rPr>
              <a:t>readpage</a:t>
            </a:r>
            <a:r>
              <a:rPr lang="en-US" sz="1200" kern="1200" dirty="0">
                <a:solidFill>
                  <a:schemeClr val="tx1"/>
                </a:solidFill>
                <a:effectLst/>
                <a:latin typeface="+mn-lt"/>
                <a:ea typeface="ＭＳ Ｐゴシック" charset="0"/>
                <a:cs typeface="ＭＳ Ｐゴシック" charset="0"/>
              </a:rPr>
              <a:t>” or “</a:t>
            </a:r>
            <a:r>
              <a:rPr lang="en-US" sz="1200" kern="1200" dirty="0" err="1">
                <a:solidFill>
                  <a:schemeClr val="tx1"/>
                </a:solidFill>
                <a:effectLst/>
                <a:latin typeface="+mn-lt"/>
                <a:ea typeface="ＭＳ Ｐゴシック" charset="0"/>
                <a:cs typeface="ＭＳ Ｐゴシック" charset="0"/>
              </a:rPr>
              <a:t>writepage</a:t>
            </a:r>
            <a:r>
              <a:rPr lang="en-US" sz="1200" kern="1200" dirty="0">
                <a:solidFill>
                  <a:schemeClr val="tx1"/>
                </a:solidFill>
                <a:effectLst/>
                <a:latin typeface="+mn-lt"/>
                <a:ea typeface="ＭＳ Ｐゴシック" charset="0"/>
                <a:cs typeface="ＭＳ Ｐゴシック" charset="0"/>
              </a:rPr>
              <a:t>”, which reads or writes a page of physical memory</a:t>
            </a:r>
          </a:p>
          <a:p>
            <a:pPr lvl="1"/>
            <a:r>
              <a:rPr lang="en-US" sz="1200" kern="1200" dirty="0">
                <a:solidFill>
                  <a:schemeClr val="tx1"/>
                </a:solidFill>
                <a:effectLst/>
                <a:latin typeface="+mn-lt"/>
                <a:ea typeface="ＭＳ Ｐゴシック" charset="0"/>
                <a:cs typeface="ＭＳ Ｐゴシック" charset="0"/>
              </a:rPr>
              <a:t>- “truncate”, which sets the length of a file to zero</a:t>
            </a:r>
          </a:p>
          <a:p>
            <a:pPr lvl="1"/>
            <a:r>
              <a:rPr lang="en-US" sz="1200" kern="1200" dirty="0">
                <a:solidFill>
                  <a:schemeClr val="tx1"/>
                </a:solidFill>
                <a:effectLst/>
                <a:latin typeface="+mn-lt"/>
                <a:ea typeface="ＭＳ Ｐゴシック" charset="0"/>
                <a:cs typeface="ＭＳ Ｐゴシック" charset="0"/>
              </a:rPr>
              <a:t>- “permission”, which checks to see if a user process has permission to execute an operation</a:t>
            </a:r>
          </a:p>
          <a:p>
            <a:pPr lvl="1"/>
            <a:r>
              <a:rPr lang="en-US" sz="1200" kern="1200" dirty="0">
                <a:solidFill>
                  <a:schemeClr val="tx1"/>
                </a:solidFill>
                <a:effectLst/>
                <a:latin typeface="+mn-lt"/>
                <a:ea typeface="ＭＳ Ｐゴシック" charset="0"/>
                <a:cs typeface="ＭＳ Ｐゴシック" charset="0"/>
              </a:rPr>
              <a:t>- “</a:t>
            </a:r>
            <a:r>
              <a:rPr lang="en-US" sz="1200" kern="1200" dirty="0" err="1">
                <a:solidFill>
                  <a:schemeClr val="tx1"/>
                </a:solidFill>
                <a:effectLst/>
                <a:latin typeface="+mn-lt"/>
                <a:ea typeface="ＭＳ Ｐゴシック" charset="0"/>
                <a:cs typeface="ＭＳ Ｐゴシック" charset="0"/>
              </a:rPr>
              <a:t>smap</a:t>
            </a:r>
            <a:r>
              <a:rPr lang="en-US" sz="1200" kern="1200" dirty="0">
                <a:solidFill>
                  <a:schemeClr val="tx1"/>
                </a:solidFill>
                <a:effectLst/>
                <a:latin typeface="+mn-lt"/>
                <a:ea typeface="ＭＳ Ｐゴシック" charset="0"/>
                <a:cs typeface="ＭＳ Ｐゴシック" charset="0"/>
              </a:rPr>
              <a:t>”, which maps a logical file block to a physical device sector</a:t>
            </a:r>
          </a:p>
          <a:p>
            <a:pPr lvl="1"/>
            <a:r>
              <a:rPr lang="en-US" sz="1200" kern="1200" dirty="0">
                <a:solidFill>
                  <a:schemeClr val="tx1"/>
                </a:solidFill>
                <a:effectLst/>
                <a:latin typeface="+mn-lt"/>
                <a:ea typeface="ＭＳ Ｐゴシック" charset="0"/>
                <a:cs typeface="ＭＳ Ｐゴシック" charset="0"/>
              </a:rPr>
              <a:t>- “</a:t>
            </a:r>
            <a:r>
              <a:rPr lang="en-US" sz="1200" kern="1200" dirty="0" err="1">
                <a:solidFill>
                  <a:schemeClr val="tx1"/>
                </a:solidFill>
                <a:effectLst/>
                <a:latin typeface="+mn-lt"/>
                <a:ea typeface="ＭＳ Ｐゴシック" charset="0"/>
                <a:cs typeface="ＭＳ Ｐゴシック" charset="0"/>
              </a:rPr>
              <a:t>bmap</a:t>
            </a:r>
            <a:r>
              <a:rPr lang="en-US" sz="1200" kern="1200" dirty="0">
                <a:solidFill>
                  <a:schemeClr val="tx1"/>
                </a:solidFill>
                <a:effectLst/>
                <a:latin typeface="+mn-lt"/>
                <a:ea typeface="ＭＳ Ｐゴシック" charset="0"/>
                <a:cs typeface="ＭＳ Ｐゴシック" charset="0"/>
              </a:rPr>
              <a:t>”, which maps a logical file block to a physical device block</a:t>
            </a:r>
          </a:p>
          <a:p>
            <a:pPr lvl="1"/>
            <a:r>
              <a:rPr lang="en-US" sz="1200" kern="1200" dirty="0">
                <a:solidFill>
                  <a:schemeClr val="tx1"/>
                </a:solidFill>
                <a:effectLst/>
                <a:latin typeface="+mn-lt"/>
                <a:ea typeface="ＭＳ Ｐゴシック" charset="0"/>
                <a:cs typeface="ＭＳ Ｐゴシック" charset="0"/>
              </a:rPr>
              <a:t>- “rename”, which renames a file or directory</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24</a:t>
            </a:fld>
            <a:endParaRPr lang="en-US" altLang="en-US"/>
          </a:p>
        </p:txBody>
      </p:sp>
    </p:spTree>
    <p:extLst>
      <p:ext uri="{BB962C8B-B14F-4D97-AF65-F5344CB8AC3E}">
        <p14:creationId xmlns:p14="http://schemas.microsoft.com/office/powerpoint/2010/main" val="38409460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ＭＳ Ｐゴシック"/>
                <a:cs typeface="Calibri"/>
              </a:rPr>
              <a:t>Next</a:t>
            </a:r>
            <a:r>
              <a:rPr lang="en-US" sz="1200" kern="1200" dirty="0">
                <a:solidFill>
                  <a:schemeClr val="tx1"/>
                </a:solidFill>
                <a:effectLst/>
                <a:latin typeface="+mn-lt"/>
                <a:ea typeface="ＭＳ Ｐゴシック"/>
                <a:cs typeface="Calibri"/>
              </a:rPr>
              <a:t>, there is the file interface, which was also mentioned</a:t>
            </a:r>
            <a:r>
              <a:rPr lang="en-US" dirty="0">
                <a:ea typeface="ＭＳ Ｐゴシック"/>
                <a:cs typeface="Calibri"/>
              </a:rPr>
              <a:t> previously</a:t>
            </a:r>
            <a:r>
              <a:rPr lang="en-US" sz="1200" kern="1200" dirty="0">
                <a:solidFill>
                  <a:schemeClr val="tx1"/>
                </a:solidFill>
                <a:effectLst/>
                <a:latin typeface="+mn-lt"/>
                <a:ea typeface="ＭＳ Ｐゴシック"/>
                <a:cs typeface="Calibri"/>
              </a:rPr>
              <a:t>. This</a:t>
            </a:r>
            <a:r>
              <a:rPr lang="en-US" dirty="0">
                <a:ea typeface="ＭＳ Ｐゴシック"/>
                <a:cs typeface="Calibri"/>
              </a:rPr>
              <a:t> interface</a:t>
            </a:r>
            <a:r>
              <a:rPr lang="en-US" sz="1200" kern="1200" dirty="0">
                <a:solidFill>
                  <a:schemeClr val="tx1"/>
                </a:solidFill>
                <a:effectLst/>
                <a:latin typeface="+mn-lt"/>
                <a:ea typeface="ＭＳ Ｐゴシック"/>
                <a:cs typeface="Calibri"/>
              </a:rPr>
              <a:t> provides similar functionality, </a:t>
            </a:r>
            <a:r>
              <a:rPr lang="en-US" dirty="0">
                <a:ea typeface="ＭＳ Ｐゴシック"/>
                <a:cs typeface="Calibri"/>
              </a:rPr>
              <a:t>including:</a:t>
            </a:r>
            <a:endParaRPr lang="en-US" sz="1200" kern="1200" dirty="0">
              <a:solidFill>
                <a:schemeClr val="tx1"/>
              </a:solidFill>
              <a:effectLst/>
              <a:latin typeface="+mn-lt"/>
              <a:ea typeface="ＭＳ Ｐゴシック"/>
              <a:cs typeface="Calibri"/>
            </a:endParaRPr>
          </a:p>
          <a:p>
            <a:pPr lvl="1"/>
            <a:r>
              <a:rPr lang="en-US" sz="1200" kern="1200" dirty="0">
                <a:solidFill>
                  <a:schemeClr val="tx1"/>
                </a:solidFill>
                <a:effectLst/>
                <a:latin typeface="+mn-lt"/>
                <a:ea typeface="ＭＳ Ｐゴシック" charset="0"/>
                <a:cs typeface="ＭＳ Ｐゴシック" charset="0"/>
              </a:rPr>
              <a:t>- “open” or “release”, which opens or closes the file</a:t>
            </a:r>
          </a:p>
          <a:p>
            <a:pPr lvl="1"/>
            <a:r>
              <a:rPr lang="en-US" sz="1200" kern="1200" dirty="0">
                <a:solidFill>
                  <a:schemeClr val="tx1"/>
                </a:solidFill>
                <a:effectLst/>
                <a:latin typeface="+mn-lt"/>
                <a:ea typeface="ＭＳ Ｐゴシック" charset="0"/>
                <a:cs typeface="ＭＳ Ｐゴシック" charset="0"/>
              </a:rPr>
              <a:t>- “read” or “write”, which reads or writes to the file</a:t>
            </a:r>
          </a:p>
          <a:p>
            <a:pPr lvl="1"/>
            <a:r>
              <a:rPr lang="en-US" sz="1200" kern="1200" dirty="0">
                <a:solidFill>
                  <a:schemeClr val="tx1"/>
                </a:solidFill>
                <a:effectLst/>
                <a:latin typeface="+mn-lt"/>
                <a:ea typeface="ＭＳ Ｐゴシック" charset="0"/>
                <a:cs typeface="ＭＳ Ｐゴシック" charset="0"/>
              </a:rPr>
              <a:t>- “select”, which waits until the file is in a particular state, such as readable or writeable </a:t>
            </a:r>
          </a:p>
          <a:p>
            <a:pPr lvl="1"/>
            <a:r>
              <a:rPr lang="en-US" sz="1200" kern="1200" dirty="0">
                <a:solidFill>
                  <a:schemeClr val="tx1"/>
                </a:solidFill>
                <a:effectLst/>
                <a:latin typeface="+mn-lt"/>
                <a:ea typeface="ＭＳ Ｐゴシック" charset="0"/>
                <a:cs typeface="ＭＳ Ｐゴシック" charset="0"/>
              </a:rPr>
              <a:t>- “</a:t>
            </a:r>
            <a:r>
              <a:rPr lang="en-US" sz="1200" kern="1200" dirty="0" err="1">
                <a:solidFill>
                  <a:schemeClr val="tx1"/>
                </a:solidFill>
                <a:effectLst/>
                <a:latin typeface="+mn-lt"/>
                <a:ea typeface="ＭＳ Ｐゴシック" charset="0"/>
                <a:cs typeface="ＭＳ Ｐゴシック" charset="0"/>
              </a:rPr>
              <a:t>lseek</a:t>
            </a:r>
            <a:r>
              <a:rPr lang="en-US" sz="1200" kern="1200" dirty="0">
                <a:solidFill>
                  <a:schemeClr val="tx1"/>
                </a:solidFill>
                <a:effectLst/>
                <a:latin typeface="+mn-lt"/>
                <a:ea typeface="ＭＳ Ｐゴシック" charset="0"/>
                <a:cs typeface="ＭＳ Ｐゴシック" charset="0"/>
              </a:rPr>
              <a:t>”, which moves to a particular offset in the file</a:t>
            </a:r>
          </a:p>
          <a:p>
            <a:pPr lvl="1"/>
            <a:r>
              <a:rPr lang="en-US" sz="1200" kern="1200" dirty="0">
                <a:solidFill>
                  <a:schemeClr val="tx1"/>
                </a:solidFill>
                <a:effectLst/>
                <a:latin typeface="+mn-lt"/>
                <a:ea typeface="ＭＳ Ｐゴシック" charset="0"/>
                <a:cs typeface="ＭＳ Ｐゴシック" charset="0"/>
              </a:rPr>
              <a:t>- “</a:t>
            </a:r>
            <a:r>
              <a:rPr lang="en-US" sz="1200" kern="1200" dirty="0" err="1">
                <a:solidFill>
                  <a:schemeClr val="tx1"/>
                </a:solidFill>
                <a:effectLst/>
                <a:latin typeface="+mn-lt"/>
                <a:ea typeface="ＭＳ Ｐゴシック" charset="0"/>
                <a:cs typeface="ＭＳ Ｐゴシック" charset="0"/>
              </a:rPr>
              <a:t>mmap</a:t>
            </a:r>
            <a:r>
              <a:rPr lang="en-US" sz="1200" kern="1200" dirty="0">
                <a:solidFill>
                  <a:schemeClr val="tx1"/>
                </a:solidFill>
                <a:effectLst/>
                <a:latin typeface="+mn-lt"/>
                <a:ea typeface="ＭＳ Ｐゴシック" charset="0"/>
                <a:cs typeface="ＭＳ Ｐゴシック" charset="0"/>
              </a:rPr>
              <a:t>”, which maps a region of the file into the virtual memory of a user process</a:t>
            </a:r>
          </a:p>
          <a:p>
            <a:pPr lvl="1"/>
            <a:r>
              <a:rPr lang="en-US" sz="1200" kern="1200" dirty="0">
                <a:solidFill>
                  <a:schemeClr val="tx1"/>
                </a:solidFill>
                <a:effectLst/>
                <a:latin typeface="+mn-lt"/>
                <a:ea typeface="ＭＳ Ｐゴシック" charset="0"/>
                <a:cs typeface="ＭＳ Ｐゴシック" charset="0"/>
              </a:rPr>
              <a:t>- “</a:t>
            </a:r>
            <a:r>
              <a:rPr lang="en-US" sz="1200" kern="1200" dirty="0" err="1">
                <a:solidFill>
                  <a:schemeClr val="tx1"/>
                </a:solidFill>
                <a:effectLst/>
                <a:latin typeface="+mn-lt"/>
                <a:ea typeface="ＭＳ Ｐゴシック" charset="0"/>
                <a:cs typeface="ＭＳ Ｐゴシック" charset="0"/>
              </a:rPr>
              <a:t>fsync</a:t>
            </a:r>
            <a:r>
              <a:rPr lang="en-US" sz="1200" kern="1200" dirty="0">
                <a:solidFill>
                  <a:schemeClr val="tx1"/>
                </a:solidFill>
                <a:effectLst/>
                <a:latin typeface="+mn-lt"/>
                <a:ea typeface="ＭＳ Ｐゴシック" charset="0"/>
                <a:cs typeface="ＭＳ Ｐゴシック" charset="0"/>
              </a:rPr>
              <a:t>” or “</a:t>
            </a:r>
            <a:r>
              <a:rPr lang="en-US" sz="1200" kern="1200" dirty="0" err="1">
                <a:solidFill>
                  <a:schemeClr val="tx1"/>
                </a:solidFill>
                <a:effectLst/>
                <a:latin typeface="+mn-lt"/>
                <a:ea typeface="ＭＳ Ｐゴシック" charset="0"/>
                <a:cs typeface="ＭＳ Ｐゴシック" charset="0"/>
              </a:rPr>
              <a:t>fasync</a:t>
            </a:r>
            <a:r>
              <a:rPr lang="en-US" sz="1200" kern="1200" dirty="0">
                <a:solidFill>
                  <a:schemeClr val="tx1"/>
                </a:solidFill>
                <a:effectLst/>
                <a:latin typeface="+mn-lt"/>
                <a:ea typeface="ＭＳ Ｐゴシック" charset="0"/>
                <a:cs typeface="ＭＳ Ｐゴシック" charset="0"/>
              </a:rPr>
              <a:t>”, which synchronizes any memory buffers with the physical device</a:t>
            </a:r>
          </a:p>
          <a:p>
            <a:pPr lvl="1"/>
            <a:r>
              <a:rPr lang="en-US" sz="1200" kern="1200" dirty="0">
                <a:solidFill>
                  <a:schemeClr val="tx1"/>
                </a:solidFill>
                <a:effectLst/>
                <a:latin typeface="+mn-lt"/>
                <a:ea typeface="ＭＳ Ｐゴシック" charset="0"/>
                <a:cs typeface="ＭＳ Ｐゴシック" charset="0"/>
              </a:rPr>
              <a:t>- “read </a:t>
            </a:r>
            <a:r>
              <a:rPr lang="en-US" sz="1200" kern="1200" dirty="0" err="1">
                <a:solidFill>
                  <a:schemeClr val="tx1"/>
                </a:solidFill>
                <a:effectLst/>
                <a:latin typeface="+mn-lt"/>
                <a:ea typeface="ＭＳ Ｐゴシック" charset="0"/>
                <a:cs typeface="ＭＳ Ｐゴシック" charset="0"/>
              </a:rPr>
              <a:t>dir</a:t>
            </a:r>
            <a:r>
              <a:rPr lang="en-US" sz="1200" kern="1200" dirty="0">
                <a:solidFill>
                  <a:schemeClr val="tx1"/>
                </a:solidFill>
                <a:effectLst/>
                <a:latin typeface="+mn-lt"/>
                <a:ea typeface="ＭＳ Ｐゴシック" charset="0"/>
                <a:cs typeface="ＭＳ Ｐゴシック" charset="0"/>
              </a:rPr>
              <a:t>”, which reads the files that are pointed to by a directory file</a:t>
            </a:r>
          </a:p>
          <a:p>
            <a:pPr lvl="1"/>
            <a:r>
              <a:rPr lang="en-US" sz="1200" kern="1200" dirty="0">
                <a:solidFill>
                  <a:schemeClr val="tx1"/>
                </a:solidFill>
                <a:effectLst/>
                <a:latin typeface="+mn-lt"/>
                <a:ea typeface="ＭＳ Ｐゴシック" charset="0"/>
                <a:cs typeface="ＭＳ Ｐゴシック" charset="0"/>
              </a:rPr>
              <a:t>- “</a:t>
            </a:r>
            <a:r>
              <a:rPr lang="en-US" sz="1200" kern="1200" dirty="0" err="1">
                <a:solidFill>
                  <a:schemeClr val="tx1"/>
                </a:solidFill>
                <a:effectLst/>
                <a:latin typeface="+mn-lt"/>
                <a:ea typeface="ＭＳ Ｐゴシック" charset="0"/>
                <a:cs typeface="ＭＳ Ｐゴシック" charset="0"/>
              </a:rPr>
              <a:t>i</a:t>
            </a:r>
            <a:r>
              <a:rPr lang="en-US" sz="1200" kern="1200" dirty="0">
                <a:solidFill>
                  <a:schemeClr val="tx1"/>
                </a:solidFill>
                <a:effectLst/>
                <a:latin typeface="+mn-lt"/>
                <a:ea typeface="ＭＳ Ｐゴシック" charset="0"/>
                <a:cs typeface="ＭＳ Ｐゴシック" charset="0"/>
              </a:rPr>
              <a:t> o control”, which sets file attributes</a:t>
            </a:r>
          </a:p>
          <a:p>
            <a:pPr lvl="1"/>
            <a:r>
              <a:rPr lang="en-US" sz="1200" kern="1200" dirty="0">
                <a:solidFill>
                  <a:schemeClr val="tx1"/>
                </a:solidFill>
                <a:effectLst/>
                <a:latin typeface="+mn-lt"/>
                <a:ea typeface="ＭＳ Ｐゴシック" charset="0"/>
                <a:cs typeface="ＭＳ Ｐゴシック" charset="0"/>
              </a:rPr>
              <a:t>- “check media change”, which checks to see if a removable media has been removed</a:t>
            </a:r>
          </a:p>
          <a:p>
            <a:pPr lvl="1"/>
            <a:r>
              <a:rPr lang="en-US" sz="1200" kern="1200" dirty="0">
                <a:solidFill>
                  <a:schemeClr val="tx1"/>
                </a:solidFill>
                <a:effectLst/>
                <a:latin typeface="+mn-lt"/>
                <a:ea typeface="ＭＳ Ｐゴシック" charset="0"/>
                <a:cs typeface="ＭＳ Ｐゴシック" charset="0"/>
              </a:rPr>
              <a:t>- “revalidate”, which verifies that all cached information is valid</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25</a:t>
            </a:fld>
            <a:endParaRPr lang="en-US" altLang="en-US"/>
          </a:p>
        </p:txBody>
      </p:sp>
    </p:spTree>
    <p:extLst>
      <p:ext uri="{BB962C8B-B14F-4D97-AF65-F5344CB8AC3E}">
        <p14:creationId xmlns:p14="http://schemas.microsoft.com/office/powerpoint/2010/main" val="266683500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ＭＳ Ｐゴシック"/>
                <a:cs typeface="Calibri"/>
              </a:rPr>
              <a:t>Here is a diagram </a:t>
            </a:r>
            <a:r>
              <a:rPr lang="en-US" dirty="0">
                <a:ea typeface="ＭＳ Ｐゴシック"/>
                <a:cs typeface="Calibri"/>
              </a:rPr>
              <a:t>illustrating</a:t>
            </a:r>
            <a:r>
              <a:rPr lang="en-US" sz="1200" kern="1200" dirty="0">
                <a:solidFill>
                  <a:schemeClr val="tx1"/>
                </a:solidFill>
                <a:effectLst/>
                <a:latin typeface="+mn-lt"/>
                <a:ea typeface="ＭＳ Ｐゴシック"/>
                <a:cs typeface="Calibri"/>
              </a:rPr>
              <a:t> the flow of the </a:t>
            </a:r>
            <a:r>
              <a:rPr lang="en-US" dirty="0">
                <a:ea typeface="ＭＳ Ｐゴシック"/>
                <a:cs typeface="Calibri"/>
              </a:rPr>
              <a:t>Virtual</a:t>
            </a:r>
            <a:r>
              <a:rPr lang="en-US" sz="1200" kern="1200" dirty="0">
                <a:solidFill>
                  <a:schemeClr val="tx1"/>
                </a:solidFill>
                <a:effectLst/>
                <a:latin typeface="+mn-lt"/>
                <a:ea typeface="ＭＳ Ｐゴシック"/>
                <a:cs typeface="Calibri"/>
              </a:rPr>
              <a:t> </a:t>
            </a:r>
            <a:r>
              <a:rPr lang="en-US" dirty="0">
                <a:ea typeface="ＭＳ Ｐゴシック"/>
                <a:cs typeface="Calibri"/>
              </a:rPr>
              <a:t>File</a:t>
            </a:r>
            <a:r>
              <a:rPr lang="en-US" sz="1200" kern="1200" dirty="0">
                <a:solidFill>
                  <a:schemeClr val="tx1"/>
                </a:solidFill>
                <a:effectLst/>
                <a:latin typeface="+mn-lt"/>
                <a:ea typeface="ＭＳ Ｐゴシック"/>
                <a:cs typeface="Calibri"/>
              </a:rPr>
              <a:t> </a:t>
            </a:r>
            <a:r>
              <a:rPr lang="en-US" dirty="0">
                <a:ea typeface="ＭＳ Ｐゴシック"/>
                <a:cs typeface="Calibri"/>
              </a:rPr>
              <a:t>System</a:t>
            </a:r>
            <a:r>
              <a:rPr lang="en-US" sz="1200" kern="1200" dirty="0">
                <a:solidFill>
                  <a:schemeClr val="tx1"/>
                </a:solidFill>
                <a:effectLst/>
                <a:latin typeface="+mn-lt"/>
                <a:ea typeface="ＭＳ Ｐゴシック"/>
                <a:cs typeface="Calibri"/>
              </a:rPr>
              <a:t> architecture.</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26</a:t>
            </a:fld>
            <a:endParaRPr lang="en-US" altLang="en-US"/>
          </a:p>
        </p:txBody>
      </p:sp>
    </p:spTree>
    <p:extLst>
      <p:ext uri="{BB962C8B-B14F-4D97-AF65-F5344CB8AC3E}">
        <p14:creationId xmlns:p14="http://schemas.microsoft.com/office/powerpoint/2010/main" val="14391334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a:cs typeface="Calibri"/>
              </a:rPr>
              <a:t>The architecture of the </a:t>
            </a:r>
            <a:r>
              <a:rPr lang="en-US" dirty="0">
                <a:ea typeface="ＭＳ Ｐゴシック"/>
                <a:cs typeface="Calibri"/>
              </a:rPr>
              <a:t>Virtual</a:t>
            </a:r>
            <a:r>
              <a:rPr lang="en-US" sz="1200" kern="1200" dirty="0">
                <a:solidFill>
                  <a:schemeClr val="tx1"/>
                </a:solidFill>
                <a:effectLst/>
                <a:latin typeface="+mn-lt"/>
                <a:ea typeface="ＭＳ Ｐゴシック"/>
                <a:cs typeface="Calibri"/>
              </a:rPr>
              <a:t> </a:t>
            </a:r>
            <a:r>
              <a:rPr lang="en-US" dirty="0">
                <a:ea typeface="ＭＳ Ｐゴシック"/>
                <a:cs typeface="Calibri"/>
              </a:rPr>
              <a:t>File</a:t>
            </a:r>
            <a:r>
              <a:rPr lang="en-US" sz="1200" kern="1200" dirty="0">
                <a:solidFill>
                  <a:schemeClr val="tx1"/>
                </a:solidFill>
                <a:effectLst/>
                <a:latin typeface="+mn-lt"/>
                <a:ea typeface="ＭＳ Ｐゴシック"/>
                <a:cs typeface="Calibri"/>
              </a:rPr>
              <a:t> </a:t>
            </a:r>
            <a:r>
              <a:rPr lang="en-US" dirty="0">
                <a:ea typeface="ＭＳ Ｐゴシック"/>
                <a:cs typeface="Calibri"/>
              </a:rPr>
              <a:t>System</a:t>
            </a:r>
            <a:r>
              <a:rPr lang="en-US" sz="1200" kern="1200" dirty="0">
                <a:solidFill>
                  <a:schemeClr val="tx1"/>
                </a:solidFill>
                <a:effectLst/>
                <a:latin typeface="+mn-lt"/>
                <a:ea typeface="ＭＳ Ｐゴシック"/>
                <a:cs typeface="Calibri"/>
              </a:rPr>
              <a:t> </a:t>
            </a:r>
            <a:r>
              <a:rPr lang="en-US" dirty="0">
                <a:ea typeface="ＭＳ Ｐゴシック"/>
                <a:cs typeface="Calibri"/>
              </a:rPr>
              <a:t>(VFS) </a:t>
            </a:r>
            <a:r>
              <a:rPr lang="en-US" sz="1200" kern="1200" dirty="0">
                <a:solidFill>
                  <a:schemeClr val="tx1"/>
                </a:solidFill>
                <a:effectLst/>
                <a:latin typeface="+mn-lt"/>
                <a:ea typeface="ＭＳ Ｐゴシック"/>
                <a:cs typeface="Calibri"/>
              </a:rPr>
              <a:t>provides virtual file system services to the user space, in the form of a system call interface. It also provides a logical structure for the information stored </a:t>
            </a:r>
            <a:r>
              <a:rPr lang="en-US" dirty="0">
                <a:ea typeface="ＭＳ Ｐゴシック"/>
                <a:cs typeface="Calibri"/>
              </a:rPr>
              <a:t>on</a:t>
            </a:r>
            <a:r>
              <a:rPr lang="en-US" sz="1200" kern="1200" dirty="0">
                <a:solidFill>
                  <a:schemeClr val="tx1"/>
                </a:solidFill>
                <a:effectLst/>
                <a:latin typeface="+mn-lt"/>
                <a:ea typeface="ＭＳ Ｐゴシック"/>
                <a:cs typeface="Calibri"/>
              </a:rPr>
              <a:t> a storage medium, in the form of a logical file system.</a:t>
            </a:r>
          </a:p>
          <a:p>
            <a:r>
              <a:rPr lang="en-US" sz="1200" kern="1200" dirty="0">
                <a:solidFill>
                  <a:schemeClr val="tx1"/>
                </a:solidFill>
                <a:effectLst/>
                <a:latin typeface="+mn-lt"/>
                <a:ea typeface="ＭＳ Ｐゴシック" charset="0"/>
                <a:cs typeface="ＭＳ Ｐゴシック" charset="0"/>
              </a:rPr>
              <a:t> </a:t>
            </a:r>
          </a:p>
          <a:p>
            <a:r>
              <a:rPr lang="en-US" dirty="0">
                <a:ea typeface="ＭＳ Ｐゴシック"/>
                <a:cs typeface="Calibri"/>
              </a:rPr>
              <a:t>The</a:t>
            </a:r>
            <a:r>
              <a:rPr lang="en-US" sz="1200" kern="1200" dirty="0">
                <a:solidFill>
                  <a:schemeClr val="tx1"/>
                </a:solidFill>
                <a:effectLst/>
                <a:latin typeface="+mn-lt"/>
                <a:ea typeface="ＭＳ Ｐゴシック"/>
                <a:cs typeface="Calibri"/>
              </a:rPr>
              <a:t> </a:t>
            </a:r>
            <a:r>
              <a:rPr lang="en-US" dirty="0">
                <a:ea typeface="ＭＳ Ｐゴシック"/>
                <a:cs typeface="Calibri"/>
              </a:rPr>
              <a:t>VFS </a:t>
            </a:r>
            <a:r>
              <a:rPr lang="en-US" sz="1200" kern="1200" dirty="0">
                <a:solidFill>
                  <a:schemeClr val="tx1"/>
                </a:solidFill>
                <a:effectLst/>
                <a:latin typeface="+mn-lt"/>
                <a:ea typeface="ＭＳ Ｐゴシック"/>
                <a:cs typeface="Calibri"/>
              </a:rPr>
              <a:t>supports several logical file system types, such as ext2 and fat. All files appear the same to the user and the </a:t>
            </a:r>
            <a:r>
              <a:rPr lang="en-US" sz="1200" kern="1200" dirty="0" err="1">
                <a:solidFill>
                  <a:schemeClr val="tx1"/>
                </a:solidFill>
                <a:effectLst/>
                <a:latin typeface="+mn-lt"/>
                <a:ea typeface="ＭＳ Ｐゴシック"/>
                <a:cs typeface="Calibri"/>
              </a:rPr>
              <a:t>i</a:t>
            </a:r>
            <a:r>
              <a:rPr lang="en-US" sz="1200" kern="1200" dirty="0">
                <a:solidFill>
                  <a:schemeClr val="tx1"/>
                </a:solidFill>
                <a:effectLst/>
                <a:latin typeface="+mn-lt"/>
                <a:ea typeface="ＭＳ Ｐゴシック"/>
                <a:cs typeface="Calibri"/>
              </a:rPr>
              <a:t>-node is used to hide logical file system details. For each file, the corresponding logical file system type is stored in the </a:t>
            </a:r>
            <a:r>
              <a:rPr lang="en-US" sz="1200" kern="1200" dirty="0" err="1">
                <a:solidFill>
                  <a:schemeClr val="tx1"/>
                </a:solidFill>
                <a:effectLst/>
                <a:latin typeface="+mn-lt"/>
                <a:ea typeface="ＭＳ Ｐゴシック"/>
                <a:cs typeface="Calibri"/>
              </a:rPr>
              <a:t>i</a:t>
            </a:r>
            <a:r>
              <a:rPr lang="en-US" sz="1200" kern="1200" dirty="0">
                <a:solidFill>
                  <a:schemeClr val="tx1"/>
                </a:solidFill>
                <a:effectLst/>
                <a:latin typeface="+mn-lt"/>
                <a:ea typeface="ＭＳ Ｐゴシック"/>
                <a:cs typeface="Calibri"/>
              </a:rPr>
              <a:t>-node. </a:t>
            </a:r>
            <a:r>
              <a:rPr lang="en-US" dirty="0">
                <a:ea typeface="ＭＳ Ｐゴシック"/>
                <a:cs typeface="Calibri"/>
              </a:rPr>
              <a:t>Based upon</a:t>
            </a:r>
            <a:r>
              <a:rPr lang="en-US" sz="1200" kern="1200" dirty="0">
                <a:solidFill>
                  <a:schemeClr val="tx1"/>
                </a:solidFill>
                <a:effectLst/>
                <a:latin typeface="+mn-lt"/>
                <a:ea typeface="ＭＳ Ｐゴシック"/>
                <a:cs typeface="Calibri"/>
              </a:rPr>
              <a:t> the information </a:t>
            </a:r>
            <a:r>
              <a:rPr lang="en-US" dirty="0">
                <a:ea typeface="ＭＳ Ｐゴシック"/>
                <a:cs typeface="Calibri"/>
              </a:rPr>
              <a:t>contained </a:t>
            </a:r>
            <a:r>
              <a:rPr lang="en-US" sz="1200" kern="1200" dirty="0">
                <a:solidFill>
                  <a:schemeClr val="tx1"/>
                </a:solidFill>
                <a:effectLst/>
                <a:latin typeface="+mn-lt"/>
                <a:ea typeface="ＭＳ Ｐゴシック"/>
                <a:cs typeface="Calibri"/>
              </a:rPr>
              <a:t>in the </a:t>
            </a:r>
            <a:r>
              <a:rPr lang="en-US" sz="1200" kern="1200" dirty="0" err="1">
                <a:solidFill>
                  <a:schemeClr val="tx1"/>
                </a:solidFill>
                <a:effectLst/>
                <a:latin typeface="+mn-lt"/>
                <a:ea typeface="ＭＳ Ｐゴシック"/>
                <a:cs typeface="Calibri"/>
              </a:rPr>
              <a:t>i</a:t>
            </a:r>
            <a:r>
              <a:rPr lang="en-US" sz="1200" kern="1200" dirty="0">
                <a:solidFill>
                  <a:schemeClr val="tx1"/>
                </a:solidFill>
                <a:effectLst/>
                <a:latin typeface="+mn-lt"/>
                <a:ea typeface="ＭＳ Ｐゴシック"/>
                <a:cs typeface="Calibri"/>
              </a:rPr>
              <a:t>-node, the </a:t>
            </a:r>
            <a:r>
              <a:rPr lang="en-US" dirty="0">
                <a:ea typeface="ＭＳ Ｐゴシック"/>
                <a:cs typeface="Calibri"/>
              </a:rPr>
              <a:t>appropriate operations</a:t>
            </a:r>
            <a:r>
              <a:rPr lang="en-US" sz="1200" kern="1200" dirty="0">
                <a:solidFill>
                  <a:schemeClr val="tx1"/>
                </a:solidFill>
                <a:effectLst/>
                <a:latin typeface="+mn-lt"/>
                <a:ea typeface="ＭＳ Ｐゴシック"/>
                <a:cs typeface="Calibri"/>
              </a:rPr>
              <a:t> are carried out when reading </a:t>
            </a:r>
            <a:r>
              <a:rPr lang="en-US" dirty="0">
                <a:ea typeface="ＭＳ Ｐゴシック"/>
                <a:cs typeface="Calibri"/>
              </a:rPr>
              <a:t>from and</a:t>
            </a:r>
            <a:r>
              <a:rPr lang="en-US" sz="1200" kern="1200" dirty="0">
                <a:solidFill>
                  <a:schemeClr val="tx1"/>
                </a:solidFill>
                <a:effectLst/>
                <a:latin typeface="+mn-lt"/>
                <a:ea typeface="ＭＳ Ｐゴシック"/>
                <a:cs typeface="Calibri"/>
              </a:rPr>
              <a:t> writing to a file in a given logical file system.</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The architecture also includes a buffer cache, providing data caching mechanisms to improve performance of storage media access operations. </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Support for different types of executable files is also included.</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27</a:t>
            </a:fld>
            <a:endParaRPr lang="en-US" altLang="en-US"/>
          </a:p>
        </p:txBody>
      </p:sp>
    </p:spTree>
    <p:extLst>
      <p:ext uri="{BB962C8B-B14F-4D97-AF65-F5344CB8AC3E}">
        <p14:creationId xmlns:p14="http://schemas.microsoft.com/office/powerpoint/2010/main" val="316786087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a:cs typeface="Calibri"/>
              </a:rPr>
              <a:t>Device drivers are another important </a:t>
            </a:r>
            <a:r>
              <a:rPr lang="en-US" dirty="0">
                <a:ea typeface="ＭＳ Ｐゴシック"/>
                <a:cs typeface="Calibri"/>
              </a:rPr>
              <a:t>part, providing</a:t>
            </a:r>
            <a:r>
              <a:rPr lang="en-US" sz="1200" kern="1200" dirty="0">
                <a:solidFill>
                  <a:schemeClr val="tx1"/>
                </a:solidFill>
                <a:effectLst/>
                <a:latin typeface="+mn-lt"/>
                <a:ea typeface="ＭＳ Ｐゴシック"/>
                <a:cs typeface="Calibri"/>
              </a:rPr>
              <a:t> a uniform interface to access hardware devices. There are typically two types of devices: character-based and block-based. Character-based devices are hardware devices that are accessed sequentially, such as a serial port. </a:t>
            </a:r>
            <a:r>
              <a:rPr lang="en-US" dirty="0">
                <a:ea typeface="ＭＳ Ｐゴシック"/>
                <a:cs typeface="Calibri"/>
              </a:rPr>
              <a:t>A block-based</a:t>
            </a:r>
            <a:r>
              <a:rPr lang="en-US" sz="1200" kern="1200" dirty="0">
                <a:solidFill>
                  <a:schemeClr val="tx1"/>
                </a:solidFill>
                <a:effectLst/>
                <a:latin typeface="+mn-lt"/>
                <a:ea typeface="ＭＳ Ｐゴシック"/>
                <a:cs typeface="Calibri"/>
              </a:rPr>
              <a:t> </a:t>
            </a:r>
            <a:r>
              <a:rPr lang="en-US" dirty="0">
                <a:ea typeface="ＭＳ Ｐゴシック"/>
                <a:cs typeface="Calibri"/>
              </a:rPr>
              <a:t>device is </a:t>
            </a:r>
            <a:r>
              <a:rPr lang="en-US" sz="1200" kern="1200" dirty="0">
                <a:solidFill>
                  <a:schemeClr val="tx1"/>
                </a:solidFill>
                <a:effectLst/>
                <a:latin typeface="+mn-lt"/>
                <a:ea typeface="ＭＳ Ｐゴシック"/>
                <a:cs typeface="Calibri"/>
              </a:rPr>
              <a:t>accessed randomly, and data is read or written in </a:t>
            </a:r>
            <a:r>
              <a:rPr lang="en-US" dirty="0">
                <a:ea typeface="ＭＳ Ｐゴシック"/>
                <a:cs typeface="Calibri"/>
              </a:rPr>
              <a:t>blocks</a:t>
            </a:r>
            <a:r>
              <a:rPr lang="en-US" sz="1200" kern="1200" dirty="0">
                <a:solidFill>
                  <a:schemeClr val="tx1"/>
                </a:solidFill>
                <a:effectLst/>
                <a:latin typeface="+mn-lt"/>
                <a:ea typeface="ＭＳ Ｐゴシック"/>
                <a:cs typeface="Calibri"/>
              </a:rPr>
              <a:t>, for example, a hard-disk.</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a:cs typeface="Calibri"/>
              </a:rPr>
              <a:t>Device drivers use the file interface abstraction</a:t>
            </a:r>
            <a:r>
              <a:rPr lang="en-US" dirty="0">
                <a:ea typeface="ＭＳ Ｐゴシック"/>
                <a:cs typeface="Calibri"/>
              </a:rPr>
              <a:t>, allowing</a:t>
            </a:r>
            <a:r>
              <a:rPr lang="en-US" sz="1200" kern="1200" dirty="0">
                <a:solidFill>
                  <a:schemeClr val="tx1"/>
                </a:solidFill>
                <a:effectLst/>
                <a:latin typeface="+mn-lt"/>
                <a:ea typeface="ＭＳ Ｐゴシック"/>
                <a:cs typeface="Calibri"/>
              </a:rPr>
              <a:t> </a:t>
            </a:r>
            <a:r>
              <a:rPr lang="en-US" dirty="0">
                <a:ea typeface="ＭＳ Ｐゴシック"/>
                <a:cs typeface="Calibri"/>
              </a:rPr>
              <a:t>each</a:t>
            </a:r>
            <a:r>
              <a:rPr lang="en-US" sz="1200" kern="1200" dirty="0">
                <a:solidFill>
                  <a:schemeClr val="tx1"/>
                </a:solidFill>
                <a:effectLst/>
                <a:latin typeface="+mn-lt"/>
                <a:ea typeface="ＭＳ Ｐゴシック"/>
                <a:cs typeface="Calibri"/>
              </a:rPr>
              <a:t> device </a:t>
            </a:r>
            <a:r>
              <a:rPr lang="en-US" dirty="0">
                <a:ea typeface="ＭＳ Ｐゴシック"/>
                <a:cs typeface="Calibri"/>
              </a:rPr>
              <a:t>to be</a:t>
            </a:r>
            <a:r>
              <a:rPr lang="en-US" sz="1200" kern="1200" dirty="0">
                <a:solidFill>
                  <a:schemeClr val="tx1"/>
                </a:solidFill>
                <a:effectLst/>
                <a:latin typeface="+mn-lt"/>
                <a:ea typeface="ＭＳ Ｐゴシック"/>
                <a:cs typeface="Calibri"/>
              </a:rPr>
              <a:t> accessed as a file </a:t>
            </a:r>
            <a:r>
              <a:rPr lang="en-US" dirty="0">
                <a:ea typeface="ＭＳ Ｐゴシック"/>
                <a:cs typeface="Calibri"/>
              </a:rPr>
              <a:t>within</a:t>
            </a:r>
            <a:r>
              <a:rPr lang="en-US" sz="1200" kern="1200" dirty="0">
                <a:solidFill>
                  <a:schemeClr val="tx1"/>
                </a:solidFill>
                <a:effectLst/>
                <a:latin typeface="+mn-lt"/>
                <a:ea typeface="ＭＳ Ｐゴシック"/>
                <a:cs typeface="Calibri"/>
              </a:rPr>
              <a:t> the file system through a special file, known as the device file. A new device driver is a new implementation of the hardware-specific code to customize the file interface abstraction.</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28</a:t>
            </a:fld>
            <a:endParaRPr lang="en-US" altLang="en-US"/>
          </a:p>
        </p:txBody>
      </p:sp>
    </p:spTree>
    <p:extLst>
      <p:ext uri="{BB962C8B-B14F-4D97-AF65-F5344CB8AC3E}">
        <p14:creationId xmlns:p14="http://schemas.microsoft.com/office/powerpoint/2010/main" val="23368224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sz="1200" kern="1200" dirty="0">
                <a:solidFill>
                  <a:schemeClr val="tx1"/>
                </a:solidFill>
                <a:effectLst/>
                <a:latin typeface="+mn-lt"/>
                <a:ea typeface="ＭＳ Ｐゴシック"/>
                <a:cs typeface="Calibri"/>
              </a:rPr>
              <a:t>Another feature </a:t>
            </a:r>
            <a:r>
              <a:rPr lang="en-US" dirty="0">
                <a:ea typeface="ＭＳ Ｐゴシック"/>
                <a:cs typeface="Calibri"/>
              </a:rPr>
              <a:t>supported by the </a:t>
            </a:r>
            <a:r>
              <a:rPr lang="en-US" sz="1200" kern="1200" dirty="0">
                <a:solidFill>
                  <a:schemeClr val="tx1"/>
                </a:solidFill>
                <a:effectLst/>
                <a:latin typeface="+mn-lt"/>
                <a:ea typeface="ＭＳ Ｐゴシック"/>
                <a:cs typeface="Calibri"/>
              </a:rPr>
              <a:t>kernel is </a:t>
            </a:r>
            <a:r>
              <a:rPr lang="en-US" dirty="0">
                <a:ea typeface="ＭＳ Ｐゴシック"/>
                <a:cs typeface="Calibri"/>
              </a:rPr>
              <a:t>inter-process communication (IPC).</a:t>
            </a:r>
            <a:r>
              <a:rPr lang="en-US" sz="1200" kern="1200" dirty="0">
                <a:solidFill>
                  <a:schemeClr val="tx1"/>
                </a:solidFill>
                <a:effectLst/>
                <a:latin typeface="+mn-lt"/>
                <a:ea typeface="ＭＳ Ｐゴシック"/>
                <a:cs typeface="Calibri"/>
              </a:rPr>
              <a:t> This encompasses the ability to share resources, as well as synchronize and exchange data.</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29</a:t>
            </a:fld>
            <a:endParaRPr lang="en-US" altLang="en-US"/>
          </a:p>
        </p:txBody>
      </p:sp>
    </p:spTree>
    <p:extLst>
      <p:ext uri="{BB962C8B-B14F-4D97-AF65-F5344CB8AC3E}">
        <p14:creationId xmlns:p14="http://schemas.microsoft.com/office/powerpoint/2010/main" val="414620414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sz="1200" kern="1200">
                <a:solidFill>
                  <a:schemeClr val="tx1"/>
                </a:solidFill>
                <a:effectLst/>
                <a:latin typeface="+mn-lt"/>
                <a:ea typeface="ＭＳ Ｐゴシック"/>
                <a:cs typeface="Calibri"/>
              </a:rPr>
              <a:t>The </a:t>
            </a:r>
            <a:r>
              <a:rPr lang="en-US">
                <a:ea typeface="ＭＳ Ｐゴシック"/>
                <a:cs typeface="Calibri"/>
              </a:rPr>
              <a:t>Inter-Process Communication (IPC)</a:t>
            </a:r>
            <a:r>
              <a:rPr lang="en-US" sz="1200" kern="1200">
                <a:solidFill>
                  <a:schemeClr val="tx1"/>
                </a:solidFill>
                <a:effectLst/>
                <a:latin typeface="+mn-lt"/>
                <a:ea typeface="ＭＳ Ｐゴシック"/>
                <a:cs typeface="Calibri"/>
              </a:rPr>
              <a:t> service is provided to the user space as a system call interface. IPC can take many forms, as different processes may need to communicate </a:t>
            </a:r>
            <a:r>
              <a:rPr lang="en-US">
                <a:ea typeface="ＭＳ Ｐゴシック"/>
                <a:cs typeface="Calibri"/>
              </a:rPr>
              <a:t>using </a:t>
            </a:r>
            <a:r>
              <a:rPr lang="en-US" sz="1200" kern="1200">
                <a:solidFill>
                  <a:schemeClr val="tx1"/>
                </a:solidFill>
                <a:effectLst/>
                <a:latin typeface="+mn-lt"/>
                <a:ea typeface="ＭＳ Ｐゴシック"/>
                <a:cs typeface="Calibri"/>
              </a:rPr>
              <a:t>different methods. Some examples include pipes, message queues, shared memory, semaphores, domain sockets, wait queues, and signals. </a:t>
            </a:r>
            <a:endParaRPr lang="en-US"/>
          </a:p>
          <a:p>
            <a:pPr>
              <a:defRPr/>
            </a:pPr>
            <a:endParaRPr lang="en-US" dirty="0">
              <a:ea typeface="ＭＳ Ｐゴシック"/>
              <a:cs typeface="Calibri"/>
            </a:endParaRPr>
          </a:p>
          <a:p>
            <a:pPr>
              <a:defRPr/>
            </a:pPr>
            <a:r>
              <a:rPr lang="en-US" dirty="0">
                <a:ea typeface="ＭＳ Ｐゴシック"/>
                <a:cs typeface="Calibri"/>
              </a:rPr>
              <a:t>As</a:t>
            </a:r>
            <a:r>
              <a:rPr lang="en-US" sz="1200" kern="1200" dirty="0">
                <a:solidFill>
                  <a:schemeClr val="tx1"/>
                </a:solidFill>
                <a:effectLst/>
                <a:latin typeface="+mn-lt"/>
                <a:ea typeface="ＭＳ Ｐゴシック"/>
                <a:cs typeface="Calibri"/>
              </a:rPr>
              <a:t> </a:t>
            </a:r>
            <a:r>
              <a:rPr lang="en-US" dirty="0">
                <a:ea typeface="ＭＳ Ｐゴシック"/>
                <a:cs typeface="Calibri"/>
              </a:rPr>
              <a:t>shown in this</a:t>
            </a:r>
            <a:r>
              <a:rPr lang="en-US" sz="1200" kern="1200" dirty="0">
                <a:solidFill>
                  <a:schemeClr val="tx1"/>
                </a:solidFill>
                <a:effectLst/>
                <a:latin typeface="+mn-lt"/>
                <a:ea typeface="ＭＳ Ｐゴシック"/>
                <a:cs typeface="Calibri"/>
              </a:rPr>
              <a:t> diagram, each of these methods falls into different categories in regard to IPC and what they may be used for. For example, pipes are commonly used for IPC regarding files.</a:t>
            </a:r>
            <a:endParaRPr lang="en-US" dirty="0"/>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30</a:t>
            </a:fld>
            <a:endParaRPr lang="en-US" altLang="en-US"/>
          </a:p>
        </p:txBody>
      </p:sp>
    </p:spTree>
    <p:extLst>
      <p:ext uri="{BB962C8B-B14F-4D97-AF65-F5344CB8AC3E}">
        <p14:creationId xmlns:p14="http://schemas.microsoft.com/office/powerpoint/2010/main" val="132424226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sz="1200" kern="1200" dirty="0">
                <a:solidFill>
                  <a:schemeClr val="tx1"/>
                </a:solidFill>
                <a:effectLst/>
                <a:latin typeface="+mn-lt"/>
                <a:ea typeface="ＭＳ Ｐゴシック"/>
                <a:cs typeface="Calibri"/>
              </a:rPr>
              <a:t>The kernel also supports networking and provides support for network connectivity. </a:t>
            </a:r>
            <a:r>
              <a:rPr lang="en-US" dirty="0">
                <a:ea typeface="ＭＳ Ｐゴシック"/>
                <a:cs typeface="Calibri"/>
              </a:rPr>
              <a:t>To achieve</a:t>
            </a:r>
            <a:r>
              <a:rPr lang="en-US" sz="1200" kern="1200" dirty="0">
                <a:solidFill>
                  <a:schemeClr val="tx1"/>
                </a:solidFill>
                <a:effectLst/>
                <a:latin typeface="+mn-lt"/>
                <a:ea typeface="ＭＳ Ｐゴシック"/>
                <a:cs typeface="Calibri"/>
              </a:rPr>
              <a:t> this, it implements network protocols such as TCP and IP through hardware-independent code. It also implements the network card drivers, </a:t>
            </a:r>
            <a:r>
              <a:rPr lang="en-US" dirty="0">
                <a:ea typeface="ＭＳ Ｐゴシック"/>
                <a:cs typeface="Calibri"/>
              </a:rPr>
              <a:t>which are implemented</a:t>
            </a:r>
            <a:r>
              <a:rPr lang="en-US" sz="1200" kern="1200" dirty="0">
                <a:solidFill>
                  <a:schemeClr val="tx1"/>
                </a:solidFill>
                <a:effectLst/>
                <a:latin typeface="+mn-lt"/>
                <a:ea typeface="ＭＳ Ｐゴシック"/>
                <a:cs typeface="Calibri"/>
              </a:rPr>
              <a:t> </a:t>
            </a:r>
            <a:r>
              <a:rPr lang="en-US" dirty="0">
                <a:ea typeface="ＭＳ Ｐゴシック"/>
                <a:cs typeface="Calibri"/>
              </a:rPr>
              <a:t>using</a:t>
            </a:r>
            <a:r>
              <a:rPr lang="en-US" sz="1200" kern="1200" dirty="0">
                <a:solidFill>
                  <a:schemeClr val="tx1"/>
                </a:solidFill>
                <a:effectLst/>
                <a:latin typeface="+mn-lt"/>
                <a:ea typeface="ＭＳ Ｐゴシック"/>
                <a:cs typeface="Calibri"/>
              </a:rPr>
              <a:t> hardware-specific code.</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31</a:t>
            </a:fld>
            <a:endParaRPr lang="en-US" altLang="en-US"/>
          </a:p>
        </p:txBody>
      </p:sp>
    </p:spTree>
    <p:extLst>
      <p:ext uri="{BB962C8B-B14F-4D97-AF65-F5344CB8AC3E}">
        <p14:creationId xmlns:p14="http://schemas.microsoft.com/office/powerpoint/2010/main" val="331646006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ＭＳ Ｐゴシック" charset="0"/>
                <a:cs typeface="ＭＳ Ｐゴシック" charset="0"/>
              </a:rPr>
              <a:t>We will now take a look at device trees.</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32</a:t>
            </a:fld>
            <a:endParaRPr lang="en-US" altLang="en-US"/>
          </a:p>
        </p:txBody>
      </p:sp>
    </p:spTree>
    <p:extLst>
      <p:ext uri="{BB962C8B-B14F-4D97-AF65-F5344CB8AC3E}">
        <p14:creationId xmlns:p14="http://schemas.microsoft.com/office/powerpoint/2010/main" val="153756259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ＭＳ Ｐゴシック"/>
                <a:cs typeface="Calibri"/>
              </a:rPr>
              <a:t>For</a:t>
            </a:r>
            <a:r>
              <a:rPr lang="en-US" sz="1200" kern="1200" dirty="0">
                <a:solidFill>
                  <a:schemeClr val="tx1"/>
                </a:solidFill>
                <a:effectLst/>
                <a:latin typeface="+mn-lt"/>
                <a:ea typeface="ＭＳ Ｐゴシック"/>
                <a:cs typeface="Calibri"/>
              </a:rPr>
              <a:t> the kernel to manage its hardware </a:t>
            </a:r>
            <a:r>
              <a:rPr lang="en-US" dirty="0">
                <a:ea typeface="ＭＳ Ｐゴシック"/>
                <a:cs typeface="Calibri"/>
              </a:rPr>
              <a:t>resources</a:t>
            </a:r>
            <a:r>
              <a:rPr lang="en-US" sz="1200" kern="1200" dirty="0">
                <a:solidFill>
                  <a:schemeClr val="tx1"/>
                </a:solidFill>
                <a:effectLst/>
                <a:latin typeface="+mn-lt"/>
                <a:ea typeface="ＭＳ Ｐゴシック"/>
                <a:cs typeface="Calibri"/>
              </a:rPr>
              <a:t>, it needs to know which resources are actually available to the embedded system, for example, looking back to the hardware description and things such as I/O devices and memory.</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a:cs typeface="Calibri"/>
              </a:rPr>
              <a:t>There are two ways for the kernel to retrieve this information. One </a:t>
            </a:r>
            <a:r>
              <a:rPr lang="en-US" dirty="0">
                <a:ea typeface="ＭＳ Ｐゴシック"/>
                <a:cs typeface="Calibri"/>
              </a:rPr>
              <a:t>method is</a:t>
            </a:r>
            <a:r>
              <a:rPr lang="en-US" sz="1200" kern="1200" dirty="0">
                <a:solidFill>
                  <a:schemeClr val="tx1"/>
                </a:solidFill>
                <a:effectLst/>
                <a:latin typeface="+mn-lt"/>
                <a:ea typeface="ＭＳ Ｐゴシック"/>
                <a:cs typeface="Calibri"/>
              </a:rPr>
              <a:t> that the information can be hardcoded into the kernel binary code. However, this means that each modification to the hardware definition requires recompiling the source code. The other method is to provide the information to the kernel when the bootloader uses a binary file, which is the device tree blob (DTB).</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a:cs typeface="Calibri"/>
              </a:rPr>
              <a:t>A DTB file is produced from a </a:t>
            </a:r>
            <a:r>
              <a:rPr lang="en-US" dirty="0">
                <a:ea typeface="ＭＳ Ｐゴシック"/>
                <a:cs typeface="Calibri"/>
              </a:rPr>
              <a:t>Device</a:t>
            </a:r>
            <a:r>
              <a:rPr lang="en-US" sz="1200" kern="1200" dirty="0">
                <a:solidFill>
                  <a:schemeClr val="tx1"/>
                </a:solidFill>
                <a:effectLst/>
                <a:latin typeface="+mn-lt"/>
                <a:ea typeface="ＭＳ Ｐゴシック"/>
                <a:cs typeface="Calibri"/>
              </a:rPr>
              <a:t> </a:t>
            </a:r>
            <a:r>
              <a:rPr lang="en-US" dirty="0">
                <a:ea typeface="ＭＳ Ｐゴシック"/>
                <a:cs typeface="Calibri"/>
              </a:rPr>
              <a:t>Tree Source</a:t>
            </a:r>
            <a:r>
              <a:rPr lang="en-US" sz="1200" kern="1200" dirty="0">
                <a:solidFill>
                  <a:schemeClr val="tx1"/>
                </a:solidFill>
                <a:effectLst/>
                <a:latin typeface="+mn-lt"/>
                <a:ea typeface="ＭＳ Ｐゴシック"/>
                <a:cs typeface="Calibri"/>
              </a:rPr>
              <a:t> (DTS). </a:t>
            </a:r>
            <a:r>
              <a:rPr lang="en-US" dirty="0">
                <a:ea typeface="ＭＳ Ｐゴシック"/>
                <a:cs typeface="Calibri"/>
              </a:rPr>
              <a:t>This </a:t>
            </a:r>
            <a:r>
              <a:rPr lang="en-US" dirty="0" err="1">
                <a:ea typeface="ＭＳ Ｐゴシック"/>
                <a:cs typeface="Calibri"/>
              </a:rPr>
              <a:t>appraoch</a:t>
            </a:r>
            <a:r>
              <a:rPr lang="en-US" dirty="0">
                <a:ea typeface="ＭＳ Ｐゴシック"/>
                <a:cs typeface="Calibri"/>
              </a:rPr>
              <a:t> allows the</a:t>
            </a:r>
            <a:r>
              <a:rPr lang="en-US" sz="1200" kern="1200" dirty="0">
                <a:solidFill>
                  <a:schemeClr val="tx1"/>
                </a:solidFill>
                <a:effectLst/>
                <a:latin typeface="+mn-lt"/>
                <a:ea typeface="ＭＳ Ｐゴシック"/>
                <a:cs typeface="Calibri"/>
              </a:rPr>
              <a:t> definition of the hardware </a:t>
            </a:r>
            <a:r>
              <a:rPr lang="en-US" dirty="0">
                <a:ea typeface="ＭＳ Ｐゴシック"/>
                <a:cs typeface="Calibri"/>
              </a:rPr>
              <a:t>to</a:t>
            </a:r>
            <a:r>
              <a:rPr lang="en-US" sz="1200" kern="1200" dirty="0">
                <a:solidFill>
                  <a:schemeClr val="tx1"/>
                </a:solidFill>
                <a:effectLst/>
                <a:latin typeface="+mn-lt"/>
                <a:ea typeface="ＭＳ Ｐゴシック"/>
                <a:cs typeface="Calibri"/>
              </a:rPr>
              <a:t> be changed much more easily, as only the DTS requires recompilation</a:t>
            </a:r>
            <a:r>
              <a:rPr lang="en-US" dirty="0">
                <a:ea typeface="ＭＳ Ｐゴシック"/>
                <a:cs typeface="Calibri"/>
              </a:rPr>
              <a:t>,</a:t>
            </a:r>
            <a:r>
              <a:rPr lang="en-US" sz="1200" kern="1200" dirty="0">
                <a:solidFill>
                  <a:schemeClr val="tx1"/>
                </a:solidFill>
                <a:effectLst/>
                <a:latin typeface="+mn-lt"/>
                <a:ea typeface="ＭＳ Ｐゴシック"/>
                <a:cs typeface="Calibri"/>
              </a:rPr>
              <a:t> </a:t>
            </a:r>
            <a:r>
              <a:rPr lang="en-US" dirty="0">
                <a:ea typeface="ＭＳ Ｐゴシック"/>
                <a:cs typeface="Calibri"/>
              </a:rPr>
              <a:t>saving</a:t>
            </a:r>
            <a:r>
              <a:rPr lang="en-US" sz="1200" kern="1200" dirty="0">
                <a:solidFill>
                  <a:schemeClr val="tx1"/>
                </a:solidFill>
                <a:effectLst/>
                <a:latin typeface="+mn-lt"/>
                <a:ea typeface="ＭＳ Ｐゴシック"/>
                <a:cs typeface="Calibri"/>
              </a:rPr>
              <a:t> a </a:t>
            </a:r>
            <a:r>
              <a:rPr lang="en-US" dirty="0">
                <a:ea typeface="ＭＳ Ｐゴシック"/>
                <a:cs typeface="Calibri"/>
              </a:rPr>
              <a:t>significant</a:t>
            </a:r>
            <a:r>
              <a:rPr lang="en-US" sz="1200" kern="1200" dirty="0">
                <a:solidFill>
                  <a:schemeClr val="tx1"/>
                </a:solidFill>
                <a:effectLst/>
                <a:latin typeface="+mn-lt"/>
                <a:ea typeface="ＭＳ Ｐゴシック"/>
                <a:cs typeface="Calibri"/>
              </a:rPr>
              <a:t> </a:t>
            </a:r>
            <a:r>
              <a:rPr lang="en-US" dirty="0">
                <a:ea typeface="ＭＳ Ｐゴシック"/>
                <a:cs typeface="Calibri"/>
              </a:rPr>
              <a:t> </a:t>
            </a:r>
            <a:r>
              <a:rPr lang="en-US" sz="1200" kern="1200" dirty="0">
                <a:solidFill>
                  <a:schemeClr val="tx1"/>
                </a:solidFill>
                <a:effectLst/>
                <a:latin typeface="+mn-lt"/>
                <a:ea typeface="ＭＳ Ｐゴシック"/>
                <a:cs typeface="Calibri"/>
              </a:rPr>
              <a:t>amount of time.</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33</a:t>
            </a:fld>
            <a:endParaRPr lang="en-US" altLang="en-US"/>
          </a:p>
        </p:txBody>
      </p:sp>
    </p:spTree>
    <p:extLst>
      <p:ext uri="{BB962C8B-B14F-4D97-AF65-F5344CB8AC3E}">
        <p14:creationId xmlns:p14="http://schemas.microsoft.com/office/powerpoint/2010/main" val="53525258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a:cs typeface="Calibri"/>
              </a:rPr>
              <a:t>In Arm architecture, the </a:t>
            </a:r>
            <a:r>
              <a:rPr lang="en-US" dirty="0">
                <a:ea typeface="ＭＳ Ｐゴシック"/>
                <a:cs typeface="Calibri"/>
              </a:rPr>
              <a:t>Device Tree Source (DTS)</a:t>
            </a:r>
            <a:r>
              <a:rPr lang="en-US" sz="1200" kern="1200" dirty="0">
                <a:solidFill>
                  <a:schemeClr val="tx1"/>
                </a:solidFill>
                <a:effectLst/>
                <a:latin typeface="+mn-lt"/>
                <a:ea typeface="ＭＳ Ｐゴシック"/>
                <a:cs typeface="Calibri"/>
              </a:rPr>
              <a:t> files are typically located in arch/arm/boot/</a:t>
            </a:r>
            <a:r>
              <a:rPr lang="en-US" sz="1200" kern="1200" dirty="0" err="1">
                <a:solidFill>
                  <a:schemeClr val="tx1"/>
                </a:solidFill>
                <a:effectLst/>
                <a:latin typeface="+mn-lt"/>
                <a:ea typeface="ＭＳ Ｐゴシック"/>
                <a:cs typeface="Calibri"/>
              </a:rPr>
              <a:t>dts</a:t>
            </a:r>
            <a:r>
              <a:rPr lang="en-US" sz="1200" kern="1200" dirty="0">
                <a:solidFill>
                  <a:schemeClr val="tx1"/>
                </a:solidFill>
                <a:effectLst/>
                <a:latin typeface="+mn-lt"/>
                <a:ea typeface="ＭＳ Ｐゴシック"/>
                <a:cs typeface="Calibri"/>
              </a:rPr>
              <a:t> or arch/arm64/boot/</a:t>
            </a:r>
            <a:r>
              <a:rPr lang="en-US" sz="1200" kern="1200" dirty="0" err="1">
                <a:solidFill>
                  <a:schemeClr val="tx1"/>
                </a:solidFill>
                <a:effectLst/>
                <a:latin typeface="+mn-lt"/>
                <a:ea typeface="ＭＳ Ｐゴシック"/>
                <a:cs typeface="Calibri"/>
              </a:rPr>
              <a:t>dts</a:t>
            </a:r>
            <a:r>
              <a:rPr lang="en-US" sz="1200" kern="1200" dirty="0">
                <a:solidFill>
                  <a:schemeClr val="tx1"/>
                </a:solidFill>
                <a:effectLst/>
                <a:latin typeface="+mn-lt"/>
                <a:ea typeface="ＭＳ Ｐゴシック"/>
                <a:cs typeface="Calibri"/>
              </a:rPr>
              <a:t>. </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The “.</a:t>
            </a:r>
            <a:r>
              <a:rPr lang="en-US" sz="1200" kern="1200" dirty="0" err="1">
                <a:solidFill>
                  <a:schemeClr val="tx1"/>
                </a:solidFill>
                <a:effectLst/>
                <a:latin typeface="+mn-lt"/>
                <a:ea typeface="ＭＳ Ｐゴシック" charset="0"/>
                <a:cs typeface="ＭＳ Ｐゴシック" charset="0"/>
              </a:rPr>
              <a:t>dts</a:t>
            </a:r>
            <a:r>
              <a:rPr lang="en-US" sz="1200" kern="1200" dirty="0">
                <a:solidFill>
                  <a:schemeClr val="tx1"/>
                </a:solidFill>
                <a:effectLst/>
                <a:latin typeface="+mn-lt"/>
                <a:ea typeface="ＭＳ Ｐゴシック" charset="0"/>
                <a:cs typeface="ＭＳ Ｐゴシック" charset="0"/>
              </a:rPr>
              <a:t>” files are for board-level definitions and the “.</a:t>
            </a:r>
            <a:r>
              <a:rPr lang="en-US" sz="1200" kern="1200" dirty="0" err="1">
                <a:solidFill>
                  <a:schemeClr val="tx1"/>
                </a:solidFill>
                <a:effectLst/>
                <a:latin typeface="+mn-lt"/>
                <a:ea typeface="ＭＳ Ｐゴシック" charset="0"/>
                <a:cs typeface="ＭＳ Ｐゴシック" charset="0"/>
              </a:rPr>
              <a:t>dtsi</a:t>
            </a:r>
            <a:r>
              <a:rPr lang="en-US" sz="1200" kern="1200" dirty="0">
                <a:solidFill>
                  <a:schemeClr val="tx1"/>
                </a:solidFill>
                <a:effectLst/>
                <a:latin typeface="+mn-lt"/>
                <a:ea typeface="ＭＳ Ｐゴシック" charset="0"/>
                <a:cs typeface="ＭＳ Ｐゴシック" charset="0"/>
              </a:rPr>
              <a:t>” files are for included files.</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a:cs typeface="Calibri"/>
              </a:rPr>
              <a:t>The device tree compiler is a tool that compiles the source into a binary form</a:t>
            </a:r>
            <a:r>
              <a:rPr lang="en-US" dirty="0">
                <a:ea typeface="ＭＳ Ｐゴシック"/>
                <a:cs typeface="Calibri"/>
              </a:rPr>
              <a:t> known as the Device Tree Blob (</a:t>
            </a:r>
            <a:r>
              <a:rPr lang="en-US" sz="1200" kern="1200" dirty="0">
                <a:solidFill>
                  <a:schemeClr val="tx1"/>
                </a:solidFill>
                <a:effectLst/>
                <a:latin typeface="+mn-lt"/>
                <a:ea typeface="ＭＳ Ｐゴシック"/>
                <a:cs typeface="Calibri"/>
              </a:rPr>
              <a:t>DTB</a:t>
            </a:r>
            <a:r>
              <a:rPr lang="en-US" dirty="0">
                <a:ea typeface="ＭＳ Ｐゴシック"/>
                <a:cs typeface="Calibri"/>
              </a:rPr>
              <a:t>).</a:t>
            </a:r>
            <a:r>
              <a:rPr lang="en-US" sz="1200" kern="1200" dirty="0">
                <a:solidFill>
                  <a:schemeClr val="tx1"/>
                </a:solidFill>
                <a:effectLst/>
                <a:latin typeface="+mn-lt"/>
                <a:ea typeface="ＭＳ Ｐゴシック"/>
                <a:cs typeface="Calibri"/>
              </a:rPr>
              <a:t> The DTB is then loaded by the bootloader and parsed by the kernel </a:t>
            </a:r>
            <a:r>
              <a:rPr lang="en-US" dirty="0">
                <a:ea typeface="ＭＳ Ｐゴシック"/>
                <a:cs typeface="Calibri"/>
              </a:rPr>
              <a:t>during </a:t>
            </a:r>
            <a:r>
              <a:rPr lang="en-US" sz="1200" kern="1200" dirty="0">
                <a:solidFill>
                  <a:schemeClr val="tx1"/>
                </a:solidFill>
                <a:effectLst/>
                <a:latin typeface="+mn-lt"/>
                <a:ea typeface="ＭＳ Ｐゴシック"/>
                <a:cs typeface="Calibri"/>
              </a:rPr>
              <a:t>boot</a:t>
            </a:r>
            <a:r>
              <a:rPr lang="en-US" dirty="0">
                <a:ea typeface="ＭＳ Ｐゴシック"/>
                <a:cs typeface="Calibri"/>
              </a:rPr>
              <a:t>.</a:t>
            </a:r>
            <a:r>
              <a:rPr lang="en-US" sz="1200" kern="1200" dirty="0">
                <a:solidFill>
                  <a:schemeClr val="tx1"/>
                </a:solidFill>
                <a:effectLst/>
                <a:latin typeface="+mn-lt"/>
                <a:ea typeface="ＭＳ Ｐゴシック"/>
                <a:cs typeface="Calibri"/>
              </a:rPr>
              <a:t> </a:t>
            </a:r>
          </a:p>
          <a:p>
            <a:r>
              <a:rPr lang="en-US" sz="1200" kern="1200" dirty="0">
                <a:solidFill>
                  <a:schemeClr val="tx1"/>
                </a:solidFill>
                <a:effectLst/>
                <a:latin typeface="+mn-lt"/>
                <a:ea typeface="ＭＳ Ｐゴシック" charset="0"/>
                <a:cs typeface="ＭＳ Ｐゴシック" charset="0"/>
              </a:rPr>
              <a:t> </a:t>
            </a:r>
          </a:p>
          <a:p>
            <a:r>
              <a:rPr lang="en-US" dirty="0">
                <a:ea typeface="ＭＳ Ｐゴシック"/>
                <a:cs typeface="Calibri"/>
              </a:rPr>
              <a:t>Device</a:t>
            </a:r>
            <a:r>
              <a:rPr lang="en-US" sz="1200" kern="1200" dirty="0">
                <a:solidFill>
                  <a:schemeClr val="tx1"/>
                </a:solidFill>
                <a:effectLst/>
                <a:latin typeface="+mn-lt"/>
                <a:ea typeface="ＭＳ Ｐゴシック"/>
                <a:cs typeface="Calibri"/>
              </a:rPr>
              <a:t> tree files are not monolithic, so they can be split into several files, including each other.</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34</a:t>
            </a:fld>
            <a:endParaRPr lang="en-US" altLang="en-US"/>
          </a:p>
        </p:txBody>
      </p:sp>
    </p:spTree>
    <p:extLst>
      <p:ext uri="{BB962C8B-B14F-4D97-AF65-F5344CB8AC3E}">
        <p14:creationId xmlns:p14="http://schemas.microsoft.com/office/powerpoint/2010/main" val="1916480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a:cs typeface="Calibri"/>
              </a:rPr>
              <a:t>This is the content of a device tree file, </a:t>
            </a:r>
            <a:r>
              <a:rPr lang="en-US" dirty="0">
                <a:ea typeface="ＭＳ Ｐゴシック"/>
                <a:cs typeface="Calibri"/>
              </a:rPr>
              <a:t>with</a:t>
            </a:r>
            <a:r>
              <a:rPr lang="en-US" sz="1200" kern="1200" dirty="0">
                <a:solidFill>
                  <a:schemeClr val="tx1"/>
                </a:solidFill>
                <a:effectLst/>
                <a:latin typeface="+mn-lt"/>
                <a:ea typeface="ＭＳ Ｐゴシック"/>
                <a:cs typeface="Calibri"/>
              </a:rPr>
              <a:t> each </a:t>
            </a:r>
            <a:r>
              <a:rPr lang="en-US" dirty="0">
                <a:ea typeface="ＭＳ Ｐゴシック"/>
                <a:cs typeface="Calibri"/>
              </a:rPr>
              <a:t>part</a:t>
            </a:r>
            <a:r>
              <a:rPr lang="en-US" sz="1200" kern="1200" dirty="0">
                <a:solidFill>
                  <a:schemeClr val="tx1"/>
                </a:solidFill>
                <a:effectLst/>
                <a:latin typeface="+mn-lt"/>
                <a:ea typeface="ＭＳ Ｐゴシック"/>
                <a:cs typeface="Calibri"/>
              </a:rPr>
              <a:t> labelled to </a:t>
            </a:r>
            <a:r>
              <a:rPr lang="en-US" dirty="0">
                <a:ea typeface="ＭＳ Ｐゴシック"/>
                <a:cs typeface="Calibri"/>
              </a:rPr>
              <a:t>describe</a:t>
            </a:r>
            <a:r>
              <a:rPr lang="en-US" sz="1200" kern="1200" dirty="0">
                <a:solidFill>
                  <a:schemeClr val="tx1"/>
                </a:solidFill>
                <a:effectLst/>
                <a:latin typeface="+mn-lt"/>
                <a:ea typeface="ＭＳ Ｐゴシック"/>
                <a:cs typeface="Calibri"/>
              </a:rPr>
              <a:t> </a:t>
            </a:r>
            <a:r>
              <a:rPr lang="en-US" dirty="0">
                <a:ea typeface="ＭＳ Ｐゴシック"/>
                <a:cs typeface="Calibri"/>
              </a:rPr>
              <a:t>its purpose</a:t>
            </a:r>
            <a:r>
              <a:rPr lang="en-US" sz="1200" kern="1200" dirty="0">
                <a:solidFill>
                  <a:schemeClr val="tx1"/>
                </a:solidFill>
                <a:effectLst/>
                <a:latin typeface="+mn-lt"/>
                <a:ea typeface="ＭＳ Ｐゴシック"/>
                <a:cs typeface="Calibri"/>
              </a:rPr>
              <a:t>.</a:t>
            </a:r>
            <a:endParaRPr lang="en-IN" dirty="0">
              <a:ea typeface="ＭＳ Ｐゴシック"/>
              <a:cs typeface="Calibri"/>
            </a:endParaRPr>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35</a:t>
            </a:fld>
            <a:endParaRPr lang="en-US" altLang="en-US"/>
          </a:p>
        </p:txBody>
      </p:sp>
    </p:spTree>
    <p:extLst>
      <p:ext uri="{BB962C8B-B14F-4D97-AF65-F5344CB8AC3E}">
        <p14:creationId xmlns:p14="http://schemas.microsoft.com/office/powerpoint/2010/main" val="62066089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a:cs typeface="Calibri"/>
              </a:rPr>
              <a:t>Under the root of the device tree, </a:t>
            </a:r>
            <a:r>
              <a:rPr lang="en-US" dirty="0">
                <a:ea typeface="ＭＳ Ｐゴシック"/>
                <a:cs typeface="Calibri"/>
              </a:rPr>
              <a:t>there</a:t>
            </a:r>
            <a:r>
              <a:rPr lang="en-US" sz="1200" kern="1200" dirty="0">
                <a:solidFill>
                  <a:schemeClr val="tx1"/>
                </a:solidFill>
                <a:effectLst/>
                <a:latin typeface="+mn-lt"/>
                <a:ea typeface="ＭＳ Ｐゴシック"/>
                <a:cs typeface="Calibri"/>
              </a:rPr>
              <a:t> </a:t>
            </a:r>
            <a:r>
              <a:rPr lang="en-US" dirty="0">
                <a:ea typeface="ＭＳ Ｐゴシック"/>
                <a:cs typeface="Calibri"/>
              </a:rPr>
              <a:t>are </a:t>
            </a:r>
            <a:r>
              <a:rPr lang="en-US" sz="1200" kern="1200" dirty="0">
                <a:solidFill>
                  <a:schemeClr val="tx1"/>
                </a:solidFill>
                <a:effectLst/>
                <a:latin typeface="+mn-lt"/>
                <a:ea typeface="ＭＳ Ｐゴシック"/>
                <a:cs typeface="Calibri"/>
              </a:rPr>
              <a:t>a number of nodes. One is the “</a:t>
            </a:r>
            <a:r>
              <a:rPr lang="en-US" sz="1200" kern="1200" dirty="0" err="1">
                <a:solidFill>
                  <a:schemeClr val="tx1"/>
                </a:solidFill>
                <a:effectLst/>
                <a:latin typeface="+mn-lt"/>
                <a:ea typeface="ＭＳ Ｐゴシック"/>
                <a:cs typeface="Calibri"/>
              </a:rPr>
              <a:t>cpu</a:t>
            </a:r>
            <a:r>
              <a:rPr lang="en-US" sz="1200" kern="1200" dirty="0">
                <a:solidFill>
                  <a:schemeClr val="tx1"/>
                </a:solidFill>
                <a:effectLst/>
                <a:latin typeface="+mn-lt"/>
                <a:ea typeface="ＭＳ Ｐゴシック"/>
                <a:cs typeface="Calibri"/>
              </a:rPr>
              <a:t>” node, which will have sub-nodes that describe each CPU in the system. </a:t>
            </a:r>
            <a:r>
              <a:rPr lang="en-US" dirty="0">
                <a:ea typeface="ＭＳ Ｐゴシック"/>
                <a:cs typeface="Calibri"/>
              </a:rPr>
              <a:t>There is</a:t>
            </a:r>
            <a:r>
              <a:rPr lang="en-US" sz="1200" kern="1200" dirty="0">
                <a:solidFill>
                  <a:schemeClr val="tx1"/>
                </a:solidFill>
                <a:effectLst/>
                <a:latin typeface="+mn-lt"/>
                <a:ea typeface="ＭＳ Ｐゴシック"/>
                <a:cs typeface="Calibri"/>
              </a:rPr>
              <a:t> also a “memory” node, </a:t>
            </a:r>
            <a:r>
              <a:rPr lang="en-US" dirty="0">
                <a:ea typeface="ＭＳ Ｐゴシック"/>
                <a:cs typeface="Calibri"/>
              </a:rPr>
              <a:t>which</a:t>
            </a:r>
            <a:r>
              <a:rPr lang="en-US" sz="1200" kern="1200" dirty="0">
                <a:solidFill>
                  <a:schemeClr val="tx1"/>
                </a:solidFill>
                <a:effectLst/>
                <a:latin typeface="+mn-lt"/>
                <a:ea typeface="ＭＳ Ｐゴシック"/>
                <a:cs typeface="Calibri"/>
              </a:rPr>
              <a:t> </a:t>
            </a:r>
            <a:r>
              <a:rPr lang="en-US" dirty="0">
                <a:ea typeface="ＭＳ Ｐゴシック"/>
                <a:cs typeface="Calibri"/>
              </a:rPr>
              <a:t>defines</a:t>
            </a:r>
            <a:r>
              <a:rPr lang="en-US" sz="1200" kern="1200" dirty="0">
                <a:solidFill>
                  <a:schemeClr val="tx1"/>
                </a:solidFill>
                <a:effectLst/>
                <a:latin typeface="+mn-lt"/>
                <a:ea typeface="ＭＳ Ｐゴシック"/>
                <a:cs typeface="Calibri"/>
              </a:rPr>
              <a:t> the location and the size of the RAM. </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Another node under the root of the device tree is a “chosen” node, which is used to pass parameters to the kernel at boot time.</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a:cs typeface="Calibri"/>
              </a:rPr>
              <a:t>An “</a:t>
            </a:r>
            <a:r>
              <a:rPr lang="en-US" dirty="0">
                <a:ea typeface="ＭＳ Ｐゴシック"/>
                <a:cs typeface="Calibri"/>
              </a:rPr>
              <a:t>aliases</a:t>
            </a:r>
            <a:r>
              <a:rPr lang="en-US" sz="1200" kern="1200" dirty="0">
                <a:solidFill>
                  <a:schemeClr val="tx1"/>
                </a:solidFill>
                <a:effectLst/>
                <a:latin typeface="+mn-lt"/>
                <a:ea typeface="ＭＳ Ｐゴシック"/>
                <a:cs typeface="Calibri"/>
              </a:rPr>
              <a:t>” node is also present and defines shortcuts to other nodes.</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36</a:t>
            </a:fld>
            <a:endParaRPr lang="en-US" altLang="en-US"/>
          </a:p>
        </p:txBody>
      </p:sp>
    </p:spTree>
    <p:extLst>
      <p:ext uri="{BB962C8B-B14F-4D97-AF65-F5344CB8AC3E}">
        <p14:creationId xmlns:p14="http://schemas.microsoft.com/office/powerpoint/2010/main" val="192153870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In terms of device tree addressing, the following properties are used:</a:t>
            </a:r>
          </a:p>
          <a:p>
            <a:pPr lvl="1"/>
            <a:r>
              <a:rPr lang="en-US" sz="1200" kern="1200" dirty="0">
                <a:solidFill>
                  <a:schemeClr val="tx1"/>
                </a:solidFill>
                <a:effectLst/>
                <a:latin typeface="+mn-lt"/>
                <a:ea typeface="ＭＳ Ｐゴシック" charset="0"/>
                <a:cs typeface="ＭＳ Ｐゴシック" charset="0"/>
              </a:rPr>
              <a:t>- The first, called “req”, is a list of the address sets assigned to the node.</a:t>
            </a:r>
          </a:p>
          <a:p>
            <a:pPr lvl="1"/>
            <a:r>
              <a:rPr lang="en-US" sz="1200" kern="1200" dirty="0">
                <a:solidFill>
                  <a:schemeClr val="tx1"/>
                </a:solidFill>
                <a:effectLst/>
                <a:latin typeface="+mn-lt"/>
                <a:ea typeface="ＭＳ Ｐゴシック" charset="0"/>
                <a:cs typeface="ＭＳ Ｐゴシック" charset="0"/>
              </a:rPr>
              <a:t>- The second, called “#address-cells”, states the number of address sets for the node.</a:t>
            </a:r>
          </a:p>
          <a:p>
            <a:pPr marL="457200" lvl="1" indent="0">
              <a:buFontTx/>
              <a:buNone/>
            </a:pPr>
            <a:r>
              <a:rPr lang="en-US" sz="1200" kern="1200" dirty="0">
                <a:solidFill>
                  <a:schemeClr val="tx1"/>
                </a:solidFill>
                <a:effectLst/>
                <a:latin typeface="+mn-lt"/>
                <a:ea typeface="ＭＳ Ｐゴシック" charset="0"/>
                <a:cs typeface="ＭＳ Ｐゴシック" charset="0"/>
              </a:rPr>
              <a:t>- The third, called “#size-cells”, states the size for each set.</a:t>
            </a:r>
          </a:p>
          <a:p>
            <a:pPr marL="457200" lvl="1" indent="0">
              <a:buFontTx/>
              <a:buNone/>
            </a:pPr>
            <a:endParaRPr lang="en-US" sz="1200" kern="1200" dirty="0">
              <a:solidFill>
                <a:schemeClr val="tx1"/>
              </a:solidFill>
              <a:effectLst/>
              <a:latin typeface="+mn-lt"/>
              <a:ea typeface="ＭＳ Ｐゴシック" charset="0"/>
              <a:cs typeface="ＭＳ Ｐゴシック" charset="0"/>
            </a:endParaRPr>
          </a:p>
          <a:p>
            <a:pPr lvl="1"/>
            <a:r>
              <a:rPr lang="en-US" sz="1200" kern="1200" dirty="0">
                <a:solidFill>
                  <a:schemeClr val="tx1"/>
                </a:solidFill>
                <a:effectLst/>
                <a:latin typeface="+mn-lt"/>
                <a:ea typeface="ＭＳ Ｐゴシック"/>
                <a:cs typeface="Calibri"/>
              </a:rPr>
              <a:t>Every node in the tree that represents a device is required to have the </a:t>
            </a:r>
            <a:r>
              <a:rPr lang="en-US" dirty="0">
                <a:ea typeface="ＭＳ Ｐゴシック"/>
                <a:cs typeface="Calibri"/>
              </a:rPr>
              <a:t>"</a:t>
            </a:r>
            <a:r>
              <a:rPr lang="en-US" sz="1200" kern="1200" dirty="0">
                <a:solidFill>
                  <a:schemeClr val="tx1"/>
                </a:solidFill>
                <a:effectLst/>
                <a:latin typeface="+mn-lt"/>
                <a:ea typeface="ＭＳ Ｐゴシック"/>
                <a:cs typeface="Calibri"/>
              </a:rPr>
              <a:t>compatible</a:t>
            </a:r>
            <a:r>
              <a:rPr lang="en-US" dirty="0">
                <a:ea typeface="ＭＳ Ｐゴシック"/>
                <a:cs typeface="Calibri"/>
              </a:rPr>
              <a:t>"</a:t>
            </a:r>
            <a:r>
              <a:rPr lang="en-US" sz="1200" kern="1200" dirty="0">
                <a:solidFill>
                  <a:schemeClr val="tx1"/>
                </a:solidFill>
                <a:effectLst/>
                <a:latin typeface="+mn-lt"/>
                <a:ea typeface="ＭＳ Ｐゴシック"/>
                <a:cs typeface="Calibri"/>
              </a:rPr>
              <a:t> property. </a:t>
            </a:r>
            <a:r>
              <a:rPr lang="en-US" dirty="0">
                <a:ea typeface="ＭＳ Ｐゴシック"/>
                <a:cs typeface="Calibri"/>
              </a:rPr>
              <a:t>The </a:t>
            </a:r>
            <a:r>
              <a:rPr lang="en-US" sz="1200" kern="1200" dirty="0">
                <a:solidFill>
                  <a:schemeClr val="tx1"/>
                </a:solidFill>
                <a:effectLst/>
                <a:latin typeface="+mn-lt"/>
                <a:ea typeface="ＭＳ Ｐゴシック"/>
                <a:cs typeface="Calibri"/>
              </a:rPr>
              <a:t>“</a:t>
            </a:r>
            <a:r>
              <a:rPr lang="en-US" dirty="0">
                <a:ea typeface="ＭＳ Ｐゴシック"/>
                <a:cs typeface="Calibri"/>
              </a:rPr>
              <a:t>compatible</a:t>
            </a:r>
            <a:r>
              <a:rPr lang="en-US" sz="1200" kern="1200" dirty="0">
                <a:solidFill>
                  <a:schemeClr val="tx1"/>
                </a:solidFill>
                <a:effectLst/>
                <a:latin typeface="+mn-lt"/>
                <a:ea typeface="ＭＳ Ｐゴシック"/>
                <a:cs typeface="Calibri"/>
              </a:rPr>
              <a:t>” </a:t>
            </a:r>
            <a:r>
              <a:rPr lang="en-US" dirty="0">
                <a:ea typeface="ＭＳ Ｐゴシック"/>
                <a:cs typeface="Calibri"/>
              </a:rPr>
              <a:t>property </a:t>
            </a:r>
            <a:r>
              <a:rPr lang="en-US" sz="1200" kern="1200" dirty="0">
                <a:solidFill>
                  <a:schemeClr val="tx1"/>
                </a:solidFill>
                <a:effectLst/>
                <a:latin typeface="+mn-lt"/>
                <a:ea typeface="ＭＳ Ｐゴシック"/>
                <a:cs typeface="Calibri"/>
              </a:rPr>
              <a:t>is the key Linux uses to decide which device driver to bind to a device.</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37</a:t>
            </a:fld>
            <a:endParaRPr lang="en-US" altLang="en-US"/>
          </a:p>
        </p:txBody>
      </p:sp>
    </p:spTree>
    <p:extLst>
      <p:ext uri="{BB962C8B-B14F-4D97-AF65-F5344CB8AC3E}">
        <p14:creationId xmlns:p14="http://schemas.microsoft.com/office/powerpoint/2010/main" val="349420549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a:cs typeface="Calibri"/>
              </a:rPr>
              <a:t>For CPU addressing, each CPU is associated with a unique </a:t>
            </a:r>
            <a:r>
              <a:rPr lang="en-US" dirty="0">
                <a:ea typeface="ＭＳ Ｐゴシック"/>
                <a:cs typeface="Calibri"/>
              </a:rPr>
              <a:t>identifier (ID).</a:t>
            </a:r>
            <a:endParaRPr lang="en-US" sz="1200" kern="1200" dirty="0">
              <a:solidFill>
                <a:schemeClr val="tx1"/>
              </a:solidFill>
              <a:effectLst/>
              <a:latin typeface="+mn-lt"/>
              <a:ea typeface="ＭＳ Ｐゴシック"/>
              <a:cs typeface="Calibri"/>
            </a:endParaRP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Memory-mapped devices are typically defined by one 32-bit based address and one 32-bit length.</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38</a:t>
            </a:fld>
            <a:endParaRPr lang="en-US" altLang="en-US"/>
          </a:p>
        </p:txBody>
      </p:sp>
    </p:spTree>
    <p:extLst>
      <p:ext uri="{BB962C8B-B14F-4D97-AF65-F5344CB8AC3E}">
        <p14:creationId xmlns:p14="http://schemas.microsoft.com/office/powerpoint/2010/main" val="102319812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Typically, address cells use two cells for the address value: one for the chip select number and one for the offset from the base of the chip select.</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The length field remains as a single cell.</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The mapping between bus addressing and CPU addressing is defined by the “ranges” property.</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39</a:t>
            </a:fld>
            <a:endParaRPr lang="en-US" altLang="en-US"/>
          </a:p>
        </p:txBody>
      </p:sp>
    </p:spTree>
    <p:extLst>
      <p:ext uri="{BB962C8B-B14F-4D97-AF65-F5344CB8AC3E}">
        <p14:creationId xmlns:p14="http://schemas.microsoft.com/office/powerpoint/2010/main" val="135920493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ＭＳ Ｐゴシック" charset="0"/>
                <a:cs typeface="ＭＳ Ｐゴシック" charset="0"/>
              </a:rPr>
              <a:t>We will now look at the U-Boot bootloader.</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40</a:t>
            </a:fld>
            <a:endParaRPr lang="en-US" altLang="en-US"/>
          </a:p>
        </p:txBody>
      </p:sp>
    </p:spTree>
    <p:extLst>
      <p:ext uri="{BB962C8B-B14F-4D97-AF65-F5344CB8AC3E}">
        <p14:creationId xmlns:p14="http://schemas.microsoft.com/office/powerpoint/2010/main" val="426545789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The U-Boot bootloader is one of the most popular among embedded system developers. </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a:cs typeface="Calibri"/>
              </a:rPr>
              <a:t>Throughout the years, it has </a:t>
            </a:r>
            <a:r>
              <a:rPr lang="en-US" dirty="0">
                <a:ea typeface="ＭＳ Ｐゴシック"/>
                <a:cs typeface="Calibri"/>
              </a:rPr>
              <a:t>been continuously updated</a:t>
            </a:r>
            <a:r>
              <a:rPr lang="en-US" sz="1200" kern="1200" dirty="0">
                <a:solidFill>
                  <a:schemeClr val="tx1"/>
                </a:solidFill>
                <a:effectLst/>
                <a:latin typeface="+mn-lt"/>
                <a:ea typeface="ＭＳ Ｐゴシック"/>
                <a:cs typeface="Calibri"/>
              </a:rPr>
              <a:t> and</a:t>
            </a:r>
            <a:r>
              <a:rPr lang="en-US" dirty="0">
                <a:ea typeface="ＭＳ Ｐゴシック"/>
                <a:cs typeface="Calibri"/>
              </a:rPr>
              <a:t> </a:t>
            </a:r>
            <a:r>
              <a:rPr lang="en-US" sz="1200" kern="1200" dirty="0">
                <a:solidFill>
                  <a:schemeClr val="tx1"/>
                </a:solidFill>
                <a:effectLst/>
                <a:latin typeface="+mn-lt"/>
                <a:ea typeface="ＭＳ Ｐゴシック"/>
                <a:cs typeface="Calibri"/>
              </a:rPr>
              <a:t>made available for a </a:t>
            </a:r>
            <a:r>
              <a:rPr lang="en-US" dirty="0">
                <a:ea typeface="ＭＳ Ｐゴシック"/>
                <a:cs typeface="Calibri"/>
              </a:rPr>
              <a:t>wide range </a:t>
            </a:r>
            <a:r>
              <a:rPr lang="en-US" sz="1200" kern="1200" dirty="0">
                <a:solidFill>
                  <a:schemeClr val="tx1"/>
                </a:solidFill>
                <a:effectLst/>
                <a:latin typeface="+mn-lt"/>
                <a:ea typeface="ＭＳ Ｐゴシック"/>
                <a:cs typeface="Calibri"/>
              </a:rPr>
              <a:t>of computer architectures, as shown on this timeline. </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As it stands today, it is the de-facto standard among embedded systems.</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41</a:t>
            </a:fld>
            <a:endParaRPr lang="en-US" altLang="en-US"/>
          </a:p>
        </p:txBody>
      </p:sp>
    </p:spTree>
    <p:extLst>
      <p:ext uri="{BB962C8B-B14F-4D97-AF65-F5344CB8AC3E}">
        <p14:creationId xmlns:p14="http://schemas.microsoft.com/office/powerpoint/2010/main" val="12565228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a:cs typeface="Calibri"/>
              </a:rPr>
              <a:t>U-Boot is a first- and second-stage bootloader. </a:t>
            </a:r>
            <a:endParaRPr lang="en-US">
              <a:ea typeface="ＭＳ Ｐゴシック"/>
              <a:cs typeface="Calibri"/>
            </a:endParaRPr>
          </a:p>
          <a:p>
            <a:endParaRPr lang="en-US" dirty="0">
              <a:ea typeface="ＭＳ Ｐゴシック"/>
              <a:cs typeface="Calibri"/>
            </a:endParaRPr>
          </a:p>
          <a:p>
            <a:r>
              <a:rPr lang="en-US" sz="1200" kern="1200" dirty="0">
                <a:solidFill>
                  <a:schemeClr val="tx1"/>
                </a:solidFill>
                <a:effectLst/>
                <a:latin typeface="+mn-lt"/>
                <a:ea typeface="ＭＳ Ｐゴシック"/>
                <a:cs typeface="Calibri"/>
              </a:rPr>
              <a:t>The first half is written mostly in assembly code and runs from the </a:t>
            </a:r>
            <a:r>
              <a:rPr lang="en-US" dirty="0">
                <a:ea typeface="ＭＳ Ｐゴシック"/>
                <a:cs typeface="Calibri"/>
              </a:rPr>
              <a:t>CPU's</a:t>
            </a:r>
            <a:r>
              <a:rPr lang="en-US" sz="1200" kern="1200" dirty="0">
                <a:solidFill>
                  <a:schemeClr val="tx1"/>
                </a:solidFill>
                <a:effectLst/>
                <a:latin typeface="+mn-lt"/>
                <a:ea typeface="ＭＳ Ｐゴシック"/>
                <a:cs typeface="Calibri"/>
              </a:rPr>
              <a:t> on-chip memory, for example, on-chip static RAM. It initializes the CPU RAM controller and relocates itself in off-chip RAM.</a:t>
            </a:r>
            <a:endParaRPr lang="en-US" dirty="0"/>
          </a:p>
          <a:p>
            <a:endParaRPr lang="en-US" dirty="0">
              <a:ea typeface="ＭＳ Ｐゴシック"/>
              <a:cs typeface="Calibri"/>
            </a:endParaRPr>
          </a:p>
          <a:p>
            <a:r>
              <a:rPr lang="en-US" sz="1200" kern="1200" dirty="0">
                <a:solidFill>
                  <a:schemeClr val="tx1"/>
                </a:solidFill>
                <a:effectLst/>
                <a:latin typeface="+mn-lt"/>
                <a:ea typeface="ＭＳ Ｐゴシック"/>
                <a:cs typeface="Calibri"/>
              </a:rPr>
              <a:t>The second half is written primarily in C and implements a command-line human-machine interface </a:t>
            </a:r>
            <a:r>
              <a:rPr lang="en-US" dirty="0">
                <a:ea typeface="ＭＳ Ｐゴシック"/>
                <a:cs typeface="Calibri"/>
              </a:rPr>
              <a:t>(HMI) </a:t>
            </a:r>
            <a:r>
              <a:rPr lang="en-US" sz="1200" kern="1200" dirty="0">
                <a:solidFill>
                  <a:schemeClr val="tx1"/>
                </a:solidFill>
                <a:effectLst/>
                <a:latin typeface="+mn-lt"/>
                <a:ea typeface="ＭＳ Ｐゴシック"/>
                <a:cs typeface="Calibri"/>
              </a:rPr>
              <a:t>with scripting capabilities. It initializes the minimum set of peripherals to load the </a:t>
            </a:r>
            <a:r>
              <a:rPr lang="en-US" dirty="0">
                <a:ea typeface="ＭＳ Ｐゴシック"/>
                <a:cs typeface="Calibri"/>
              </a:rPr>
              <a:t>Device Tree Blob (</a:t>
            </a:r>
            <a:r>
              <a:rPr lang="en-US" sz="1200" kern="1200" dirty="0">
                <a:solidFill>
                  <a:schemeClr val="tx1"/>
                </a:solidFill>
                <a:effectLst/>
                <a:latin typeface="+mn-lt"/>
                <a:ea typeface="ＭＳ Ｐゴシック"/>
                <a:cs typeface="Calibri"/>
              </a:rPr>
              <a:t>DTB</a:t>
            </a:r>
            <a:r>
              <a:rPr lang="en-US" dirty="0">
                <a:ea typeface="ＭＳ Ｐゴシック"/>
                <a:cs typeface="Calibri"/>
              </a:rPr>
              <a:t>),</a:t>
            </a:r>
            <a:r>
              <a:rPr lang="en-US" sz="1200" kern="1200" dirty="0">
                <a:solidFill>
                  <a:schemeClr val="tx1"/>
                </a:solidFill>
                <a:effectLst/>
                <a:latin typeface="+mn-lt"/>
                <a:ea typeface="ＭＳ Ｐゴシック"/>
                <a:cs typeface="Calibri"/>
              </a:rPr>
              <a:t> the Linux kernel, and </a:t>
            </a:r>
            <a:r>
              <a:rPr lang="en-US" dirty="0">
                <a:ea typeface="ＭＳ Ｐゴシック"/>
                <a:cs typeface="Calibri"/>
              </a:rPr>
              <a:t>possibly </a:t>
            </a:r>
            <a:r>
              <a:rPr lang="en-US" sz="1200" kern="1200" dirty="0">
                <a:solidFill>
                  <a:schemeClr val="tx1"/>
                </a:solidFill>
                <a:effectLst/>
                <a:latin typeface="+mn-lt"/>
                <a:ea typeface="ＭＳ Ｐゴシック"/>
                <a:cs typeface="Calibri"/>
              </a:rPr>
              <a:t>the initial RAM disk to RAM (memory). It also starts the execution of the Linux kernel.</a:t>
            </a:r>
            <a:endParaRPr lang="en-US" dirty="0">
              <a:ea typeface="ＭＳ Ｐゴシック"/>
              <a:cs typeface="Calibri"/>
            </a:endParaRP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42</a:t>
            </a:fld>
            <a:endParaRPr lang="en-US" altLang="en-US"/>
          </a:p>
        </p:txBody>
      </p:sp>
    </p:spTree>
    <p:extLst>
      <p:ext uri="{BB962C8B-B14F-4D97-AF65-F5344CB8AC3E}">
        <p14:creationId xmlns:p14="http://schemas.microsoft.com/office/powerpoint/2010/main" val="368596188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There are different groups of files in regard to the bootloader. One group of files is those that are considered “processor-dependent” files. These are specific to the CPU that is going to be running U-Boot, for example, in this diagram, “CPU 1” to “CPU n”.</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There are also board-dependent files. These are specific to the boards that are hosting the CPU, which may have different sets of I/O, for example, in this diagram, “Board 1” hosting “CPU 1” and “I/O A”, versus “Board 2” hosting “CPU 1” and “I/O B”.</a:t>
            </a:r>
          </a:p>
          <a:p>
            <a:endParaRPr lang="en-US" dirty="0">
              <a:ea typeface="ＭＳ Ｐゴシック"/>
              <a:cs typeface="Calibri"/>
            </a:endParaRPr>
          </a:p>
          <a:p>
            <a:r>
              <a:rPr lang="en-US">
                <a:ea typeface="ＭＳ Ｐゴシック"/>
                <a:cs typeface="Calibri"/>
              </a:rPr>
              <a:t>Finally</a:t>
            </a:r>
            <a:r>
              <a:rPr lang="en-US" sz="1200" kern="1200">
                <a:solidFill>
                  <a:schemeClr val="tx1"/>
                </a:solidFill>
                <a:effectLst/>
                <a:latin typeface="+mn-lt"/>
                <a:ea typeface="ＭＳ Ｐゴシック"/>
                <a:cs typeface="Calibri"/>
              </a:rPr>
              <a:t>, there are the general-purpose files. These are suitable for all of the boards or CPUs. They implement the human-machine interface and the scripting feature of U-Boot.</a:t>
            </a:r>
            <a:endParaRPr lang="en-US">
              <a:ea typeface="ＭＳ Ｐゴシック"/>
              <a:cs typeface="Calibri"/>
            </a:endParaRP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43</a:t>
            </a:fld>
            <a:endParaRPr lang="en-US" altLang="en-US"/>
          </a:p>
        </p:txBody>
      </p:sp>
    </p:spTree>
    <p:extLst>
      <p:ext uri="{BB962C8B-B14F-4D97-AF65-F5344CB8AC3E}">
        <p14:creationId xmlns:p14="http://schemas.microsoft.com/office/powerpoint/2010/main" val="262939630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3_Title Slide">
    <p:spTree>
      <p:nvGrpSpPr>
        <p:cNvPr id="1" name=""/>
        <p:cNvGrpSpPr/>
        <p:nvPr/>
      </p:nvGrpSpPr>
      <p:grpSpPr>
        <a:xfrm>
          <a:off x="0" y="0"/>
          <a:ext cx="0" cy="0"/>
          <a:chOff x="0" y="0"/>
          <a:chExt cx="0" cy="0"/>
        </a:xfrm>
      </p:grpSpPr>
      <p:pic>
        <p:nvPicPr>
          <p:cNvPr id="7" name="Picture 7">
            <a:extLst>
              <a:ext uri="{FF2B5EF4-FFF2-40B4-BE49-F238E27FC236}">
                <a16:creationId xmlns:a16="http://schemas.microsoft.com/office/drawing/2014/main" id="{9F0F991D-FCA4-4B63-990A-F6816AD19558}"/>
              </a:ext>
            </a:extLst>
          </p:cNvPr>
          <p:cNvPicPr>
            <a:picLocks noChangeAspect="1"/>
          </p:cNvPicPr>
          <p:nvPr userDrawn="1"/>
        </p:nvPicPr>
        <p:blipFill>
          <a:blip r:embed="rId2">
            <a:extLst>
              <a:ext uri="{28A0092B-C50C-407E-A947-70E740481C1C}">
                <a14:useLocalDpi xmlns:a14="http://schemas.microsoft.com/office/drawing/2010/main" val="0"/>
              </a:ext>
            </a:extLst>
          </a:blip>
          <a:srcRect r="-367"/>
          <a:stretch>
            <a:fillRect/>
          </a:stretch>
        </p:blipFill>
        <p:spPr bwMode="auto">
          <a:xfrm>
            <a:off x="0" y="0"/>
            <a:ext cx="1225232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4">
            <a:extLst>
              <a:ext uri="{FF2B5EF4-FFF2-40B4-BE49-F238E27FC236}">
                <a16:creationId xmlns:a16="http://schemas.microsoft.com/office/drawing/2014/main" id="{A156D165-7270-40C4-88D8-90852D96F75A}"/>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1588"/>
            <a:ext cx="12161838" cy="6950075"/>
          </a:xfrm>
          <a:prstGeom prst="rect">
            <a:avLst/>
          </a:prstGeom>
          <a:noFill/>
          <a:ln>
            <a:noFill/>
          </a:ln>
          <a:extLst>
            <a:ext uri="{909E8E84-426E-40DD-AFC4-6F175D3DCCD1}">
              <a14:hiddenFill xmlns:a14="http://schemas.microsoft.com/office/drawing/2010/main">
                <a:solidFill>
                  <a:srgbClr val="FFFFFF">
                    <a:alpha val="56862"/>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ubtitle 2">
            <a:extLst>
              <a:ext uri="{FF2B5EF4-FFF2-40B4-BE49-F238E27FC236}">
                <a16:creationId xmlns:a16="http://schemas.microsoft.com/office/drawing/2014/main" id="{8AD9B17F-0E30-4ADC-88D4-20A157463F8E}"/>
              </a:ext>
            </a:extLst>
          </p:cNvPr>
          <p:cNvSpPr txBox="1">
            <a:spLocks/>
          </p:cNvSpPr>
          <p:nvPr userDrawn="1"/>
        </p:nvSpPr>
        <p:spPr bwMode="auto">
          <a:xfrm>
            <a:off x="5016500" y="1374775"/>
            <a:ext cx="6307138" cy="741363"/>
          </a:xfrm>
          <a:prstGeom prst="rect">
            <a:avLst/>
          </a:prstGeom>
          <a:noFill/>
          <a:ln>
            <a:noFill/>
          </a:ln>
        </p:spPr>
        <p:txBody>
          <a:bodyPr lIns="0" tIns="0" rIns="0" bIns="0"/>
          <a:lstStyle>
            <a:lvl1pPr marL="342900" indent="-342900">
              <a:defRPr>
                <a:solidFill>
                  <a:schemeClr val="tx1"/>
                </a:solidFill>
                <a:latin typeface="Calibri" charset="0"/>
                <a:ea typeface="ＭＳ Ｐゴシック" charset="0"/>
                <a:cs typeface="ＭＳ Ｐゴシック" charset="0"/>
              </a:defRPr>
            </a:lvl1pPr>
            <a:lvl2pPr>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lvl="1" algn="r" eaLnBrk="1" hangingPunct="1">
              <a:lnSpc>
                <a:spcPct val="104000"/>
              </a:lnSpc>
              <a:buFont typeface="Arial" charset="0"/>
              <a:buNone/>
              <a:defRPr/>
            </a:pPr>
            <a:endParaRPr lang="en-GB" sz="1600">
              <a:solidFill>
                <a:srgbClr val="7F7F7F"/>
              </a:solidFill>
              <a:cs typeface="ＭＳ Ｐゴシック" charset="0"/>
            </a:endParaRPr>
          </a:p>
        </p:txBody>
      </p:sp>
      <p:sp>
        <p:nvSpPr>
          <p:cNvPr id="10" name="Subtitle 2">
            <a:extLst>
              <a:ext uri="{FF2B5EF4-FFF2-40B4-BE49-F238E27FC236}">
                <a16:creationId xmlns:a16="http://schemas.microsoft.com/office/drawing/2014/main" id="{CD4279F1-F98A-4D42-BE2C-F6824E400D1C}"/>
              </a:ext>
            </a:extLst>
          </p:cNvPr>
          <p:cNvSpPr txBox="1">
            <a:spLocks/>
          </p:cNvSpPr>
          <p:nvPr userDrawn="1"/>
        </p:nvSpPr>
        <p:spPr bwMode="auto">
          <a:xfrm>
            <a:off x="5016500" y="1952625"/>
            <a:ext cx="6307138" cy="741363"/>
          </a:xfrm>
          <a:prstGeom prst="rect">
            <a:avLst/>
          </a:prstGeom>
          <a:noFill/>
          <a:ln>
            <a:noFill/>
          </a:ln>
        </p:spPr>
        <p:txBody>
          <a:bodyPr lIns="0" tIns="0" rIns="0" bIns="0"/>
          <a:lstStyle>
            <a:lvl1pPr marL="342900" indent="-342900">
              <a:defRPr>
                <a:solidFill>
                  <a:schemeClr val="tx1"/>
                </a:solidFill>
                <a:latin typeface="Calibri" charset="0"/>
                <a:ea typeface="ＭＳ Ｐゴシック" charset="0"/>
                <a:cs typeface="ＭＳ Ｐゴシック" charset="0"/>
              </a:defRPr>
            </a:lvl1pPr>
            <a:lvl2pPr>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lvl="1" algn="r" eaLnBrk="1" hangingPunct="1">
              <a:lnSpc>
                <a:spcPct val="104000"/>
              </a:lnSpc>
              <a:buFont typeface="Arial" charset="0"/>
              <a:buNone/>
              <a:defRPr/>
            </a:pPr>
            <a:endParaRPr lang="en-GB" sz="1600">
              <a:solidFill>
                <a:schemeClr val="bg1"/>
              </a:solidFill>
              <a:cs typeface="ＭＳ Ｐゴシック" charset="0"/>
            </a:endParaRPr>
          </a:p>
        </p:txBody>
      </p:sp>
      <p:sp>
        <p:nvSpPr>
          <p:cNvPr id="11" name="Rectangle 10">
            <a:extLst>
              <a:ext uri="{FF2B5EF4-FFF2-40B4-BE49-F238E27FC236}">
                <a16:creationId xmlns:a16="http://schemas.microsoft.com/office/drawing/2014/main" id="{FBDD11B8-AE29-46D7-AA16-FC0782F0224C}"/>
              </a:ext>
            </a:extLst>
          </p:cNvPr>
          <p:cNvSpPr/>
          <p:nvPr userDrawn="1"/>
        </p:nvSpPr>
        <p:spPr>
          <a:xfrm>
            <a:off x="3413125" y="4835525"/>
            <a:ext cx="4778375" cy="952500"/>
          </a:xfrm>
          <a:prstGeom prst="rect">
            <a:avLst/>
          </a:prstGeom>
          <a:solidFill>
            <a:schemeClr val="accent3">
              <a:alpha val="7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2" name="Rectangle 11">
            <a:extLst>
              <a:ext uri="{FF2B5EF4-FFF2-40B4-BE49-F238E27FC236}">
                <a16:creationId xmlns:a16="http://schemas.microsoft.com/office/drawing/2014/main" id="{2152EDD9-932E-446C-B0D1-08200969EF9A}"/>
              </a:ext>
            </a:extLst>
          </p:cNvPr>
          <p:cNvSpPr/>
          <p:nvPr userDrawn="1"/>
        </p:nvSpPr>
        <p:spPr>
          <a:xfrm rot="5400000">
            <a:off x="9608344" y="4369594"/>
            <a:ext cx="955675" cy="3798887"/>
          </a:xfrm>
          <a:prstGeom prst="rect">
            <a:avLst/>
          </a:prstGeom>
          <a:solidFill>
            <a:schemeClr val="accent1">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3" name="Rectangle 12">
            <a:extLst>
              <a:ext uri="{FF2B5EF4-FFF2-40B4-BE49-F238E27FC236}">
                <a16:creationId xmlns:a16="http://schemas.microsoft.com/office/drawing/2014/main" id="{0A8448B8-61E4-4D23-9334-33FE7B6C6659}"/>
              </a:ext>
            </a:extLst>
          </p:cNvPr>
          <p:cNvSpPr/>
          <p:nvPr userDrawn="1"/>
        </p:nvSpPr>
        <p:spPr>
          <a:xfrm rot="5400000">
            <a:off x="7239000" y="73026"/>
            <a:ext cx="3798887" cy="5726112"/>
          </a:xfrm>
          <a:prstGeom prst="rect">
            <a:avLst/>
          </a:prstGeom>
          <a:solidFill>
            <a:schemeClr val="accent5">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4" name="TextBox 13">
            <a:extLst>
              <a:ext uri="{FF2B5EF4-FFF2-40B4-BE49-F238E27FC236}">
                <a16:creationId xmlns:a16="http://schemas.microsoft.com/office/drawing/2014/main" id="{F4378299-CD03-4252-AFFD-BC205B792D81}"/>
              </a:ext>
            </a:extLst>
          </p:cNvPr>
          <p:cNvSpPr txBox="1">
            <a:spLocks noChangeArrowheads="1"/>
          </p:cNvSpPr>
          <p:nvPr userDrawn="1"/>
        </p:nvSpPr>
        <p:spPr bwMode="auto">
          <a:xfrm>
            <a:off x="12874625" y="2667000"/>
            <a:ext cx="0" cy="296863"/>
          </a:xfrm>
          <a:prstGeom prst="rect">
            <a:avLst/>
          </a:prstGeom>
          <a:noFill/>
          <a:ln>
            <a:noFill/>
          </a:ln>
          <a:extLst>
            <a:ext uri="{909E8E84-426E-40dd-AFC4-6F175D3DCCD1}"/>
            <a:ext uri="{91240B29-F687-4f45-9708-019B960494DF}"/>
          </a:extLst>
        </p:spPr>
        <p:txBody>
          <a:bodyPr wrap="none" lIns="0" tIns="0" rIns="0" bIns="0">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eaLnBrk="1" hangingPunct="1">
              <a:lnSpc>
                <a:spcPct val="90000"/>
              </a:lnSpc>
              <a:spcAft>
                <a:spcPts val="600"/>
              </a:spcAft>
              <a:buFont typeface="Arial" charset="0"/>
              <a:buNone/>
              <a:defRPr/>
            </a:pPr>
            <a:endParaRPr lang="en-US" sz="2100">
              <a:solidFill>
                <a:schemeClr val="tx2"/>
              </a:solidFill>
            </a:endParaRPr>
          </a:p>
        </p:txBody>
      </p:sp>
      <p:sp>
        <p:nvSpPr>
          <p:cNvPr id="15" name="TextBox 20">
            <a:extLst>
              <a:ext uri="{FF2B5EF4-FFF2-40B4-BE49-F238E27FC236}">
                <a16:creationId xmlns:a16="http://schemas.microsoft.com/office/drawing/2014/main" id="{011A3030-FB66-4CA3-A565-EB5EEB758B3F}"/>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dirty="0">
                <a:solidFill>
                  <a:schemeClr val="bg1"/>
                </a:solidFill>
              </a:rPr>
              <a:t>© 2024 Arm Limited </a:t>
            </a:r>
          </a:p>
        </p:txBody>
      </p:sp>
      <p:pic>
        <p:nvPicPr>
          <p:cNvPr id="16" name="Picture 16">
            <a:extLst>
              <a:ext uri="{FF2B5EF4-FFF2-40B4-BE49-F238E27FC236}">
                <a16:creationId xmlns:a16="http://schemas.microsoft.com/office/drawing/2014/main" id="{853C1CC1-ADAC-4345-8FD5-7780D35BE3C3}"/>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904875" y="1206500"/>
            <a:ext cx="223996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Text Placeholder 28"/>
          <p:cNvSpPr>
            <a:spLocks noGrp="1"/>
          </p:cNvSpPr>
          <p:nvPr>
            <p:ph type="body" sz="quarter" idx="12"/>
          </p:nvPr>
        </p:nvSpPr>
        <p:spPr>
          <a:xfrm>
            <a:off x="6649606" y="5958086"/>
            <a:ext cx="5041572" cy="239159"/>
          </a:xfrm>
        </p:spPr>
        <p:txBody>
          <a:bodyPr/>
          <a:lstStyle>
            <a:lvl1pPr algn="r">
              <a:spcAft>
                <a:spcPts val="600"/>
              </a:spcAft>
              <a:defRPr sz="1800">
                <a:solidFill>
                  <a:schemeClr val="bg1"/>
                </a:solidFill>
              </a:defRPr>
            </a:lvl1pPr>
          </a:lstStyle>
          <a:p>
            <a:pPr lvl="0"/>
            <a:r>
              <a:rPr lang="en-US"/>
              <a:t>Edit Master text styles</a:t>
            </a:r>
          </a:p>
        </p:txBody>
      </p:sp>
      <p:sp>
        <p:nvSpPr>
          <p:cNvPr id="22" name="Text Placeholder 28"/>
          <p:cNvSpPr>
            <a:spLocks noGrp="1"/>
          </p:cNvSpPr>
          <p:nvPr>
            <p:ph type="body" sz="quarter" idx="13"/>
          </p:nvPr>
        </p:nvSpPr>
        <p:spPr>
          <a:xfrm>
            <a:off x="6649606" y="6267966"/>
            <a:ext cx="5041572" cy="239159"/>
          </a:xfrm>
        </p:spPr>
        <p:txBody>
          <a:bodyPr/>
          <a:lstStyle>
            <a:lvl1pPr algn="r">
              <a:spcAft>
                <a:spcPts val="600"/>
              </a:spcAft>
              <a:defRPr sz="1800">
                <a:solidFill>
                  <a:schemeClr val="bg1"/>
                </a:solidFill>
              </a:defRPr>
            </a:lvl1pPr>
          </a:lstStyle>
          <a:p>
            <a:pPr lvl="0"/>
            <a:r>
              <a:rPr lang="en-US"/>
              <a:t>Edit Master text styles</a:t>
            </a:r>
          </a:p>
        </p:txBody>
      </p:sp>
      <p:sp>
        <p:nvSpPr>
          <p:cNvPr id="26" name="Title 1"/>
          <p:cNvSpPr>
            <a:spLocks noGrp="1"/>
          </p:cNvSpPr>
          <p:nvPr>
            <p:ph type="title"/>
          </p:nvPr>
        </p:nvSpPr>
        <p:spPr>
          <a:xfrm>
            <a:off x="6649606" y="2071010"/>
            <a:ext cx="5045507" cy="1556425"/>
          </a:xfrm>
        </p:spPr>
        <p:txBody>
          <a:bodyPr anchor="ctr" anchorCtr="0"/>
          <a:lstStyle>
            <a:lvl1pPr algn="r">
              <a:lnSpc>
                <a:spcPct val="85000"/>
              </a:lnSpc>
              <a:defRPr sz="5500" b="0" spc="-100" baseline="0">
                <a:solidFill>
                  <a:schemeClr val="bg1"/>
                </a:solidFill>
              </a:defRPr>
            </a:lvl1pPr>
          </a:lstStyle>
          <a:p>
            <a:r>
              <a:rPr lang="en-US"/>
              <a:t>Click to edit Master title style</a:t>
            </a:r>
            <a:endParaRPr lang="en-US" dirty="0"/>
          </a:p>
        </p:txBody>
      </p:sp>
      <p:sp>
        <p:nvSpPr>
          <p:cNvPr id="28" name="Text Placeholder 3"/>
          <p:cNvSpPr>
            <a:spLocks noGrp="1"/>
          </p:cNvSpPr>
          <p:nvPr>
            <p:ph type="body" sz="quarter" idx="14"/>
          </p:nvPr>
        </p:nvSpPr>
        <p:spPr>
          <a:xfrm>
            <a:off x="7426906" y="1652709"/>
            <a:ext cx="4268207" cy="289871"/>
          </a:xfrm>
        </p:spPr>
        <p:txBody>
          <a:bodyPr/>
          <a:lstStyle>
            <a:lvl1pPr algn="r">
              <a:defRPr sz="2400" baseline="0">
                <a:solidFill>
                  <a:schemeClr val="bg1"/>
                </a:solidFill>
              </a:defRPr>
            </a:lvl1pPr>
          </a:lstStyle>
          <a:p>
            <a:pPr lvl="0"/>
            <a:r>
              <a:rPr lang="en-US"/>
              <a:t>Edit Master text styles</a:t>
            </a:r>
          </a:p>
        </p:txBody>
      </p:sp>
      <p:sp>
        <p:nvSpPr>
          <p:cNvPr id="20" name="Subtitle 2"/>
          <p:cNvSpPr>
            <a:spLocks noGrp="1"/>
          </p:cNvSpPr>
          <p:nvPr>
            <p:ph type="subTitle" idx="1"/>
          </p:nvPr>
        </p:nvSpPr>
        <p:spPr>
          <a:xfrm>
            <a:off x="6654335" y="3590524"/>
            <a:ext cx="5040778" cy="739253"/>
          </a:xfrm>
        </p:spPr>
        <p:txBody>
          <a:bodyPr/>
          <a:lstStyle>
            <a:lvl1pPr marL="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24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endParaRPr lang="en-GB" dirty="0"/>
          </a:p>
        </p:txBody>
      </p:sp>
    </p:spTree>
    <p:extLst>
      <p:ext uri="{BB962C8B-B14F-4D97-AF65-F5344CB8AC3E}">
        <p14:creationId xmlns:p14="http://schemas.microsoft.com/office/powerpoint/2010/main" val="1459570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5_Title Slide">
    <p:spTree>
      <p:nvGrpSpPr>
        <p:cNvPr id="1" name=""/>
        <p:cNvGrpSpPr/>
        <p:nvPr/>
      </p:nvGrpSpPr>
      <p:grpSpPr>
        <a:xfrm>
          <a:off x="0" y="0"/>
          <a:ext cx="0" cy="0"/>
          <a:chOff x="0" y="0"/>
          <a:chExt cx="0" cy="0"/>
        </a:xfrm>
      </p:grpSpPr>
      <p:pic>
        <p:nvPicPr>
          <p:cNvPr id="7" name="Picture 7">
            <a:extLst>
              <a:ext uri="{FF2B5EF4-FFF2-40B4-BE49-F238E27FC236}">
                <a16:creationId xmlns:a16="http://schemas.microsoft.com/office/drawing/2014/main" id="{9191A9FE-449B-4D65-A314-B50D80F2247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4">
            <a:extLst>
              <a:ext uri="{FF2B5EF4-FFF2-40B4-BE49-F238E27FC236}">
                <a16:creationId xmlns:a16="http://schemas.microsoft.com/office/drawing/2014/main" id="{1384F5AA-5239-4357-B200-8BEED4FBA13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12161838" cy="6950075"/>
          </a:xfrm>
          <a:prstGeom prst="rect">
            <a:avLst/>
          </a:prstGeom>
          <a:noFill/>
          <a:ln>
            <a:noFill/>
          </a:ln>
          <a:extLst>
            <a:ext uri="{909E8E84-426E-40DD-AFC4-6F175D3DCCD1}">
              <a14:hiddenFill xmlns:a14="http://schemas.microsoft.com/office/drawing/2010/main">
                <a:solidFill>
                  <a:srgbClr val="FFFFFF">
                    <a:alpha val="56862"/>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ubtitle 2">
            <a:extLst>
              <a:ext uri="{FF2B5EF4-FFF2-40B4-BE49-F238E27FC236}">
                <a16:creationId xmlns:a16="http://schemas.microsoft.com/office/drawing/2014/main" id="{97E2E261-7BED-4DD4-B009-2B25A53A4EBF}"/>
              </a:ext>
            </a:extLst>
          </p:cNvPr>
          <p:cNvSpPr txBox="1">
            <a:spLocks/>
          </p:cNvSpPr>
          <p:nvPr userDrawn="1"/>
        </p:nvSpPr>
        <p:spPr bwMode="auto">
          <a:xfrm>
            <a:off x="5016500" y="1374775"/>
            <a:ext cx="6307138" cy="741363"/>
          </a:xfrm>
          <a:prstGeom prst="rect">
            <a:avLst/>
          </a:prstGeom>
          <a:noFill/>
          <a:ln>
            <a:noFill/>
          </a:ln>
        </p:spPr>
        <p:txBody>
          <a:bodyPr lIns="0" tIns="0" rIns="0" bIns="0"/>
          <a:lstStyle>
            <a:lvl1pPr marL="342900" indent="-342900">
              <a:defRPr>
                <a:solidFill>
                  <a:schemeClr val="tx1"/>
                </a:solidFill>
                <a:latin typeface="Calibri" charset="0"/>
                <a:ea typeface="ＭＳ Ｐゴシック" charset="0"/>
                <a:cs typeface="ＭＳ Ｐゴシック" charset="0"/>
              </a:defRPr>
            </a:lvl1pPr>
            <a:lvl2pPr>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lvl="1" algn="r" eaLnBrk="1" hangingPunct="1">
              <a:lnSpc>
                <a:spcPct val="104000"/>
              </a:lnSpc>
              <a:buFont typeface="Arial" charset="0"/>
              <a:buNone/>
              <a:defRPr/>
            </a:pPr>
            <a:endParaRPr lang="en-GB" sz="1600">
              <a:solidFill>
                <a:srgbClr val="7F7F7F"/>
              </a:solidFill>
              <a:cs typeface="ＭＳ Ｐゴシック" charset="0"/>
            </a:endParaRPr>
          </a:p>
        </p:txBody>
      </p:sp>
      <p:sp>
        <p:nvSpPr>
          <p:cNvPr id="10" name="Subtitle 2">
            <a:extLst>
              <a:ext uri="{FF2B5EF4-FFF2-40B4-BE49-F238E27FC236}">
                <a16:creationId xmlns:a16="http://schemas.microsoft.com/office/drawing/2014/main" id="{853851FE-FFF1-472C-AEC9-BE3EC0DF692A}"/>
              </a:ext>
            </a:extLst>
          </p:cNvPr>
          <p:cNvSpPr txBox="1">
            <a:spLocks/>
          </p:cNvSpPr>
          <p:nvPr userDrawn="1"/>
        </p:nvSpPr>
        <p:spPr bwMode="auto">
          <a:xfrm>
            <a:off x="5016500" y="1952625"/>
            <a:ext cx="6307138" cy="741363"/>
          </a:xfrm>
          <a:prstGeom prst="rect">
            <a:avLst/>
          </a:prstGeom>
          <a:noFill/>
          <a:ln>
            <a:noFill/>
          </a:ln>
        </p:spPr>
        <p:txBody>
          <a:bodyPr lIns="0" tIns="0" rIns="0" bIns="0"/>
          <a:lstStyle>
            <a:lvl1pPr marL="342900" indent="-342900">
              <a:defRPr>
                <a:solidFill>
                  <a:schemeClr val="tx1"/>
                </a:solidFill>
                <a:latin typeface="Calibri" charset="0"/>
                <a:ea typeface="ＭＳ Ｐゴシック" charset="0"/>
                <a:cs typeface="ＭＳ Ｐゴシック" charset="0"/>
              </a:defRPr>
            </a:lvl1pPr>
            <a:lvl2pPr>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lvl="1" algn="r" eaLnBrk="1" hangingPunct="1">
              <a:lnSpc>
                <a:spcPct val="104000"/>
              </a:lnSpc>
              <a:buFont typeface="Arial" charset="0"/>
              <a:buNone/>
              <a:defRPr/>
            </a:pPr>
            <a:endParaRPr lang="en-GB" sz="1600">
              <a:solidFill>
                <a:schemeClr val="bg1"/>
              </a:solidFill>
              <a:cs typeface="ＭＳ Ｐゴシック" charset="0"/>
            </a:endParaRPr>
          </a:p>
        </p:txBody>
      </p:sp>
      <p:sp>
        <p:nvSpPr>
          <p:cNvPr id="11" name="Rectangle 10">
            <a:extLst>
              <a:ext uri="{FF2B5EF4-FFF2-40B4-BE49-F238E27FC236}">
                <a16:creationId xmlns:a16="http://schemas.microsoft.com/office/drawing/2014/main" id="{07133448-B5CA-4850-92E8-804B482259E3}"/>
              </a:ext>
            </a:extLst>
          </p:cNvPr>
          <p:cNvSpPr/>
          <p:nvPr userDrawn="1"/>
        </p:nvSpPr>
        <p:spPr>
          <a:xfrm>
            <a:off x="3413125" y="4835525"/>
            <a:ext cx="4778375" cy="952500"/>
          </a:xfrm>
          <a:prstGeom prst="rect">
            <a:avLst/>
          </a:prstGeom>
          <a:solidFill>
            <a:schemeClr val="accent3">
              <a:alpha val="7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2" name="Rectangle 11">
            <a:extLst>
              <a:ext uri="{FF2B5EF4-FFF2-40B4-BE49-F238E27FC236}">
                <a16:creationId xmlns:a16="http://schemas.microsoft.com/office/drawing/2014/main" id="{EA04FC3D-FE02-4FF4-BA44-4FA201FDC89D}"/>
              </a:ext>
            </a:extLst>
          </p:cNvPr>
          <p:cNvSpPr/>
          <p:nvPr userDrawn="1"/>
        </p:nvSpPr>
        <p:spPr>
          <a:xfrm rot="5400000">
            <a:off x="9608344" y="4369594"/>
            <a:ext cx="955675" cy="3798887"/>
          </a:xfrm>
          <a:prstGeom prst="rect">
            <a:avLst/>
          </a:prstGeom>
          <a:solidFill>
            <a:schemeClr val="accent1">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3" name="Rectangle 12">
            <a:extLst>
              <a:ext uri="{FF2B5EF4-FFF2-40B4-BE49-F238E27FC236}">
                <a16:creationId xmlns:a16="http://schemas.microsoft.com/office/drawing/2014/main" id="{41B1EEB9-F737-43CE-9DAF-FD651FCF17F4}"/>
              </a:ext>
            </a:extLst>
          </p:cNvPr>
          <p:cNvSpPr/>
          <p:nvPr userDrawn="1"/>
        </p:nvSpPr>
        <p:spPr>
          <a:xfrm rot="5400000">
            <a:off x="7239000" y="73026"/>
            <a:ext cx="3798887" cy="5726112"/>
          </a:xfrm>
          <a:prstGeom prst="rect">
            <a:avLst/>
          </a:prstGeom>
          <a:solidFill>
            <a:schemeClr val="accent5">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4" name="TextBox 13">
            <a:extLst>
              <a:ext uri="{FF2B5EF4-FFF2-40B4-BE49-F238E27FC236}">
                <a16:creationId xmlns:a16="http://schemas.microsoft.com/office/drawing/2014/main" id="{DB146E33-F9AB-4720-97B5-DC431CB6E5F2}"/>
              </a:ext>
            </a:extLst>
          </p:cNvPr>
          <p:cNvSpPr txBox="1">
            <a:spLocks noChangeArrowheads="1"/>
          </p:cNvSpPr>
          <p:nvPr userDrawn="1"/>
        </p:nvSpPr>
        <p:spPr bwMode="auto">
          <a:xfrm>
            <a:off x="12874625" y="2667000"/>
            <a:ext cx="0" cy="296863"/>
          </a:xfrm>
          <a:prstGeom prst="rect">
            <a:avLst/>
          </a:prstGeom>
          <a:noFill/>
          <a:ln>
            <a:noFill/>
          </a:ln>
          <a:extLst>
            <a:ext uri="{909E8E84-426E-40dd-AFC4-6F175D3DCCD1}"/>
            <a:ext uri="{91240B29-F687-4f45-9708-019B960494DF}"/>
          </a:extLst>
        </p:spPr>
        <p:txBody>
          <a:bodyPr wrap="none" lIns="0" tIns="0" rIns="0" bIns="0">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eaLnBrk="1" hangingPunct="1">
              <a:lnSpc>
                <a:spcPct val="90000"/>
              </a:lnSpc>
              <a:spcAft>
                <a:spcPts val="600"/>
              </a:spcAft>
              <a:buFont typeface="Arial" charset="0"/>
              <a:buNone/>
              <a:defRPr/>
            </a:pPr>
            <a:endParaRPr lang="en-US" sz="2100">
              <a:solidFill>
                <a:schemeClr val="tx2"/>
              </a:solidFill>
            </a:endParaRPr>
          </a:p>
        </p:txBody>
      </p:sp>
      <p:sp>
        <p:nvSpPr>
          <p:cNvPr id="15" name="TextBox 20">
            <a:extLst>
              <a:ext uri="{FF2B5EF4-FFF2-40B4-BE49-F238E27FC236}">
                <a16:creationId xmlns:a16="http://schemas.microsoft.com/office/drawing/2014/main" id="{B1371B1D-E5D0-498C-9B3E-67F1875CD528}"/>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a:solidFill>
                  <a:schemeClr val="bg1"/>
                </a:solidFill>
              </a:rPr>
              <a:t>© 2024 </a:t>
            </a:r>
            <a:r>
              <a:rPr lang="en-US" altLang="en-US" sz="1000" dirty="0">
                <a:solidFill>
                  <a:schemeClr val="bg1"/>
                </a:solidFill>
              </a:rPr>
              <a:t>Arm Limited </a:t>
            </a:r>
          </a:p>
        </p:txBody>
      </p:sp>
      <p:pic>
        <p:nvPicPr>
          <p:cNvPr id="16" name="Picture 16">
            <a:extLst>
              <a:ext uri="{FF2B5EF4-FFF2-40B4-BE49-F238E27FC236}">
                <a16:creationId xmlns:a16="http://schemas.microsoft.com/office/drawing/2014/main" id="{48B9274A-2385-4BAC-AD9B-101FD86C1BD2}"/>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908050" y="1209675"/>
            <a:ext cx="22447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Text Placeholder 28"/>
          <p:cNvSpPr>
            <a:spLocks noGrp="1"/>
          </p:cNvSpPr>
          <p:nvPr>
            <p:ph type="body" sz="quarter" idx="12"/>
          </p:nvPr>
        </p:nvSpPr>
        <p:spPr>
          <a:xfrm>
            <a:off x="6649606" y="5958086"/>
            <a:ext cx="5041572" cy="239159"/>
          </a:xfrm>
        </p:spPr>
        <p:txBody>
          <a:bodyPr/>
          <a:lstStyle>
            <a:lvl1pPr algn="r">
              <a:spcAft>
                <a:spcPts val="600"/>
              </a:spcAft>
              <a:defRPr sz="1800">
                <a:solidFill>
                  <a:schemeClr val="bg1"/>
                </a:solidFill>
              </a:defRPr>
            </a:lvl1pPr>
          </a:lstStyle>
          <a:p>
            <a:pPr lvl="0"/>
            <a:r>
              <a:rPr lang="en-US"/>
              <a:t>Edit Master text styles</a:t>
            </a:r>
          </a:p>
        </p:txBody>
      </p:sp>
      <p:sp>
        <p:nvSpPr>
          <p:cNvPr id="22" name="Text Placeholder 28"/>
          <p:cNvSpPr>
            <a:spLocks noGrp="1"/>
          </p:cNvSpPr>
          <p:nvPr>
            <p:ph type="body" sz="quarter" idx="13"/>
          </p:nvPr>
        </p:nvSpPr>
        <p:spPr>
          <a:xfrm>
            <a:off x="6649606" y="6267966"/>
            <a:ext cx="5041572" cy="239159"/>
          </a:xfrm>
        </p:spPr>
        <p:txBody>
          <a:bodyPr/>
          <a:lstStyle>
            <a:lvl1pPr algn="r">
              <a:spcAft>
                <a:spcPts val="600"/>
              </a:spcAft>
              <a:defRPr sz="1800">
                <a:solidFill>
                  <a:schemeClr val="bg1"/>
                </a:solidFill>
              </a:defRPr>
            </a:lvl1pPr>
          </a:lstStyle>
          <a:p>
            <a:pPr lvl="0"/>
            <a:r>
              <a:rPr lang="en-US"/>
              <a:t>Edit Master text styles</a:t>
            </a:r>
          </a:p>
        </p:txBody>
      </p:sp>
      <p:sp>
        <p:nvSpPr>
          <p:cNvPr id="26" name="Title 1"/>
          <p:cNvSpPr>
            <a:spLocks noGrp="1"/>
          </p:cNvSpPr>
          <p:nvPr>
            <p:ph type="title"/>
          </p:nvPr>
        </p:nvSpPr>
        <p:spPr>
          <a:xfrm>
            <a:off x="6649606" y="2071010"/>
            <a:ext cx="5045507" cy="1556425"/>
          </a:xfrm>
        </p:spPr>
        <p:txBody>
          <a:bodyPr anchor="ctr" anchorCtr="0"/>
          <a:lstStyle>
            <a:lvl1pPr algn="r">
              <a:lnSpc>
                <a:spcPct val="85000"/>
              </a:lnSpc>
              <a:defRPr sz="5500" b="0" spc="-100" baseline="0">
                <a:solidFill>
                  <a:schemeClr val="bg1"/>
                </a:solidFill>
              </a:defRPr>
            </a:lvl1pPr>
          </a:lstStyle>
          <a:p>
            <a:r>
              <a:rPr lang="en-US"/>
              <a:t>Click to edit Master title style</a:t>
            </a:r>
            <a:endParaRPr lang="en-US" dirty="0"/>
          </a:p>
        </p:txBody>
      </p:sp>
      <p:sp>
        <p:nvSpPr>
          <p:cNvPr id="28" name="Text Placeholder 3"/>
          <p:cNvSpPr>
            <a:spLocks noGrp="1"/>
          </p:cNvSpPr>
          <p:nvPr>
            <p:ph type="body" sz="quarter" idx="14"/>
          </p:nvPr>
        </p:nvSpPr>
        <p:spPr>
          <a:xfrm>
            <a:off x="7426906" y="1652709"/>
            <a:ext cx="4268207" cy="289871"/>
          </a:xfrm>
        </p:spPr>
        <p:txBody>
          <a:bodyPr/>
          <a:lstStyle>
            <a:lvl1pPr algn="r">
              <a:defRPr sz="2400" baseline="0">
                <a:solidFill>
                  <a:schemeClr val="bg1"/>
                </a:solidFill>
              </a:defRPr>
            </a:lvl1pPr>
          </a:lstStyle>
          <a:p>
            <a:pPr lvl="0"/>
            <a:r>
              <a:rPr lang="en-US"/>
              <a:t>Edit Master text styles</a:t>
            </a:r>
          </a:p>
        </p:txBody>
      </p:sp>
      <p:sp>
        <p:nvSpPr>
          <p:cNvPr id="17" name="Subtitle 2"/>
          <p:cNvSpPr>
            <a:spLocks noGrp="1"/>
          </p:cNvSpPr>
          <p:nvPr>
            <p:ph type="subTitle" idx="1"/>
          </p:nvPr>
        </p:nvSpPr>
        <p:spPr>
          <a:xfrm>
            <a:off x="6654335" y="3590524"/>
            <a:ext cx="5040778" cy="739253"/>
          </a:xfrm>
        </p:spPr>
        <p:txBody>
          <a:bodyPr/>
          <a:lstStyle>
            <a:lvl1pPr marL="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24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endParaRPr lang="en-GB" dirty="0"/>
          </a:p>
        </p:txBody>
      </p:sp>
    </p:spTree>
    <p:extLst>
      <p:ext uri="{BB962C8B-B14F-4D97-AF65-F5344CB8AC3E}">
        <p14:creationId xmlns:p14="http://schemas.microsoft.com/office/powerpoint/2010/main" val="25929336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6_Title Slide">
    <p:spTree>
      <p:nvGrpSpPr>
        <p:cNvPr id="1" name=""/>
        <p:cNvGrpSpPr/>
        <p:nvPr/>
      </p:nvGrpSpPr>
      <p:grpSpPr>
        <a:xfrm>
          <a:off x="0" y="0"/>
          <a:ext cx="0" cy="0"/>
          <a:chOff x="0" y="0"/>
          <a:chExt cx="0" cy="0"/>
        </a:xfrm>
      </p:grpSpPr>
      <p:pic>
        <p:nvPicPr>
          <p:cNvPr id="7" name="Picture 7">
            <a:extLst>
              <a:ext uri="{FF2B5EF4-FFF2-40B4-BE49-F238E27FC236}">
                <a16:creationId xmlns:a16="http://schemas.microsoft.com/office/drawing/2014/main" id="{881F7329-72E1-410D-B159-CAFFC8A65DAC}"/>
              </a:ext>
            </a:extLst>
          </p:cNvPr>
          <p:cNvPicPr>
            <a:picLocks noChangeAspect="1"/>
          </p:cNvPicPr>
          <p:nvPr userDrawn="1"/>
        </p:nvPicPr>
        <p:blipFill>
          <a:blip r:embed="rId2">
            <a:extLst>
              <a:ext uri="{28A0092B-C50C-407E-A947-70E740481C1C}">
                <a14:useLocalDpi xmlns:a14="http://schemas.microsoft.com/office/drawing/2010/main" val="0"/>
              </a:ext>
            </a:extLst>
          </a:blip>
          <a:srcRect t="-2"/>
          <a:stretch>
            <a:fillRect/>
          </a:stretch>
        </p:blipFill>
        <p:spPr bwMode="auto">
          <a:xfrm>
            <a:off x="0" y="0"/>
            <a:ext cx="12225338"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4">
            <a:extLst>
              <a:ext uri="{FF2B5EF4-FFF2-40B4-BE49-F238E27FC236}">
                <a16:creationId xmlns:a16="http://schemas.microsoft.com/office/drawing/2014/main" id="{6671FFD2-62DD-44F2-B7FC-C1C9E1E92FAF}"/>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12161838" cy="6950075"/>
          </a:xfrm>
          <a:prstGeom prst="rect">
            <a:avLst/>
          </a:prstGeom>
          <a:noFill/>
          <a:ln>
            <a:noFill/>
          </a:ln>
          <a:extLst>
            <a:ext uri="{909E8E84-426E-40DD-AFC4-6F175D3DCCD1}">
              <a14:hiddenFill xmlns:a14="http://schemas.microsoft.com/office/drawing/2010/main">
                <a:solidFill>
                  <a:srgbClr val="FFFFFF">
                    <a:alpha val="56862"/>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ubtitle 2">
            <a:extLst>
              <a:ext uri="{FF2B5EF4-FFF2-40B4-BE49-F238E27FC236}">
                <a16:creationId xmlns:a16="http://schemas.microsoft.com/office/drawing/2014/main" id="{32E4E07A-6819-4C29-BF28-4F83F8BD2D4B}"/>
              </a:ext>
            </a:extLst>
          </p:cNvPr>
          <p:cNvSpPr txBox="1">
            <a:spLocks/>
          </p:cNvSpPr>
          <p:nvPr userDrawn="1"/>
        </p:nvSpPr>
        <p:spPr bwMode="auto">
          <a:xfrm>
            <a:off x="5016500" y="1374775"/>
            <a:ext cx="6307138" cy="741363"/>
          </a:xfrm>
          <a:prstGeom prst="rect">
            <a:avLst/>
          </a:prstGeom>
          <a:noFill/>
          <a:ln>
            <a:noFill/>
          </a:ln>
        </p:spPr>
        <p:txBody>
          <a:bodyPr lIns="0" tIns="0" rIns="0" bIns="0"/>
          <a:lstStyle>
            <a:lvl1pPr marL="342900" indent="-342900">
              <a:defRPr>
                <a:solidFill>
                  <a:schemeClr val="tx1"/>
                </a:solidFill>
                <a:latin typeface="Calibri" charset="0"/>
                <a:ea typeface="ＭＳ Ｐゴシック" charset="0"/>
                <a:cs typeface="ＭＳ Ｐゴシック" charset="0"/>
              </a:defRPr>
            </a:lvl1pPr>
            <a:lvl2pPr>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lvl="1" algn="r" eaLnBrk="1" hangingPunct="1">
              <a:lnSpc>
                <a:spcPct val="104000"/>
              </a:lnSpc>
              <a:buFont typeface="Arial" charset="0"/>
              <a:buNone/>
              <a:defRPr/>
            </a:pPr>
            <a:endParaRPr lang="en-GB" sz="1600">
              <a:solidFill>
                <a:srgbClr val="7F7F7F"/>
              </a:solidFill>
              <a:cs typeface="ＭＳ Ｐゴシック" charset="0"/>
            </a:endParaRPr>
          </a:p>
        </p:txBody>
      </p:sp>
      <p:sp>
        <p:nvSpPr>
          <p:cNvPr id="10" name="Subtitle 2">
            <a:extLst>
              <a:ext uri="{FF2B5EF4-FFF2-40B4-BE49-F238E27FC236}">
                <a16:creationId xmlns:a16="http://schemas.microsoft.com/office/drawing/2014/main" id="{3D57E3AF-04F8-4E7D-9BA5-B48233D16A5F}"/>
              </a:ext>
            </a:extLst>
          </p:cNvPr>
          <p:cNvSpPr txBox="1">
            <a:spLocks/>
          </p:cNvSpPr>
          <p:nvPr userDrawn="1"/>
        </p:nvSpPr>
        <p:spPr bwMode="auto">
          <a:xfrm>
            <a:off x="5016500" y="1952625"/>
            <a:ext cx="6307138" cy="741363"/>
          </a:xfrm>
          <a:prstGeom prst="rect">
            <a:avLst/>
          </a:prstGeom>
          <a:noFill/>
          <a:ln>
            <a:noFill/>
          </a:ln>
        </p:spPr>
        <p:txBody>
          <a:bodyPr lIns="0" tIns="0" rIns="0" bIns="0"/>
          <a:lstStyle>
            <a:lvl1pPr marL="342900" indent="-342900">
              <a:defRPr>
                <a:solidFill>
                  <a:schemeClr val="tx1"/>
                </a:solidFill>
                <a:latin typeface="Calibri" charset="0"/>
                <a:ea typeface="ＭＳ Ｐゴシック" charset="0"/>
                <a:cs typeface="ＭＳ Ｐゴシック" charset="0"/>
              </a:defRPr>
            </a:lvl1pPr>
            <a:lvl2pPr>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lvl="1" algn="r" eaLnBrk="1" hangingPunct="1">
              <a:lnSpc>
                <a:spcPct val="104000"/>
              </a:lnSpc>
              <a:buFont typeface="Arial" charset="0"/>
              <a:buNone/>
              <a:defRPr/>
            </a:pPr>
            <a:endParaRPr lang="en-GB" sz="1600">
              <a:solidFill>
                <a:schemeClr val="bg1"/>
              </a:solidFill>
              <a:cs typeface="ＭＳ Ｐゴシック" charset="0"/>
            </a:endParaRPr>
          </a:p>
        </p:txBody>
      </p:sp>
      <p:sp>
        <p:nvSpPr>
          <p:cNvPr id="11" name="Rectangle 10">
            <a:extLst>
              <a:ext uri="{FF2B5EF4-FFF2-40B4-BE49-F238E27FC236}">
                <a16:creationId xmlns:a16="http://schemas.microsoft.com/office/drawing/2014/main" id="{497630BA-F687-4796-8386-5F084C22C874}"/>
              </a:ext>
            </a:extLst>
          </p:cNvPr>
          <p:cNvSpPr/>
          <p:nvPr userDrawn="1"/>
        </p:nvSpPr>
        <p:spPr>
          <a:xfrm>
            <a:off x="3413125" y="4835525"/>
            <a:ext cx="4778375" cy="952500"/>
          </a:xfrm>
          <a:prstGeom prst="rect">
            <a:avLst/>
          </a:prstGeom>
          <a:solidFill>
            <a:schemeClr val="accent3">
              <a:alpha val="7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2" name="Rectangle 11">
            <a:extLst>
              <a:ext uri="{FF2B5EF4-FFF2-40B4-BE49-F238E27FC236}">
                <a16:creationId xmlns:a16="http://schemas.microsoft.com/office/drawing/2014/main" id="{684A0690-E005-4537-A292-DD859965222C}"/>
              </a:ext>
            </a:extLst>
          </p:cNvPr>
          <p:cNvSpPr/>
          <p:nvPr userDrawn="1"/>
        </p:nvSpPr>
        <p:spPr>
          <a:xfrm rot="5400000">
            <a:off x="9608344" y="4369594"/>
            <a:ext cx="955675" cy="3798887"/>
          </a:xfrm>
          <a:prstGeom prst="rect">
            <a:avLst/>
          </a:prstGeom>
          <a:solidFill>
            <a:schemeClr val="accent1">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3" name="Rectangle 12">
            <a:extLst>
              <a:ext uri="{FF2B5EF4-FFF2-40B4-BE49-F238E27FC236}">
                <a16:creationId xmlns:a16="http://schemas.microsoft.com/office/drawing/2014/main" id="{389C8DAB-6E80-43C8-B1D5-92781A9333B3}"/>
              </a:ext>
            </a:extLst>
          </p:cNvPr>
          <p:cNvSpPr/>
          <p:nvPr userDrawn="1"/>
        </p:nvSpPr>
        <p:spPr>
          <a:xfrm rot="5400000">
            <a:off x="7239000" y="73026"/>
            <a:ext cx="3798887" cy="5726112"/>
          </a:xfrm>
          <a:prstGeom prst="rect">
            <a:avLst/>
          </a:prstGeom>
          <a:solidFill>
            <a:schemeClr val="accent5">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4" name="TextBox 13">
            <a:extLst>
              <a:ext uri="{FF2B5EF4-FFF2-40B4-BE49-F238E27FC236}">
                <a16:creationId xmlns:a16="http://schemas.microsoft.com/office/drawing/2014/main" id="{A06BBFBC-AD83-46C6-8A92-1A6C7DF2B428}"/>
              </a:ext>
            </a:extLst>
          </p:cNvPr>
          <p:cNvSpPr txBox="1">
            <a:spLocks noChangeArrowheads="1"/>
          </p:cNvSpPr>
          <p:nvPr userDrawn="1"/>
        </p:nvSpPr>
        <p:spPr bwMode="auto">
          <a:xfrm>
            <a:off x="12874625" y="2667000"/>
            <a:ext cx="0" cy="296863"/>
          </a:xfrm>
          <a:prstGeom prst="rect">
            <a:avLst/>
          </a:prstGeom>
          <a:noFill/>
          <a:ln>
            <a:noFill/>
          </a:ln>
          <a:extLst>
            <a:ext uri="{909E8E84-426E-40dd-AFC4-6F175D3DCCD1}"/>
            <a:ext uri="{91240B29-F687-4f45-9708-019B960494DF}"/>
          </a:extLst>
        </p:spPr>
        <p:txBody>
          <a:bodyPr wrap="none" lIns="0" tIns="0" rIns="0" bIns="0">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eaLnBrk="1" hangingPunct="1">
              <a:lnSpc>
                <a:spcPct val="90000"/>
              </a:lnSpc>
              <a:spcAft>
                <a:spcPts val="600"/>
              </a:spcAft>
              <a:buFont typeface="Arial" charset="0"/>
              <a:buNone/>
              <a:defRPr/>
            </a:pPr>
            <a:endParaRPr lang="en-US" sz="2100">
              <a:solidFill>
                <a:schemeClr val="tx2"/>
              </a:solidFill>
            </a:endParaRPr>
          </a:p>
        </p:txBody>
      </p:sp>
      <p:sp>
        <p:nvSpPr>
          <p:cNvPr id="15" name="TextBox 20">
            <a:extLst>
              <a:ext uri="{FF2B5EF4-FFF2-40B4-BE49-F238E27FC236}">
                <a16:creationId xmlns:a16="http://schemas.microsoft.com/office/drawing/2014/main" id="{6B75FFE4-11B1-46BA-8330-0110FEFE81FB}"/>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dirty="0">
                <a:solidFill>
                  <a:schemeClr val="bg1"/>
                </a:solidFill>
              </a:rPr>
              <a:t>© 2024 Arm Limited </a:t>
            </a:r>
          </a:p>
        </p:txBody>
      </p:sp>
      <p:pic>
        <p:nvPicPr>
          <p:cNvPr id="16" name="Picture 16">
            <a:extLst>
              <a:ext uri="{FF2B5EF4-FFF2-40B4-BE49-F238E27FC236}">
                <a16:creationId xmlns:a16="http://schemas.microsoft.com/office/drawing/2014/main" id="{225A10BD-84F3-4666-BF7A-4853183B66FE}"/>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904875" y="1206500"/>
            <a:ext cx="223996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Text Placeholder 28"/>
          <p:cNvSpPr>
            <a:spLocks noGrp="1"/>
          </p:cNvSpPr>
          <p:nvPr>
            <p:ph type="body" sz="quarter" idx="12"/>
          </p:nvPr>
        </p:nvSpPr>
        <p:spPr>
          <a:xfrm>
            <a:off x="6649606" y="5958086"/>
            <a:ext cx="5041572" cy="239159"/>
          </a:xfrm>
        </p:spPr>
        <p:txBody>
          <a:bodyPr/>
          <a:lstStyle>
            <a:lvl1pPr algn="r">
              <a:spcAft>
                <a:spcPts val="600"/>
              </a:spcAft>
              <a:defRPr sz="1800">
                <a:solidFill>
                  <a:schemeClr val="bg1"/>
                </a:solidFill>
              </a:defRPr>
            </a:lvl1pPr>
          </a:lstStyle>
          <a:p>
            <a:pPr lvl="0"/>
            <a:r>
              <a:rPr lang="en-US"/>
              <a:t>Edit Master text styles</a:t>
            </a:r>
          </a:p>
        </p:txBody>
      </p:sp>
      <p:sp>
        <p:nvSpPr>
          <p:cNvPr id="22" name="Text Placeholder 28"/>
          <p:cNvSpPr>
            <a:spLocks noGrp="1"/>
          </p:cNvSpPr>
          <p:nvPr>
            <p:ph type="body" sz="quarter" idx="13"/>
          </p:nvPr>
        </p:nvSpPr>
        <p:spPr>
          <a:xfrm>
            <a:off x="6649606" y="6267966"/>
            <a:ext cx="5041572" cy="239159"/>
          </a:xfrm>
        </p:spPr>
        <p:txBody>
          <a:bodyPr/>
          <a:lstStyle>
            <a:lvl1pPr algn="r">
              <a:spcAft>
                <a:spcPts val="600"/>
              </a:spcAft>
              <a:defRPr sz="1800">
                <a:solidFill>
                  <a:schemeClr val="bg1"/>
                </a:solidFill>
              </a:defRPr>
            </a:lvl1pPr>
          </a:lstStyle>
          <a:p>
            <a:pPr lvl="0"/>
            <a:r>
              <a:rPr lang="en-US"/>
              <a:t>Edit Master text styles</a:t>
            </a:r>
          </a:p>
        </p:txBody>
      </p:sp>
      <p:sp>
        <p:nvSpPr>
          <p:cNvPr id="26" name="Title 1"/>
          <p:cNvSpPr>
            <a:spLocks noGrp="1"/>
          </p:cNvSpPr>
          <p:nvPr>
            <p:ph type="title"/>
          </p:nvPr>
        </p:nvSpPr>
        <p:spPr>
          <a:xfrm>
            <a:off x="6649606" y="2071010"/>
            <a:ext cx="5045507" cy="1556425"/>
          </a:xfrm>
        </p:spPr>
        <p:txBody>
          <a:bodyPr anchor="ctr" anchorCtr="0"/>
          <a:lstStyle>
            <a:lvl1pPr algn="r">
              <a:lnSpc>
                <a:spcPct val="85000"/>
              </a:lnSpc>
              <a:defRPr sz="5500" b="0" spc="-100" baseline="0">
                <a:solidFill>
                  <a:schemeClr val="bg1"/>
                </a:solidFill>
              </a:defRPr>
            </a:lvl1pPr>
          </a:lstStyle>
          <a:p>
            <a:r>
              <a:rPr lang="en-US"/>
              <a:t>Click to edit Master title style</a:t>
            </a:r>
            <a:endParaRPr lang="en-US" dirty="0"/>
          </a:p>
        </p:txBody>
      </p:sp>
      <p:sp>
        <p:nvSpPr>
          <p:cNvPr id="28" name="Text Placeholder 3"/>
          <p:cNvSpPr>
            <a:spLocks noGrp="1"/>
          </p:cNvSpPr>
          <p:nvPr>
            <p:ph type="body" sz="quarter" idx="14"/>
          </p:nvPr>
        </p:nvSpPr>
        <p:spPr>
          <a:xfrm>
            <a:off x="7426906" y="1652709"/>
            <a:ext cx="4268207" cy="289871"/>
          </a:xfrm>
        </p:spPr>
        <p:txBody>
          <a:bodyPr/>
          <a:lstStyle>
            <a:lvl1pPr algn="r">
              <a:defRPr sz="2400" baseline="0">
                <a:solidFill>
                  <a:schemeClr val="bg1"/>
                </a:solidFill>
              </a:defRPr>
            </a:lvl1pPr>
          </a:lstStyle>
          <a:p>
            <a:pPr lvl="0"/>
            <a:r>
              <a:rPr lang="en-US"/>
              <a:t>Edit Master text styles</a:t>
            </a:r>
          </a:p>
        </p:txBody>
      </p:sp>
      <p:sp>
        <p:nvSpPr>
          <p:cNvPr id="20" name="Subtitle 2"/>
          <p:cNvSpPr>
            <a:spLocks noGrp="1"/>
          </p:cNvSpPr>
          <p:nvPr>
            <p:ph type="subTitle" idx="1"/>
          </p:nvPr>
        </p:nvSpPr>
        <p:spPr>
          <a:xfrm>
            <a:off x="6654335" y="3590524"/>
            <a:ext cx="5040778" cy="739253"/>
          </a:xfrm>
        </p:spPr>
        <p:txBody>
          <a:bodyPr/>
          <a:lstStyle>
            <a:lvl1pPr marL="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24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endParaRPr lang="en-GB" dirty="0"/>
          </a:p>
        </p:txBody>
      </p:sp>
    </p:spTree>
    <p:extLst>
      <p:ext uri="{BB962C8B-B14F-4D97-AF65-F5344CB8AC3E}">
        <p14:creationId xmlns:p14="http://schemas.microsoft.com/office/powerpoint/2010/main" val="39549152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0_Title Slide">
    <p:bg>
      <p:bgPr>
        <a:solidFill>
          <a:schemeClr val="accent1"/>
        </a:solidFill>
        <a:effectLst/>
      </p:bgPr>
    </p:bg>
    <p:spTree>
      <p:nvGrpSpPr>
        <p:cNvPr id="1" name=""/>
        <p:cNvGrpSpPr/>
        <p:nvPr/>
      </p:nvGrpSpPr>
      <p:grpSpPr>
        <a:xfrm>
          <a:off x="0" y="0"/>
          <a:ext cx="0" cy="0"/>
          <a:chOff x="0" y="0"/>
          <a:chExt cx="0" cy="0"/>
        </a:xfrm>
      </p:grpSpPr>
      <p:sp>
        <p:nvSpPr>
          <p:cNvPr id="7" name="Subtitle 2">
            <a:extLst>
              <a:ext uri="{FF2B5EF4-FFF2-40B4-BE49-F238E27FC236}">
                <a16:creationId xmlns:a16="http://schemas.microsoft.com/office/drawing/2014/main" id="{D86ACCD9-F471-43BC-B77A-0C37A0363EEF}"/>
              </a:ext>
            </a:extLst>
          </p:cNvPr>
          <p:cNvSpPr txBox="1">
            <a:spLocks/>
          </p:cNvSpPr>
          <p:nvPr userDrawn="1"/>
        </p:nvSpPr>
        <p:spPr bwMode="auto">
          <a:xfrm>
            <a:off x="5016500" y="1952625"/>
            <a:ext cx="6307138" cy="741363"/>
          </a:xfrm>
          <a:prstGeom prst="rect">
            <a:avLst/>
          </a:prstGeom>
          <a:noFill/>
          <a:ln>
            <a:noFill/>
          </a:ln>
        </p:spPr>
        <p:txBody>
          <a:bodyPr lIns="0" tIns="0" rIns="0" bIns="0"/>
          <a:lstStyle>
            <a:lvl1pPr marL="342900" indent="-342900">
              <a:defRPr>
                <a:solidFill>
                  <a:schemeClr val="tx1"/>
                </a:solidFill>
                <a:latin typeface="Calibri" charset="0"/>
                <a:ea typeface="ＭＳ Ｐゴシック" charset="0"/>
                <a:cs typeface="ＭＳ Ｐゴシック" charset="0"/>
              </a:defRPr>
            </a:lvl1pPr>
            <a:lvl2pPr>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lvl="1" algn="r" eaLnBrk="1" hangingPunct="1">
              <a:lnSpc>
                <a:spcPct val="104000"/>
              </a:lnSpc>
              <a:buFont typeface="Arial" charset="0"/>
              <a:buNone/>
              <a:defRPr/>
            </a:pPr>
            <a:endParaRPr lang="en-GB" sz="1600">
              <a:solidFill>
                <a:schemeClr val="tx2"/>
              </a:solidFill>
              <a:cs typeface="ＭＳ Ｐゴシック" charset="0"/>
            </a:endParaRPr>
          </a:p>
        </p:txBody>
      </p:sp>
      <p:sp>
        <p:nvSpPr>
          <p:cNvPr id="8" name="TextBox 20">
            <a:extLst>
              <a:ext uri="{FF2B5EF4-FFF2-40B4-BE49-F238E27FC236}">
                <a16:creationId xmlns:a16="http://schemas.microsoft.com/office/drawing/2014/main" id="{5B1BEE8E-C9DD-4507-ABC1-BE5E4AA64E08}"/>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dirty="0">
                <a:solidFill>
                  <a:schemeClr val="bg1"/>
                </a:solidFill>
              </a:rPr>
              <a:t>© 2025 Arm Limited </a:t>
            </a:r>
          </a:p>
        </p:txBody>
      </p:sp>
      <p:pic>
        <p:nvPicPr>
          <p:cNvPr id="9" name="Picture 9">
            <a:extLst>
              <a:ext uri="{FF2B5EF4-FFF2-40B4-BE49-F238E27FC236}">
                <a16:creationId xmlns:a16="http://schemas.microsoft.com/office/drawing/2014/main" id="{ED085226-B7FC-4237-9307-87DDA9C6ACCB}"/>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04875" y="1206500"/>
            <a:ext cx="223996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itle 1"/>
          <p:cNvSpPr>
            <a:spLocks noGrp="1"/>
          </p:cNvSpPr>
          <p:nvPr>
            <p:ph type="title"/>
          </p:nvPr>
        </p:nvSpPr>
        <p:spPr>
          <a:xfrm>
            <a:off x="6294006" y="2057639"/>
            <a:ext cx="5045507" cy="1556425"/>
          </a:xfrm>
        </p:spPr>
        <p:txBody>
          <a:bodyPr anchor="ctr" anchorCtr="0"/>
          <a:lstStyle>
            <a:lvl1pPr algn="r">
              <a:lnSpc>
                <a:spcPct val="85000"/>
              </a:lnSpc>
              <a:defRPr sz="5500" b="0" spc="-100" baseline="0">
                <a:solidFill>
                  <a:schemeClr val="bg1"/>
                </a:solidFill>
              </a:defRPr>
            </a:lvl1pPr>
          </a:lstStyle>
          <a:p>
            <a:r>
              <a:rPr lang="en-US"/>
              <a:t>Click to edit Master title style</a:t>
            </a:r>
            <a:endParaRPr lang="en-US" dirty="0"/>
          </a:p>
        </p:txBody>
      </p:sp>
      <p:sp>
        <p:nvSpPr>
          <p:cNvPr id="20" name="Subtitle 2"/>
          <p:cNvSpPr>
            <a:spLocks noGrp="1"/>
          </p:cNvSpPr>
          <p:nvPr>
            <p:ph type="subTitle" idx="1"/>
          </p:nvPr>
        </p:nvSpPr>
        <p:spPr>
          <a:xfrm>
            <a:off x="6298735" y="3671282"/>
            <a:ext cx="5040778" cy="739253"/>
          </a:xfrm>
        </p:spPr>
        <p:txBody>
          <a:bodyPr/>
          <a:lstStyle>
            <a:lvl1pPr marL="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24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endParaRPr lang="en-GB" dirty="0"/>
          </a:p>
        </p:txBody>
      </p:sp>
      <p:sp>
        <p:nvSpPr>
          <p:cNvPr id="21" name="Text Placeholder 28"/>
          <p:cNvSpPr>
            <a:spLocks noGrp="1"/>
          </p:cNvSpPr>
          <p:nvPr>
            <p:ph type="body" sz="quarter" idx="12"/>
          </p:nvPr>
        </p:nvSpPr>
        <p:spPr>
          <a:xfrm>
            <a:off x="6294006" y="5562481"/>
            <a:ext cx="5041572" cy="239159"/>
          </a:xfrm>
        </p:spPr>
        <p:txBody>
          <a:bodyPr/>
          <a:lstStyle>
            <a:lvl1pPr algn="r">
              <a:spcAft>
                <a:spcPts val="600"/>
              </a:spcAft>
              <a:defRPr sz="1600">
                <a:solidFill>
                  <a:schemeClr val="bg1"/>
                </a:solidFill>
              </a:defRPr>
            </a:lvl1pPr>
          </a:lstStyle>
          <a:p>
            <a:pPr lvl="0"/>
            <a:r>
              <a:rPr lang="en-US"/>
              <a:t>Edit Master text styles</a:t>
            </a:r>
          </a:p>
        </p:txBody>
      </p:sp>
      <p:sp>
        <p:nvSpPr>
          <p:cNvPr id="22" name="Text Placeholder 28"/>
          <p:cNvSpPr>
            <a:spLocks noGrp="1"/>
          </p:cNvSpPr>
          <p:nvPr>
            <p:ph type="body" sz="quarter" idx="13"/>
          </p:nvPr>
        </p:nvSpPr>
        <p:spPr>
          <a:xfrm>
            <a:off x="6294006" y="5872361"/>
            <a:ext cx="5041572" cy="239159"/>
          </a:xfrm>
        </p:spPr>
        <p:txBody>
          <a:bodyPr/>
          <a:lstStyle>
            <a:lvl1pPr algn="r">
              <a:spcAft>
                <a:spcPts val="600"/>
              </a:spcAft>
              <a:defRPr sz="1600">
                <a:solidFill>
                  <a:schemeClr val="bg1"/>
                </a:solidFill>
              </a:defRPr>
            </a:lvl1pPr>
          </a:lstStyle>
          <a:p>
            <a:pPr lvl="0"/>
            <a:r>
              <a:rPr lang="en-US"/>
              <a:t>Edit Master text styles</a:t>
            </a:r>
          </a:p>
        </p:txBody>
      </p:sp>
      <p:sp>
        <p:nvSpPr>
          <p:cNvPr id="23" name="Text Placeholder 3"/>
          <p:cNvSpPr>
            <a:spLocks noGrp="1"/>
          </p:cNvSpPr>
          <p:nvPr>
            <p:ph type="body" sz="quarter" idx="14"/>
          </p:nvPr>
        </p:nvSpPr>
        <p:spPr>
          <a:xfrm>
            <a:off x="7071306" y="1639338"/>
            <a:ext cx="4268207" cy="289871"/>
          </a:xfrm>
        </p:spPr>
        <p:txBody>
          <a:bodyPr/>
          <a:lstStyle>
            <a:lvl1pPr algn="r">
              <a:defRPr sz="2400" baseline="0">
                <a:solidFill>
                  <a:schemeClr val="bg1"/>
                </a:solidFill>
              </a:defRPr>
            </a:lvl1pPr>
          </a:lstStyle>
          <a:p>
            <a:pPr lvl="0"/>
            <a:r>
              <a:rPr lang="en-US"/>
              <a:t>Edit Master text styles</a:t>
            </a:r>
          </a:p>
        </p:txBody>
      </p:sp>
    </p:spTree>
    <p:extLst>
      <p:ext uri="{BB962C8B-B14F-4D97-AF65-F5344CB8AC3E}">
        <p14:creationId xmlns:p14="http://schemas.microsoft.com/office/powerpoint/2010/main" val="31465439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4_Title Slide">
    <p:bg>
      <p:bgPr>
        <a:solidFill>
          <a:schemeClr val="accent1"/>
        </a:solidFill>
        <a:effectLst/>
      </p:bgPr>
    </p:bg>
    <p:spTree>
      <p:nvGrpSpPr>
        <p:cNvPr id="1" name=""/>
        <p:cNvGrpSpPr/>
        <p:nvPr/>
      </p:nvGrpSpPr>
      <p:grpSpPr>
        <a:xfrm>
          <a:off x="0" y="0"/>
          <a:ext cx="0" cy="0"/>
          <a:chOff x="0" y="0"/>
          <a:chExt cx="0" cy="0"/>
        </a:xfrm>
      </p:grpSpPr>
      <p:pic>
        <p:nvPicPr>
          <p:cNvPr id="3" name="Picture 14">
            <a:extLst>
              <a:ext uri="{FF2B5EF4-FFF2-40B4-BE49-F238E27FC236}">
                <a16:creationId xmlns:a16="http://schemas.microsoft.com/office/drawing/2014/main" id="{EF15EA80-6A97-4306-A565-A598BFCD4C2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61838" cy="6950075"/>
          </a:xfrm>
          <a:prstGeom prst="rect">
            <a:avLst/>
          </a:prstGeom>
          <a:noFill/>
          <a:ln>
            <a:noFill/>
          </a:ln>
          <a:extLst>
            <a:ext uri="{909E8E84-426E-40DD-AFC4-6F175D3DCCD1}">
              <a14:hiddenFill xmlns:a14="http://schemas.microsoft.com/office/drawing/2010/main">
                <a:solidFill>
                  <a:srgbClr val="FFFFFF">
                    <a:alpha val="56862"/>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25508CEF-5483-4725-B847-F2F3C9C3A99C}"/>
              </a:ext>
            </a:extLst>
          </p:cNvPr>
          <p:cNvSpPr/>
          <p:nvPr userDrawn="1"/>
        </p:nvSpPr>
        <p:spPr>
          <a:xfrm>
            <a:off x="9145588" y="0"/>
            <a:ext cx="94456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5" name="Rectangle 4">
            <a:extLst>
              <a:ext uri="{FF2B5EF4-FFF2-40B4-BE49-F238E27FC236}">
                <a16:creationId xmlns:a16="http://schemas.microsoft.com/office/drawing/2014/main" id="{F4D455E4-5A73-4DDA-B182-EC48A76868CF}"/>
              </a:ext>
            </a:extLst>
          </p:cNvPr>
          <p:cNvSpPr/>
          <p:nvPr userDrawn="1"/>
        </p:nvSpPr>
        <p:spPr>
          <a:xfrm rot="5400000">
            <a:off x="5618956" y="-781843"/>
            <a:ext cx="954087" cy="12192000"/>
          </a:xfrm>
          <a:prstGeom prst="rect">
            <a:avLst/>
          </a:prstGeom>
          <a:solidFill>
            <a:schemeClr val="accent4">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pic>
        <p:nvPicPr>
          <p:cNvPr id="6" name="Picture 10">
            <a:extLst>
              <a:ext uri="{FF2B5EF4-FFF2-40B4-BE49-F238E27FC236}">
                <a16:creationId xmlns:a16="http://schemas.microsoft.com/office/drawing/2014/main" id="{40586515-A17C-43AB-93C1-E92185BB0501}"/>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823575" y="6386513"/>
            <a:ext cx="779463" cy="236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20">
            <a:extLst>
              <a:ext uri="{FF2B5EF4-FFF2-40B4-BE49-F238E27FC236}">
                <a16:creationId xmlns:a16="http://schemas.microsoft.com/office/drawing/2014/main" id="{6972167F-6CB3-4785-B2B2-AD65609A7955}"/>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dirty="0">
                <a:solidFill>
                  <a:schemeClr val="bg1"/>
                </a:solidFill>
              </a:rPr>
              <a:t>© 2024 Arm Limited </a:t>
            </a:r>
          </a:p>
        </p:txBody>
      </p:sp>
      <p:sp>
        <p:nvSpPr>
          <p:cNvPr id="10" name="Text Placeholder 3"/>
          <p:cNvSpPr>
            <a:spLocks noGrp="1"/>
          </p:cNvSpPr>
          <p:nvPr>
            <p:ph type="body" sz="quarter" idx="10"/>
          </p:nvPr>
        </p:nvSpPr>
        <p:spPr>
          <a:xfrm>
            <a:off x="884817" y="2191911"/>
            <a:ext cx="6831012" cy="794604"/>
          </a:xfrm>
        </p:spPr>
        <p:txBody>
          <a:bodyPr/>
          <a:lstStyle>
            <a:lvl1pPr marL="0" indent="0" algn="l">
              <a:buNone/>
              <a:defRPr sz="5400" b="1">
                <a:solidFill>
                  <a:schemeClr val="bg1"/>
                </a:solidFill>
              </a:defRPr>
            </a:lvl1pPr>
          </a:lstStyle>
          <a:p>
            <a:pPr lvl="0"/>
            <a:r>
              <a:rPr lang="en-US"/>
              <a:t>Edit Master text styles</a:t>
            </a:r>
          </a:p>
        </p:txBody>
      </p:sp>
    </p:spTree>
    <p:extLst>
      <p:ext uri="{BB962C8B-B14F-4D97-AF65-F5344CB8AC3E}">
        <p14:creationId xmlns:p14="http://schemas.microsoft.com/office/powerpoint/2010/main" val="10952001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6_Title Slide">
    <p:bg>
      <p:bgPr>
        <a:solidFill>
          <a:schemeClr val="tx2">
            <a:alpha val="79999"/>
          </a:schemeClr>
        </a:solidFill>
        <a:effectLst/>
      </p:bgPr>
    </p:bg>
    <p:spTree>
      <p:nvGrpSpPr>
        <p:cNvPr id="1" name=""/>
        <p:cNvGrpSpPr/>
        <p:nvPr/>
      </p:nvGrpSpPr>
      <p:grpSpPr>
        <a:xfrm>
          <a:off x="0" y="0"/>
          <a:ext cx="0" cy="0"/>
          <a:chOff x="0" y="0"/>
          <a:chExt cx="0" cy="0"/>
        </a:xfrm>
      </p:grpSpPr>
      <p:pic>
        <p:nvPicPr>
          <p:cNvPr id="3" name="Picture 14">
            <a:extLst>
              <a:ext uri="{FF2B5EF4-FFF2-40B4-BE49-F238E27FC236}">
                <a16:creationId xmlns:a16="http://schemas.microsoft.com/office/drawing/2014/main" id="{D4D25FBE-48A0-4F3D-AC55-357CA1A98B0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61838" cy="6950075"/>
          </a:xfrm>
          <a:prstGeom prst="rect">
            <a:avLst/>
          </a:prstGeom>
          <a:noFill/>
          <a:ln>
            <a:noFill/>
          </a:ln>
          <a:extLst>
            <a:ext uri="{909E8E84-426E-40DD-AFC4-6F175D3DCCD1}">
              <a14:hiddenFill xmlns:a14="http://schemas.microsoft.com/office/drawing/2010/main">
                <a:solidFill>
                  <a:srgbClr val="FFFFFF">
                    <a:alpha val="56862"/>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6EB17126-C2D4-4E6B-B84A-8123291ABB4F}"/>
              </a:ext>
            </a:extLst>
          </p:cNvPr>
          <p:cNvSpPr/>
          <p:nvPr userDrawn="1"/>
        </p:nvSpPr>
        <p:spPr>
          <a:xfrm>
            <a:off x="2473325" y="5788025"/>
            <a:ext cx="5715000" cy="957263"/>
          </a:xfrm>
          <a:prstGeom prst="rect">
            <a:avLst/>
          </a:prstGeom>
          <a:solidFill>
            <a:schemeClr val="accent3">
              <a:alpha val="7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5" name="Rectangle 4">
            <a:extLst>
              <a:ext uri="{FF2B5EF4-FFF2-40B4-BE49-F238E27FC236}">
                <a16:creationId xmlns:a16="http://schemas.microsoft.com/office/drawing/2014/main" id="{CD47F78D-5AB3-4ADE-9638-2185B4841924}"/>
              </a:ext>
            </a:extLst>
          </p:cNvPr>
          <p:cNvSpPr/>
          <p:nvPr userDrawn="1"/>
        </p:nvSpPr>
        <p:spPr>
          <a:xfrm rot="5400000">
            <a:off x="8668545" y="3399631"/>
            <a:ext cx="950912" cy="3825875"/>
          </a:xfrm>
          <a:prstGeom prst="rect">
            <a:avLst/>
          </a:prstGeom>
          <a:solidFill>
            <a:schemeClr val="accent1">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solidFill>
                <a:srgbClr val="FFFFFF"/>
              </a:solidFill>
              <a:ea typeface="ＭＳ Ｐゴシック" charset="0"/>
              <a:cs typeface="ＭＳ Ｐゴシック" charset="0"/>
            </a:endParaRPr>
          </a:p>
        </p:txBody>
      </p:sp>
      <p:sp>
        <p:nvSpPr>
          <p:cNvPr id="6" name="Rectangle 5">
            <a:extLst>
              <a:ext uri="{FF2B5EF4-FFF2-40B4-BE49-F238E27FC236}">
                <a16:creationId xmlns:a16="http://schemas.microsoft.com/office/drawing/2014/main" id="{B5D40661-F4D5-46CD-9CB3-AAB36DEEFA2B}"/>
              </a:ext>
            </a:extLst>
          </p:cNvPr>
          <p:cNvSpPr/>
          <p:nvPr userDrawn="1"/>
        </p:nvSpPr>
        <p:spPr>
          <a:xfrm rot="5400000">
            <a:off x="8661400" y="-395287"/>
            <a:ext cx="2852737" cy="3798888"/>
          </a:xfrm>
          <a:prstGeom prst="rect">
            <a:avLst/>
          </a:prstGeom>
          <a:solidFill>
            <a:schemeClr val="accent5">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7" name="TextBox 20">
            <a:extLst>
              <a:ext uri="{FF2B5EF4-FFF2-40B4-BE49-F238E27FC236}">
                <a16:creationId xmlns:a16="http://schemas.microsoft.com/office/drawing/2014/main" id="{8B1EE9D2-8B68-4D93-9C86-8338D46F4C46}"/>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dirty="0">
                <a:solidFill>
                  <a:schemeClr val="bg1"/>
                </a:solidFill>
              </a:rPr>
              <a:t>© 2024 Arm Limited </a:t>
            </a:r>
          </a:p>
        </p:txBody>
      </p:sp>
      <p:pic>
        <p:nvPicPr>
          <p:cNvPr id="8" name="Picture 12">
            <a:extLst>
              <a:ext uri="{FF2B5EF4-FFF2-40B4-BE49-F238E27FC236}">
                <a16:creationId xmlns:a16="http://schemas.microsoft.com/office/drawing/2014/main" id="{60A4E36D-CD54-4848-8DD7-B57EE5F009CE}"/>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823575" y="6386513"/>
            <a:ext cx="779463" cy="236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 Placeholder 3"/>
          <p:cNvSpPr>
            <a:spLocks noGrp="1"/>
          </p:cNvSpPr>
          <p:nvPr>
            <p:ph type="body" sz="quarter" idx="10"/>
          </p:nvPr>
        </p:nvSpPr>
        <p:spPr>
          <a:xfrm>
            <a:off x="884817" y="2191911"/>
            <a:ext cx="6831012" cy="794604"/>
          </a:xfrm>
        </p:spPr>
        <p:txBody>
          <a:bodyPr/>
          <a:lstStyle>
            <a:lvl1pPr marL="0" indent="0" algn="l">
              <a:buNone/>
              <a:defRPr sz="5400" b="1">
                <a:solidFill>
                  <a:schemeClr val="bg1"/>
                </a:solidFill>
              </a:defRPr>
            </a:lvl1pPr>
          </a:lstStyle>
          <a:p>
            <a:pPr lvl="0"/>
            <a:r>
              <a:rPr lang="en-US"/>
              <a:t>Edit Master text styles</a:t>
            </a:r>
          </a:p>
        </p:txBody>
      </p:sp>
    </p:spTree>
    <p:extLst>
      <p:ext uri="{BB962C8B-B14F-4D97-AF65-F5344CB8AC3E}">
        <p14:creationId xmlns:p14="http://schemas.microsoft.com/office/powerpoint/2010/main" val="29689023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8_Title Slide">
    <p:bg>
      <p:bgPr>
        <a:solidFill>
          <a:schemeClr val="tx2">
            <a:alpha val="79999"/>
          </a:schemeClr>
        </a:solidFill>
        <a:effectLst/>
      </p:bgPr>
    </p:bg>
    <p:spTree>
      <p:nvGrpSpPr>
        <p:cNvPr id="1" name=""/>
        <p:cNvGrpSpPr/>
        <p:nvPr/>
      </p:nvGrpSpPr>
      <p:grpSpPr>
        <a:xfrm>
          <a:off x="0" y="0"/>
          <a:ext cx="0" cy="0"/>
          <a:chOff x="0" y="0"/>
          <a:chExt cx="0" cy="0"/>
        </a:xfrm>
      </p:grpSpPr>
      <p:pic>
        <p:nvPicPr>
          <p:cNvPr id="3" name="Picture 14">
            <a:extLst>
              <a:ext uri="{FF2B5EF4-FFF2-40B4-BE49-F238E27FC236}">
                <a16:creationId xmlns:a16="http://schemas.microsoft.com/office/drawing/2014/main" id="{20AFDBE9-218D-49BD-8C6F-6D0C0A98EA8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61838" cy="6950075"/>
          </a:xfrm>
          <a:prstGeom prst="rect">
            <a:avLst/>
          </a:prstGeom>
          <a:noFill/>
          <a:ln>
            <a:noFill/>
          </a:ln>
          <a:extLst>
            <a:ext uri="{909E8E84-426E-40DD-AFC4-6F175D3DCCD1}">
              <a14:hiddenFill xmlns:a14="http://schemas.microsoft.com/office/drawing/2010/main">
                <a:solidFill>
                  <a:srgbClr val="FFFFFF">
                    <a:alpha val="56862"/>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D641F8C5-D368-475A-AD71-1C5D28182145}"/>
              </a:ext>
            </a:extLst>
          </p:cNvPr>
          <p:cNvSpPr/>
          <p:nvPr userDrawn="1"/>
        </p:nvSpPr>
        <p:spPr>
          <a:xfrm rot="5400000">
            <a:off x="8189913" y="1981200"/>
            <a:ext cx="2865438" cy="2859087"/>
          </a:xfrm>
          <a:prstGeom prst="rect">
            <a:avLst/>
          </a:prstGeom>
          <a:solidFill>
            <a:schemeClr val="accent4">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5" name="Rectangle 4">
            <a:extLst>
              <a:ext uri="{FF2B5EF4-FFF2-40B4-BE49-F238E27FC236}">
                <a16:creationId xmlns:a16="http://schemas.microsoft.com/office/drawing/2014/main" id="{DEC8AC68-A10F-478C-9423-982B686F3608}"/>
              </a:ext>
            </a:extLst>
          </p:cNvPr>
          <p:cNvSpPr/>
          <p:nvPr userDrawn="1"/>
        </p:nvSpPr>
        <p:spPr>
          <a:xfrm rot="5400000">
            <a:off x="7238207" y="70644"/>
            <a:ext cx="952500" cy="2865437"/>
          </a:xfrm>
          <a:prstGeom prst="rect">
            <a:avLst/>
          </a:prstGeom>
          <a:solidFill>
            <a:schemeClr val="accent5">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6" name="TextBox 20">
            <a:extLst>
              <a:ext uri="{FF2B5EF4-FFF2-40B4-BE49-F238E27FC236}">
                <a16:creationId xmlns:a16="http://schemas.microsoft.com/office/drawing/2014/main" id="{88B94D0A-8607-4811-8C63-2236031788C2}"/>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dirty="0">
                <a:solidFill>
                  <a:schemeClr val="bg1"/>
                </a:solidFill>
              </a:rPr>
              <a:t>© 2024 Arm Limited </a:t>
            </a:r>
          </a:p>
        </p:txBody>
      </p:sp>
      <p:pic>
        <p:nvPicPr>
          <p:cNvPr id="7" name="Picture 11">
            <a:extLst>
              <a:ext uri="{FF2B5EF4-FFF2-40B4-BE49-F238E27FC236}">
                <a16:creationId xmlns:a16="http://schemas.microsoft.com/office/drawing/2014/main" id="{6EE9950B-2E11-47E8-A70E-654A0376F71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823575" y="6386513"/>
            <a:ext cx="779463" cy="236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a:extLst>
              <a:ext uri="{FF2B5EF4-FFF2-40B4-BE49-F238E27FC236}">
                <a16:creationId xmlns:a16="http://schemas.microsoft.com/office/drawing/2014/main" id="{E0F46732-360C-400A-BCD8-30F9E9884440}"/>
              </a:ext>
            </a:extLst>
          </p:cNvPr>
          <p:cNvSpPr/>
          <p:nvPr userDrawn="1"/>
        </p:nvSpPr>
        <p:spPr>
          <a:xfrm>
            <a:off x="2473325" y="4838700"/>
            <a:ext cx="5715000" cy="955675"/>
          </a:xfrm>
          <a:prstGeom prst="rect">
            <a:avLst/>
          </a:prstGeom>
          <a:solidFill>
            <a:schemeClr val="accent3">
              <a:alpha val="7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2" name="Text Placeholder 3"/>
          <p:cNvSpPr>
            <a:spLocks noGrp="1"/>
          </p:cNvSpPr>
          <p:nvPr>
            <p:ph type="body" sz="quarter" idx="10"/>
          </p:nvPr>
        </p:nvSpPr>
        <p:spPr>
          <a:xfrm>
            <a:off x="884817" y="2191911"/>
            <a:ext cx="6831012" cy="794604"/>
          </a:xfrm>
        </p:spPr>
        <p:txBody>
          <a:bodyPr/>
          <a:lstStyle>
            <a:lvl1pPr marL="0" indent="0" algn="l">
              <a:buNone/>
              <a:defRPr sz="5400" b="1">
                <a:solidFill>
                  <a:schemeClr val="bg1"/>
                </a:solidFill>
              </a:defRPr>
            </a:lvl1pPr>
          </a:lstStyle>
          <a:p>
            <a:pPr lvl="0"/>
            <a:r>
              <a:rPr lang="en-US"/>
              <a:t>Edit Master text styles</a:t>
            </a:r>
          </a:p>
        </p:txBody>
      </p:sp>
    </p:spTree>
    <p:extLst>
      <p:ext uri="{BB962C8B-B14F-4D97-AF65-F5344CB8AC3E}">
        <p14:creationId xmlns:p14="http://schemas.microsoft.com/office/powerpoint/2010/main" val="32048837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7_Title Slide">
    <p:bg>
      <p:bgPr>
        <a:solidFill>
          <a:schemeClr val="accent1"/>
        </a:solidFill>
        <a:effectLst/>
      </p:bgPr>
    </p:bg>
    <p:spTree>
      <p:nvGrpSpPr>
        <p:cNvPr id="1" name=""/>
        <p:cNvGrpSpPr/>
        <p:nvPr/>
      </p:nvGrpSpPr>
      <p:grpSpPr>
        <a:xfrm>
          <a:off x="0" y="0"/>
          <a:ext cx="0" cy="0"/>
          <a:chOff x="0" y="0"/>
          <a:chExt cx="0" cy="0"/>
        </a:xfrm>
      </p:grpSpPr>
      <p:pic>
        <p:nvPicPr>
          <p:cNvPr id="3" name="Picture 14">
            <a:extLst>
              <a:ext uri="{FF2B5EF4-FFF2-40B4-BE49-F238E27FC236}">
                <a16:creationId xmlns:a16="http://schemas.microsoft.com/office/drawing/2014/main" id="{5E581C57-84E7-44DE-8059-2BC02B56527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61838" cy="6950075"/>
          </a:xfrm>
          <a:prstGeom prst="rect">
            <a:avLst/>
          </a:prstGeom>
          <a:noFill/>
          <a:ln>
            <a:noFill/>
          </a:ln>
          <a:extLst>
            <a:ext uri="{909E8E84-426E-40DD-AFC4-6F175D3DCCD1}">
              <a14:hiddenFill xmlns:a14="http://schemas.microsoft.com/office/drawing/2010/main">
                <a:solidFill>
                  <a:srgbClr val="FFFFFF">
                    <a:alpha val="56862"/>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20">
            <a:extLst>
              <a:ext uri="{FF2B5EF4-FFF2-40B4-BE49-F238E27FC236}">
                <a16:creationId xmlns:a16="http://schemas.microsoft.com/office/drawing/2014/main" id="{92152423-4E66-421D-8D42-F851512FB599}"/>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dirty="0">
                <a:solidFill>
                  <a:schemeClr val="bg1"/>
                </a:solidFill>
              </a:rPr>
              <a:t>© 2024 Arm Limited </a:t>
            </a:r>
          </a:p>
        </p:txBody>
      </p:sp>
      <p:pic>
        <p:nvPicPr>
          <p:cNvPr id="5" name="Picture 9">
            <a:extLst>
              <a:ext uri="{FF2B5EF4-FFF2-40B4-BE49-F238E27FC236}">
                <a16:creationId xmlns:a16="http://schemas.microsoft.com/office/drawing/2014/main" id="{68A167BD-2209-47A0-A85D-8C9A549C4D46}"/>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823575" y="6386513"/>
            <a:ext cx="779463" cy="236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80685B97-5328-4BD9-8E71-18F45D97C243}"/>
              </a:ext>
            </a:extLst>
          </p:cNvPr>
          <p:cNvSpPr/>
          <p:nvPr userDrawn="1"/>
        </p:nvSpPr>
        <p:spPr>
          <a:xfrm>
            <a:off x="2473325" y="4838700"/>
            <a:ext cx="5715000" cy="955675"/>
          </a:xfrm>
          <a:prstGeom prst="rect">
            <a:avLst/>
          </a:prstGeom>
          <a:solidFill>
            <a:srgbClr val="FFC600">
              <a:alpha val="7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7" name="Rectangle 6">
            <a:extLst>
              <a:ext uri="{FF2B5EF4-FFF2-40B4-BE49-F238E27FC236}">
                <a16:creationId xmlns:a16="http://schemas.microsoft.com/office/drawing/2014/main" id="{06961C66-0202-411F-8BB2-4D63F421739C}"/>
              </a:ext>
            </a:extLst>
          </p:cNvPr>
          <p:cNvSpPr/>
          <p:nvPr userDrawn="1"/>
        </p:nvSpPr>
        <p:spPr>
          <a:xfrm rot="5400000">
            <a:off x="8189913" y="1981200"/>
            <a:ext cx="2865438" cy="2859087"/>
          </a:xfrm>
          <a:prstGeom prst="rect">
            <a:avLst/>
          </a:prstGeom>
          <a:solidFill>
            <a:schemeClr val="accent4">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8" name="Rectangle 7">
            <a:extLst>
              <a:ext uri="{FF2B5EF4-FFF2-40B4-BE49-F238E27FC236}">
                <a16:creationId xmlns:a16="http://schemas.microsoft.com/office/drawing/2014/main" id="{4B481E86-DD33-48E9-B034-4769BB1BF208}"/>
              </a:ext>
            </a:extLst>
          </p:cNvPr>
          <p:cNvSpPr/>
          <p:nvPr userDrawn="1"/>
        </p:nvSpPr>
        <p:spPr>
          <a:xfrm rot="5400000">
            <a:off x="7238207" y="70644"/>
            <a:ext cx="952500" cy="2865437"/>
          </a:xfrm>
          <a:prstGeom prst="rect">
            <a:avLst/>
          </a:prstGeom>
          <a:solidFill>
            <a:srgbClr val="FF6900">
              <a:alpha val="7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1" name="Text Placeholder 3"/>
          <p:cNvSpPr>
            <a:spLocks noGrp="1"/>
          </p:cNvSpPr>
          <p:nvPr>
            <p:ph type="body" sz="quarter" idx="10"/>
          </p:nvPr>
        </p:nvSpPr>
        <p:spPr>
          <a:xfrm>
            <a:off x="697312" y="2093521"/>
            <a:ext cx="6831012" cy="794604"/>
          </a:xfrm>
        </p:spPr>
        <p:txBody>
          <a:bodyPr/>
          <a:lstStyle>
            <a:lvl1pPr marL="0" indent="0" algn="l">
              <a:buNone/>
              <a:defRPr sz="5400" b="1">
                <a:solidFill>
                  <a:schemeClr val="bg1"/>
                </a:solidFill>
              </a:defRPr>
            </a:lvl1pPr>
          </a:lstStyle>
          <a:p>
            <a:pPr lvl="0"/>
            <a:r>
              <a:rPr lang="en-US"/>
              <a:t>Edit Master text styles</a:t>
            </a:r>
          </a:p>
        </p:txBody>
      </p:sp>
    </p:spTree>
    <p:extLst>
      <p:ext uri="{BB962C8B-B14F-4D97-AF65-F5344CB8AC3E}">
        <p14:creationId xmlns:p14="http://schemas.microsoft.com/office/powerpoint/2010/main" val="21091580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2"/>
          <p:cNvSpPr>
            <a:spLocks noGrp="1"/>
          </p:cNvSpPr>
          <p:nvPr>
            <p:ph idx="1"/>
          </p:nvPr>
        </p:nvSpPr>
        <p:spPr>
          <a:xfrm>
            <a:off x="492125" y="1479468"/>
            <a:ext cx="11180762" cy="4086225"/>
          </a:xfrm>
          <a:prstGeom prst="rect">
            <a:avLst/>
          </a:prstGeom>
        </p:spPr>
        <p:txBody>
          <a:bodyPr/>
          <a:lstStyle>
            <a:lvl1pPr marL="0" indent="0">
              <a:buNone/>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7642112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6CEC54C1-485F-40D2-B042-79849DAFE15A}"/>
              </a:ext>
            </a:extLst>
          </p:cNvPr>
          <p:cNvCxnSpPr>
            <a:cxnSpLocks/>
          </p:cNvCxnSpPr>
          <p:nvPr userDrawn="1"/>
        </p:nvCxnSpPr>
        <p:spPr>
          <a:xfrm>
            <a:off x="6096000" y="1662113"/>
            <a:ext cx="0" cy="4473575"/>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44" name="Text Placeholder 43"/>
          <p:cNvSpPr>
            <a:spLocks noGrp="1"/>
          </p:cNvSpPr>
          <p:nvPr>
            <p:ph type="body" sz="quarter" idx="13"/>
          </p:nvPr>
        </p:nvSpPr>
        <p:spPr>
          <a:xfrm>
            <a:off x="492125" y="1040826"/>
            <a:ext cx="11180763" cy="344488"/>
          </a:xfrm>
        </p:spPr>
        <p:txBody>
          <a:bodyPr/>
          <a:lstStyle>
            <a:lvl1pPr marL="0" indent="0">
              <a:spcAft>
                <a:spcPts val="0"/>
              </a:spcAft>
              <a:buNone/>
              <a:defRPr sz="2400">
                <a:solidFill>
                  <a:schemeClr val="tx2">
                    <a:lumMod val="60000"/>
                    <a:lumOff val="40000"/>
                  </a:schemeClr>
                </a:solidFill>
              </a:defRPr>
            </a:lvl1pPr>
          </a:lstStyle>
          <a:p>
            <a:pPr lvl="0"/>
            <a:r>
              <a:rPr lang="en-US"/>
              <a:t>Edit Master text styles</a:t>
            </a:r>
          </a:p>
        </p:txBody>
      </p:sp>
      <p:sp>
        <p:nvSpPr>
          <p:cNvPr id="9" name="Text Placeholder 131"/>
          <p:cNvSpPr>
            <a:spLocks noGrp="1"/>
          </p:cNvSpPr>
          <p:nvPr>
            <p:ph type="body" sz="quarter" idx="16"/>
          </p:nvPr>
        </p:nvSpPr>
        <p:spPr>
          <a:xfrm>
            <a:off x="492125" y="1620481"/>
            <a:ext cx="5332942" cy="560696"/>
          </a:xfrm>
        </p:spPr>
        <p:txBody>
          <a:bodyPr anchor="b" anchorCtr="0"/>
          <a:lstStyle>
            <a:lvl1pPr marL="0" marR="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b="1">
                <a:solidFill>
                  <a:schemeClr val="accent1"/>
                </a:solidFill>
              </a:defRPr>
            </a:lvl1pPr>
          </a:lstStyle>
          <a:p>
            <a:pPr lvl="0"/>
            <a:r>
              <a:rPr lang="en-US"/>
              <a:t>Edit Master text styles</a:t>
            </a:r>
          </a:p>
        </p:txBody>
      </p:sp>
      <p:sp>
        <p:nvSpPr>
          <p:cNvPr id="4" name="Content Placeholder 3"/>
          <p:cNvSpPr>
            <a:spLocks noGrp="1"/>
          </p:cNvSpPr>
          <p:nvPr>
            <p:ph sz="quarter" idx="19"/>
          </p:nvPr>
        </p:nvSpPr>
        <p:spPr>
          <a:xfrm>
            <a:off x="492125" y="2361952"/>
            <a:ext cx="5332941" cy="3605743"/>
          </a:xfrm>
        </p:spPr>
        <p:txBody>
          <a:bodyPr/>
          <a:lstStyle>
            <a:lvl1pPr marL="0" indent="0">
              <a:buNone/>
              <a:defRPr/>
            </a:lvl1pPr>
            <a:lvl2pPr>
              <a:defRPr>
                <a:solidFill>
                  <a:srgbClr val="383838"/>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31"/>
          <p:cNvSpPr>
            <a:spLocks noGrp="1"/>
          </p:cNvSpPr>
          <p:nvPr>
            <p:ph type="body" sz="quarter" idx="18"/>
          </p:nvPr>
        </p:nvSpPr>
        <p:spPr>
          <a:xfrm>
            <a:off x="6341534" y="1620481"/>
            <a:ext cx="5332942" cy="560696"/>
          </a:xfrm>
        </p:spPr>
        <p:txBody>
          <a:bodyPr anchor="b" anchorCtr="0"/>
          <a:lstStyle>
            <a:lvl1pPr marL="0" marR="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b="1">
                <a:solidFill>
                  <a:schemeClr val="accent1"/>
                </a:solidFill>
              </a:defRPr>
            </a:lvl1pPr>
          </a:lstStyle>
          <a:p>
            <a:pPr lvl="0"/>
            <a:r>
              <a:rPr lang="en-US"/>
              <a:t>Edit Master text styles</a:t>
            </a:r>
          </a:p>
        </p:txBody>
      </p:sp>
      <p:sp>
        <p:nvSpPr>
          <p:cNvPr id="8" name="Content Placeholder 7"/>
          <p:cNvSpPr>
            <a:spLocks noGrp="1"/>
          </p:cNvSpPr>
          <p:nvPr>
            <p:ph sz="quarter" idx="20"/>
          </p:nvPr>
        </p:nvSpPr>
        <p:spPr>
          <a:xfrm>
            <a:off x="6341534" y="2362483"/>
            <a:ext cx="5331354" cy="3605212"/>
          </a:xfrm>
        </p:spPr>
        <p:txBody>
          <a:bodyPr/>
          <a:lstStyle>
            <a:lvl1pPr marL="0" indent="0">
              <a:buNone/>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595263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grpSp>
        <p:nvGrpSpPr>
          <p:cNvPr id="10" name="Group 6">
            <a:extLst>
              <a:ext uri="{FF2B5EF4-FFF2-40B4-BE49-F238E27FC236}">
                <a16:creationId xmlns:a16="http://schemas.microsoft.com/office/drawing/2014/main" id="{1ECD41E8-8F7A-4802-BD8A-6CACEC985F17}"/>
              </a:ext>
            </a:extLst>
          </p:cNvPr>
          <p:cNvGrpSpPr>
            <a:grpSpLocks/>
          </p:cNvGrpSpPr>
          <p:nvPr userDrawn="1"/>
        </p:nvGrpSpPr>
        <p:grpSpPr bwMode="auto">
          <a:xfrm>
            <a:off x="4148138" y="1754188"/>
            <a:ext cx="3903662" cy="4305300"/>
            <a:chOff x="3706307" y="1883391"/>
            <a:chExt cx="3803176" cy="4472959"/>
          </a:xfrm>
        </p:grpSpPr>
        <p:cxnSp>
          <p:nvCxnSpPr>
            <p:cNvPr id="11" name="Straight Connector 10">
              <a:extLst>
                <a:ext uri="{FF2B5EF4-FFF2-40B4-BE49-F238E27FC236}">
                  <a16:creationId xmlns:a16="http://schemas.microsoft.com/office/drawing/2014/main" id="{AC4DA0A3-5394-4DD3-8DBF-449419EB9BEC}"/>
                </a:ext>
              </a:extLst>
            </p:cNvPr>
            <p:cNvCxnSpPr>
              <a:cxnSpLocks/>
            </p:cNvCxnSpPr>
            <p:nvPr userDrawn="1"/>
          </p:nvCxnSpPr>
          <p:spPr>
            <a:xfrm>
              <a:off x="3706307" y="1883391"/>
              <a:ext cx="0" cy="4472959"/>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7F2575E8-95EA-447D-9561-5F51443D866F}"/>
                </a:ext>
              </a:extLst>
            </p:cNvPr>
            <p:cNvCxnSpPr>
              <a:cxnSpLocks/>
            </p:cNvCxnSpPr>
            <p:nvPr userDrawn="1"/>
          </p:nvCxnSpPr>
          <p:spPr>
            <a:xfrm>
              <a:off x="7509483" y="1883391"/>
              <a:ext cx="0" cy="4472959"/>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a:lstStyle/>
          <a:p>
            <a:r>
              <a:rPr lang="en-US"/>
              <a:t>Click to edit Master title style</a:t>
            </a:r>
          </a:p>
        </p:txBody>
      </p:sp>
      <p:sp>
        <p:nvSpPr>
          <p:cNvPr id="44" name="Text Placeholder 43"/>
          <p:cNvSpPr>
            <a:spLocks noGrp="1"/>
          </p:cNvSpPr>
          <p:nvPr>
            <p:ph type="body" sz="quarter" idx="13"/>
          </p:nvPr>
        </p:nvSpPr>
        <p:spPr>
          <a:xfrm>
            <a:off x="492125" y="1040826"/>
            <a:ext cx="11180763" cy="344488"/>
          </a:xfrm>
        </p:spPr>
        <p:txBody>
          <a:bodyPr/>
          <a:lstStyle>
            <a:lvl1pPr marL="0" indent="0">
              <a:buNone/>
              <a:defRPr lang="en-US" sz="2400" dirty="0">
                <a:solidFill>
                  <a:schemeClr val="tx2">
                    <a:lumMod val="60000"/>
                    <a:lumOff val="40000"/>
                  </a:schemeClr>
                </a:solidFill>
              </a:defRPr>
            </a:lvl1pPr>
          </a:lstStyle>
          <a:p>
            <a:pPr lvl="0"/>
            <a:r>
              <a:rPr lang="en-US"/>
              <a:t>Edit Master text styles</a:t>
            </a:r>
          </a:p>
        </p:txBody>
      </p:sp>
      <p:sp>
        <p:nvSpPr>
          <p:cNvPr id="7" name="Text Placeholder 2"/>
          <p:cNvSpPr>
            <a:spLocks noGrp="1"/>
          </p:cNvSpPr>
          <p:nvPr>
            <p:ph idx="1"/>
          </p:nvPr>
        </p:nvSpPr>
        <p:spPr>
          <a:xfrm>
            <a:off x="492789" y="2373786"/>
            <a:ext cx="3359281" cy="3605945"/>
          </a:xfrm>
          <a:prstGeom prst="rect">
            <a:avLst/>
          </a:prstGeom>
        </p:spPr>
        <p:txBody>
          <a:bodyPr/>
          <a:lstStyle>
            <a:lvl1pPr marL="0" indent="0">
              <a:buNone/>
              <a:defRPr/>
            </a:lvl1pPr>
            <a:lvl2pPr>
              <a:defRPr>
                <a:solidFill>
                  <a:srgbClr val="383838"/>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a:t>Edit Master text styles</a:t>
            </a:r>
          </a:p>
          <a:p>
            <a:pPr lvl="1"/>
            <a:r>
              <a:rPr lang="en-US"/>
              <a:t>Second level</a:t>
            </a:r>
          </a:p>
        </p:txBody>
      </p:sp>
      <p:sp>
        <p:nvSpPr>
          <p:cNvPr id="100" name="Text Placeholder 131"/>
          <p:cNvSpPr>
            <a:spLocks noGrp="1"/>
          </p:cNvSpPr>
          <p:nvPr>
            <p:ph type="body" sz="quarter" idx="16"/>
          </p:nvPr>
        </p:nvSpPr>
        <p:spPr>
          <a:xfrm>
            <a:off x="492125" y="1611050"/>
            <a:ext cx="3359945" cy="560696"/>
          </a:xfrm>
        </p:spPr>
        <p:txBody>
          <a:bodyPr anchor="b" anchorCtr="0"/>
          <a:lstStyle>
            <a:lvl1pPr marL="0" marR="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b="1">
                <a:solidFill>
                  <a:schemeClr val="accent1"/>
                </a:solidFill>
              </a:defRPr>
            </a:lvl1pPr>
          </a:lstStyle>
          <a:p>
            <a:pPr lvl="0"/>
            <a:r>
              <a:rPr lang="en-US"/>
              <a:t>Edit Master text styles</a:t>
            </a:r>
          </a:p>
        </p:txBody>
      </p:sp>
      <p:sp>
        <p:nvSpPr>
          <p:cNvPr id="13" name="Text Placeholder 2"/>
          <p:cNvSpPr>
            <a:spLocks noGrp="1"/>
          </p:cNvSpPr>
          <p:nvPr>
            <p:ph idx="17"/>
          </p:nvPr>
        </p:nvSpPr>
        <p:spPr>
          <a:xfrm>
            <a:off x="4444207" y="2373786"/>
            <a:ext cx="3359281" cy="3605945"/>
          </a:xfrm>
          <a:prstGeom prst="rect">
            <a:avLst/>
          </a:prstGeom>
        </p:spPr>
        <p:txBody>
          <a:bodyPr/>
          <a:lstStyle>
            <a:lvl1pPr marL="0" indent="0">
              <a:buNone/>
              <a:defRPr/>
            </a:lvl1pPr>
          </a:lstStyle>
          <a:p>
            <a:pPr lvl="0"/>
            <a:r>
              <a:rPr lang="en-US"/>
              <a:t>Edit Master text styles</a:t>
            </a:r>
          </a:p>
          <a:p>
            <a:pPr lvl="1"/>
            <a:r>
              <a:rPr lang="en-US"/>
              <a:t>Second level</a:t>
            </a:r>
          </a:p>
        </p:txBody>
      </p:sp>
      <p:sp>
        <p:nvSpPr>
          <p:cNvPr id="14" name="Text Placeholder 2"/>
          <p:cNvSpPr>
            <a:spLocks noGrp="1"/>
          </p:cNvSpPr>
          <p:nvPr>
            <p:ph idx="18"/>
          </p:nvPr>
        </p:nvSpPr>
        <p:spPr>
          <a:xfrm>
            <a:off x="8300113" y="2373786"/>
            <a:ext cx="3359281" cy="3605945"/>
          </a:xfrm>
          <a:prstGeom prst="rect">
            <a:avLst/>
          </a:prstGeom>
        </p:spPr>
        <p:txBody>
          <a:bodyPr/>
          <a:lstStyle>
            <a:lvl1pPr marL="0" indent="0">
              <a:buNone/>
              <a:defRPr/>
            </a:lvl1pPr>
            <a:lvl2pPr>
              <a:defRPr>
                <a:solidFill>
                  <a:srgbClr val="383838"/>
                </a:solidFill>
              </a:defRPr>
            </a:lvl2pPr>
          </a:lstStyle>
          <a:p>
            <a:pPr lvl="0"/>
            <a:r>
              <a:rPr lang="en-US"/>
              <a:t>Edit Master text styles</a:t>
            </a:r>
          </a:p>
          <a:p>
            <a:pPr lvl="1"/>
            <a:r>
              <a:rPr lang="en-US"/>
              <a:t>Second level</a:t>
            </a:r>
          </a:p>
        </p:txBody>
      </p:sp>
      <p:sp>
        <p:nvSpPr>
          <p:cNvPr id="15" name="Text Placeholder 131"/>
          <p:cNvSpPr>
            <a:spLocks noGrp="1"/>
          </p:cNvSpPr>
          <p:nvPr>
            <p:ph type="body" sz="quarter" idx="19"/>
          </p:nvPr>
        </p:nvSpPr>
        <p:spPr>
          <a:xfrm>
            <a:off x="4419997" y="1611050"/>
            <a:ext cx="3359945" cy="560696"/>
          </a:xfrm>
        </p:spPr>
        <p:txBody>
          <a:bodyPr anchor="b" anchorCtr="0"/>
          <a:lstStyle>
            <a:lvl1pPr marL="0" marR="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b="1">
                <a:solidFill>
                  <a:schemeClr val="accent1"/>
                </a:solidFill>
              </a:defRPr>
            </a:lvl1pPr>
          </a:lstStyle>
          <a:p>
            <a:pPr lvl="0"/>
            <a:r>
              <a:rPr lang="en-US"/>
              <a:t>Edit Master text styles</a:t>
            </a:r>
          </a:p>
        </p:txBody>
      </p:sp>
      <p:sp>
        <p:nvSpPr>
          <p:cNvPr id="16" name="Text Placeholder 131"/>
          <p:cNvSpPr>
            <a:spLocks noGrp="1"/>
          </p:cNvSpPr>
          <p:nvPr>
            <p:ph type="body" sz="quarter" idx="20"/>
          </p:nvPr>
        </p:nvSpPr>
        <p:spPr>
          <a:xfrm>
            <a:off x="8299449" y="1611050"/>
            <a:ext cx="3359945" cy="560696"/>
          </a:xfrm>
        </p:spPr>
        <p:txBody>
          <a:bodyPr anchor="b" anchorCtr="0"/>
          <a:lstStyle>
            <a:lvl1pPr marL="0" marR="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b="1">
                <a:solidFill>
                  <a:schemeClr val="accent1"/>
                </a:solidFill>
              </a:defRPr>
            </a:lvl1pPr>
          </a:lstStyle>
          <a:p>
            <a:pPr lvl="0"/>
            <a:r>
              <a:rPr lang="en-US"/>
              <a:t>Edit Master text styles</a:t>
            </a:r>
          </a:p>
        </p:txBody>
      </p:sp>
    </p:spTree>
    <p:extLst>
      <p:ext uri="{BB962C8B-B14F-4D97-AF65-F5344CB8AC3E}">
        <p14:creationId xmlns:p14="http://schemas.microsoft.com/office/powerpoint/2010/main" val="29493844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1F5E88F4-34BF-4FB5-900D-00FBACE9F35D}"/>
              </a:ext>
            </a:extLst>
          </p:cNvPr>
          <p:cNvCxnSpPr>
            <a:cxnSpLocks/>
          </p:cNvCxnSpPr>
          <p:nvPr userDrawn="1"/>
        </p:nvCxnSpPr>
        <p:spPr>
          <a:xfrm>
            <a:off x="3233738" y="1631950"/>
            <a:ext cx="0" cy="4086225"/>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44" name="Text Placeholder 43"/>
          <p:cNvSpPr>
            <a:spLocks noGrp="1"/>
          </p:cNvSpPr>
          <p:nvPr>
            <p:ph type="body" sz="quarter" idx="13"/>
          </p:nvPr>
        </p:nvSpPr>
        <p:spPr>
          <a:xfrm>
            <a:off x="492125" y="1040826"/>
            <a:ext cx="11180763" cy="344488"/>
          </a:xfrm>
        </p:spPr>
        <p:txBody>
          <a:bodyPr/>
          <a:lstStyle>
            <a:lvl1pPr marL="0" indent="0">
              <a:buNone/>
              <a:defRPr lang="en-US" sz="2400" dirty="0">
                <a:solidFill>
                  <a:schemeClr val="tx2">
                    <a:lumMod val="60000"/>
                    <a:lumOff val="40000"/>
                  </a:schemeClr>
                </a:solidFill>
              </a:defRPr>
            </a:lvl1pPr>
          </a:lstStyle>
          <a:p>
            <a:pPr lvl="0"/>
            <a:r>
              <a:rPr lang="en-US"/>
              <a:t>Edit Master text styles</a:t>
            </a:r>
          </a:p>
        </p:txBody>
      </p:sp>
      <p:sp>
        <p:nvSpPr>
          <p:cNvPr id="47" name="Text Placeholder 2"/>
          <p:cNvSpPr>
            <a:spLocks noGrp="1"/>
          </p:cNvSpPr>
          <p:nvPr>
            <p:ph idx="14"/>
          </p:nvPr>
        </p:nvSpPr>
        <p:spPr>
          <a:xfrm>
            <a:off x="3369738" y="1631112"/>
            <a:ext cx="8303150" cy="4086426"/>
          </a:xfrm>
          <a:prstGeom prst="rect">
            <a:avLst/>
          </a:prstGeom>
        </p:spPr>
        <p:txBody>
          <a:bodyPr/>
          <a:lstStyle>
            <a:lvl1pPr marL="0" indent="0">
              <a:buNone/>
              <a:defRPr/>
            </a:lvl1pPr>
            <a:lvl2pPr>
              <a:defRPr>
                <a:solidFill>
                  <a:srgbClr val="383838"/>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
          <p:cNvSpPr>
            <a:spLocks noGrp="1"/>
          </p:cNvSpPr>
          <p:nvPr>
            <p:ph idx="1"/>
          </p:nvPr>
        </p:nvSpPr>
        <p:spPr>
          <a:xfrm>
            <a:off x="492789" y="1631112"/>
            <a:ext cx="2606011" cy="4086426"/>
          </a:xfrm>
          <a:prstGeom prst="rect">
            <a:avLst/>
          </a:prstGeom>
        </p:spPr>
        <p:txBody>
          <a:bodyPr/>
          <a:lstStyle>
            <a:lvl1pPr marL="0" indent="0">
              <a:buNone/>
              <a:defRPr/>
            </a:lvl1pPr>
            <a:lvl2pPr>
              <a:defRPr>
                <a:solidFill>
                  <a:srgbClr val="383838"/>
                </a:solidFill>
              </a:defRPr>
            </a:lvl2pPr>
          </a:lstStyle>
          <a:p>
            <a:pPr lvl="0"/>
            <a:r>
              <a:rPr lang="en-US"/>
              <a:t>Edit Master text styles</a:t>
            </a:r>
          </a:p>
          <a:p>
            <a:pPr lvl="1"/>
            <a:r>
              <a:rPr lang="en-US"/>
              <a:t>Second level</a:t>
            </a:r>
          </a:p>
        </p:txBody>
      </p:sp>
    </p:spTree>
    <p:extLst>
      <p:ext uri="{BB962C8B-B14F-4D97-AF65-F5344CB8AC3E}">
        <p14:creationId xmlns:p14="http://schemas.microsoft.com/office/powerpoint/2010/main" val="6716344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ECCBF85B-6B38-418B-B229-63FD770EDEA7}"/>
              </a:ext>
            </a:extLst>
          </p:cNvPr>
          <p:cNvCxnSpPr>
            <a:cxnSpLocks/>
          </p:cNvCxnSpPr>
          <p:nvPr userDrawn="1"/>
        </p:nvCxnSpPr>
        <p:spPr>
          <a:xfrm>
            <a:off x="8932863" y="1746250"/>
            <a:ext cx="0" cy="4086225"/>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44" name="Text Placeholder 43"/>
          <p:cNvSpPr>
            <a:spLocks noGrp="1"/>
          </p:cNvSpPr>
          <p:nvPr>
            <p:ph type="body" sz="quarter" idx="13"/>
          </p:nvPr>
        </p:nvSpPr>
        <p:spPr>
          <a:xfrm>
            <a:off x="492125" y="1040826"/>
            <a:ext cx="11180763" cy="344488"/>
          </a:xfrm>
        </p:spPr>
        <p:txBody>
          <a:bodyPr/>
          <a:lstStyle>
            <a:lvl1pPr marL="0" indent="0">
              <a:buNone/>
              <a:defRPr lang="en-US" sz="2400">
                <a:solidFill>
                  <a:schemeClr val="tx2">
                    <a:lumMod val="60000"/>
                    <a:lumOff val="40000"/>
                  </a:schemeClr>
                </a:solidFill>
              </a:defRPr>
            </a:lvl1pPr>
          </a:lstStyle>
          <a:p>
            <a:pPr lvl="0"/>
            <a:r>
              <a:rPr lang="en-US"/>
              <a:t>Edit Master text styles</a:t>
            </a:r>
          </a:p>
        </p:txBody>
      </p:sp>
      <p:sp>
        <p:nvSpPr>
          <p:cNvPr id="4" name="Content Placeholder 3"/>
          <p:cNvSpPr>
            <a:spLocks noGrp="1"/>
          </p:cNvSpPr>
          <p:nvPr>
            <p:ph sz="quarter" idx="14"/>
          </p:nvPr>
        </p:nvSpPr>
        <p:spPr>
          <a:xfrm>
            <a:off x="492125" y="1746560"/>
            <a:ext cx="8305669" cy="4086428"/>
          </a:xfrm>
        </p:spPr>
        <p:txBody>
          <a:bodyPr/>
          <a:lstStyle>
            <a:lvl1pPr marL="0" indent="0">
              <a:buNone/>
              <a:defRPr/>
            </a:lvl1pPr>
            <a:lvl2pPr>
              <a:defRPr>
                <a:solidFill>
                  <a:srgbClr val="383838"/>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15"/>
          </p:nvPr>
        </p:nvSpPr>
        <p:spPr>
          <a:xfrm>
            <a:off x="9037638" y="1746560"/>
            <a:ext cx="2635250" cy="4086428"/>
          </a:xfrm>
        </p:spPr>
        <p:txBody>
          <a:bodyPr/>
          <a:lstStyle>
            <a:lvl1pPr marL="0" indent="0">
              <a:buNone/>
              <a:defRPr/>
            </a:lvl1pPr>
            <a:lvl2pPr>
              <a:defRPr>
                <a:solidFill>
                  <a:srgbClr val="383838"/>
                </a:solidFill>
              </a:defRPr>
            </a:lvl2pPr>
          </a:lstStyle>
          <a:p>
            <a:pPr lvl="0"/>
            <a:r>
              <a:rPr lang="en-US"/>
              <a:t>Edit Master text styles</a:t>
            </a:r>
          </a:p>
          <a:p>
            <a:pPr lvl="1"/>
            <a:r>
              <a:rPr lang="en-US"/>
              <a:t>Second level</a:t>
            </a:r>
          </a:p>
        </p:txBody>
      </p:sp>
    </p:spTree>
    <p:extLst>
      <p:ext uri="{BB962C8B-B14F-4D97-AF65-F5344CB8AC3E}">
        <p14:creationId xmlns:p14="http://schemas.microsoft.com/office/powerpoint/2010/main" val="18119687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 column slide with images">
    <p:spTree>
      <p:nvGrpSpPr>
        <p:cNvPr id="1" name=""/>
        <p:cNvGrpSpPr/>
        <p:nvPr/>
      </p:nvGrpSpPr>
      <p:grpSpPr>
        <a:xfrm>
          <a:off x="0" y="0"/>
          <a:ext cx="0" cy="0"/>
          <a:chOff x="0" y="0"/>
          <a:chExt cx="0" cy="0"/>
        </a:xfrm>
      </p:grpSpPr>
      <p:grpSp>
        <p:nvGrpSpPr>
          <p:cNvPr id="10" name="Group 6">
            <a:extLst>
              <a:ext uri="{FF2B5EF4-FFF2-40B4-BE49-F238E27FC236}">
                <a16:creationId xmlns:a16="http://schemas.microsoft.com/office/drawing/2014/main" id="{114A2708-7A8B-4D20-8225-CD1C8C761ACF}"/>
              </a:ext>
            </a:extLst>
          </p:cNvPr>
          <p:cNvGrpSpPr>
            <a:grpSpLocks/>
          </p:cNvGrpSpPr>
          <p:nvPr userDrawn="1"/>
        </p:nvGrpSpPr>
        <p:grpSpPr bwMode="auto">
          <a:xfrm>
            <a:off x="4148138" y="1625600"/>
            <a:ext cx="3903662" cy="4305300"/>
            <a:chOff x="3706307" y="1883391"/>
            <a:chExt cx="3803176" cy="4472959"/>
          </a:xfrm>
        </p:grpSpPr>
        <p:cxnSp>
          <p:nvCxnSpPr>
            <p:cNvPr id="11" name="Straight Connector 10">
              <a:extLst>
                <a:ext uri="{FF2B5EF4-FFF2-40B4-BE49-F238E27FC236}">
                  <a16:creationId xmlns:a16="http://schemas.microsoft.com/office/drawing/2014/main" id="{EB25F9CF-0B60-43CC-9056-F30880901E51}"/>
                </a:ext>
              </a:extLst>
            </p:cNvPr>
            <p:cNvCxnSpPr>
              <a:cxnSpLocks/>
            </p:cNvCxnSpPr>
            <p:nvPr userDrawn="1"/>
          </p:nvCxnSpPr>
          <p:spPr>
            <a:xfrm>
              <a:off x="3706307" y="1883391"/>
              <a:ext cx="0" cy="4472959"/>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EA81E11-C818-456E-B39B-0D107A2FB43F}"/>
                </a:ext>
              </a:extLst>
            </p:cNvPr>
            <p:cNvCxnSpPr>
              <a:cxnSpLocks/>
            </p:cNvCxnSpPr>
            <p:nvPr userDrawn="1"/>
          </p:nvCxnSpPr>
          <p:spPr>
            <a:xfrm>
              <a:off x="7509483" y="1883391"/>
              <a:ext cx="0" cy="4472959"/>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a:lstStyle/>
          <a:p>
            <a:r>
              <a:rPr lang="en-US"/>
              <a:t>Click to edit Master title style</a:t>
            </a:r>
          </a:p>
        </p:txBody>
      </p:sp>
      <p:sp>
        <p:nvSpPr>
          <p:cNvPr id="44" name="Text Placeholder 43"/>
          <p:cNvSpPr>
            <a:spLocks noGrp="1"/>
          </p:cNvSpPr>
          <p:nvPr>
            <p:ph type="body" sz="quarter" idx="13"/>
          </p:nvPr>
        </p:nvSpPr>
        <p:spPr>
          <a:xfrm>
            <a:off x="492125" y="1040826"/>
            <a:ext cx="11180763" cy="344488"/>
          </a:xfrm>
        </p:spPr>
        <p:txBody>
          <a:bodyPr/>
          <a:lstStyle>
            <a:lvl1pPr marL="0" indent="0">
              <a:buNone/>
              <a:defRPr lang="en-US" sz="2400">
                <a:solidFill>
                  <a:schemeClr val="tx2">
                    <a:lumMod val="60000"/>
                    <a:lumOff val="40000"/>
                  </a:schemeClr>
                </a:solidFill>
              </a:defRPr>
            </a:lvl1pPr>
          </a:lstStyle>
          <a:p>
            <a:pPr lvl="0"/>
            <a:r>
              <a:rPr lang="en-US"/>
              <a:t>Edit Master text styles</a:t>
            </a:r>
          </a:p>
        </p:txBody>
      </p:sp>
      <p:sp>
        <p:nvSpPr>
          <p:cNvPr id="18" name="Text Placeholder 131"/>
          <p:cNvSpPr>
            <a:spLocks noGrp="1"/>
          </p:cNvSpPr>
          <p:nvPr>
            <p:ph type="body" sz="quarter" idx="16"/>
          </p:nvPr>
        </p:nvSpPr>
        <p:spPr>
          <a:xfrm>
            <a:off x="492125" y="1562924"/>
            <a:ext cx="3359945" cy="560696"/>
          </a:xfrm>
        </p:spPr>
        <p:txBody>
          <a:bodyPr anchor="b" anchorCtr="0"/>
          <a:lstStyle>
            <a:lvl1pPr marL="0" marR="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b="1">
                <a:solidFill>
                  <a:schemeClr val="accent1"/>
                </a:solidFill>
              </a:defRPr>
            </a:lvl1pPr>
          </a:lstStyle>
          <a:p>
            <a:pPr lvl="0"/>
            <a:r>
              <a:rPr lang="en-US"/>
              <a:t>Edit Master text styles</a:t>
            </a:r>
          </a:p>
        </p:txBody>
      </p:sp>
      <p:sp>
        <p:nvSpPr>
          <p:cNvPr id="19" name="Text Placeholder 131"/>
          <p:cNvSpPr>
            <a:spLocks noGrp="1"/>
          </p:cNvSpPr>
          <p:nvPr>
            <p:ph type="body" sz="quarter" idx="17"/>
          </p:nvPr>
        </p:nvSpPr>
        <p:spPr>
          <a:xfrm>
            <a:off x="4416027" y="1569937"/>
            <a:ext cx="3359945" cy="560696"/>
          </a:xfrm>
        </p:spPr>
        <p:txBody>
          <a:bodyPr anchor="b" anchorCtr="0"/>
          <a:lstStyle>
            <a:lvl1pPr marL="0" indent="0">
              <a:buNone/>
              <a:defRPr lang="en-US" sz="2400" b="1" kern="1200" dirty="0" smtClean="0">
                <a:solidFill>
                  <a:schemeClr val="accent1"/>
                </a:solidFill>
                <a:latin typeface="+mn-lt"/>
                <a:ea typeface="ＭＳ Ｐゴシック" charset="0"/>
                <a:cs typeface="ＭＳ Ｐゴシック" charset="0"/>
              </a:defRPr>
            </a:lvl1pPr>
          </a:lstStyle>
          <a:p>
            <a:pPr lvl="0"/>
            <a:r>
              <a:rPr lang="en-US"/>
              <a:t>Edit Master text styles</a:t>
            </a:r>
          </a:p>
        </p:txBody>
      </p:sp>
      <p:sp>
        <p:nvSpPr>
          <p:cNvPr id="20" name="Text Placeholder 131"/>
          <p:cNvSpPr>
            <a:spLocks noGrp="1"/>
          </p:cNvSpPr>
          <p:nvPr>
            <p:ph type="body" sz="quarter" idx="18"/>
          </p:nvPr>
        </p:nvSpPr>
        <p:spPr>
          <a:xfrm>
            <a:off x="8306264" y="1569937"/>
            <a:ext cx="3359945" cy="560696"/>
          </a:xfrm>
        </p:spPr>
        <p:txBody>
          <a:bodyPr anchor="b" anchorCtr="0"/>
          <a:lstStyle>
            <a:lvl1pPr marL="0" indent="0">
              <a:buNone/>
              <a:defRPr lang="en-US" sz="2400" b="1" kern="1200" dirty="0" smtClean="0">
                <a:solidFill>
                  <a:schemeClr val="accent1"/>
                </a:solidFill>
                <a:latin typeface="+mn-lt"/>
                <a:ea typeface="ＭＳ Ｐゴシック" charset="0"/>
                <a:cs typeface="ＭＳ Ｐゴシック" charset="0"/>
              </a:defRPr>
            </a:lvl1pPr>
          </a:lstStyle>
          <a:p>
            <a:pPr lvl="0"/>
            <a:r>
              <a:rPr lang="en-US"/>
              <a:t>Edit Master text styles</a:t>
            </a:r>
          </a:p>
        </p:txBody>
      </p:sp>
      <p:sp>
        <p:nvSpPr>
          <p:cNvPr id="4" name="Content Placeholder 3"/>
          <p:cNvSpPr>
            <a:spLocks noGrp="1"/>
          </p:cNvSpPr>
          <p:nvPr>
            <p:ph sz="quarter" idx="19"/>
          </p:nvPr>
        </p:nvSpPr>
        <p:spPr>
          <a:xfrm>
            <a:off x="492125" y="2323016"/>
            <a:ext cx="3359945" cy="3608590"/>
          </a:xfrm>
        </p:spPr>
        <p:txBody>
          <a:bodyPr/>
          <a:lstStyle>
            <a:lvl1pPr marL="0" indent="0">
              <a:buNone/>
              <a:defRPr/>
            </a:lvl1pPr>
            <a:lvl2pPr>
              <a:defRPr>
                <a:solidFill>
                  <a:srgbClr val="383838"/>
                </a:solidFill>
              </a:defRPr>
            </a:lvl2pPr>
            <a:lvl3pPr>
              <a:defRPr>
                <a:solidFill>
                  <a:srgbClr val="383838"/>
                </a:solidFill>
              </a:defRPr>
            </a:lvl3pPr>
          </a:lstStyle>
          <a:p>
            <a:pPr lvl="0"/>
            <a:r>
              <a:rPr lang="en-US"/>
              <a:t>Edit Master text styles</a:t>
            </a:r>
          </a:p>
          <a:p>
            <a:pPr lvl="1"/>
            <a:r>
              <a:rPr lang="en-US"/>
              <a:t>Second level</a:t>
            </a:r>
          </a:p>
          <a:p>
            <a:pPr lvl="2"/>
            <a:r>
              <a:rPr lang="en-US"/>
              <a:t>Third level</a:t>
            </a:r>
          </a:p>
        </p:txBody>
      </p:sp>
      <p:sp>
        <p:nvSpPr>
          <p:cNvPr id="6" name="Content Placeholder 5"/>
          <p:cNvSpPr>
            <a:spLocks noGrp="1"/>
          </p:cNvSpPr>
          <p:nvPr>
            <p:ph sz="quarter" idx="20"/>
          </p:nvPr>
        </p:nvSpPr>
        <p:spPr>
          <a:xfrm>
            <a:off x="4416027" y="2323016"/>
            <a:ext cx="3359548" cy="3608387"/>
          </a:xfrm>
        </p:spPr>
        <p:txBody>
          <a:bodyPr/>
          <a:lstStyle>
            <a:lvl1pPr marL="0" indent="0">
              <a:buNone/>
              <a:defRPr/>
            </a:lvl1pPr>
            <a:lvl2pPr>
              <a:defRPr>
                <a:solidFill>
                  <a:srgbClr val="383838"/>
                </a:solidFill>
              </a:defRPr>
            </a:lvl2pPr>
            <a:lvl3pPr>
              <a:defRPr>
                <a:solidFill>
                  <a:srgbClr val="383838"/>
                </a:solidFill>
              </a:defRPr>
            </a:lvl3pPr>
          </a:lstStyle>
          <a:p>
            <a:pPr lvl="0"/>
            <a:r>
              <a:rPr lang="en-US"/>
              <a:t>Edit Master text styles</a:t>
            </a:r>
          </a:p>
          <a:p>
            <a:pPr lvl="1"/>
            <a:r>
              <a:rPr lang="en-US"/>
              <a:t>Second level</a:t>
            </a:r>
          </a:p>
          <a:p>
            <a:pPr lvl="2"/>
            <a:r>
              <a:rPr lang="en-US"/>
              <a:t>Third level</a:t>
            </a:r>
          </a:p>
        </p:txBody>
      </p:sp>
      <p:sp>
        <p:nvSpPr>
          <p:cNvPr id="9" name="Content Placeholder 8"/>
          <p:cNvSpPr>
            <a:spLocks noGrp="1"/>
          </p:cNvSpPr>
          <p:nvPr>
            <p:ph sz="quarter" idx="21"/>
          </p:nvPr>
        </p:nvSpPr>
        <p:spPr>
          <a:xfrm>
            <a:off x="8306264" y="2323016"/>
            <a:ext cx="3360274" cy="3608387"/>
          </a:xfrm>
        </p:spPr>
        <p:txBody>
          <a:bodyPr/>
          <a:lstStyle>
            <a:lvl1pPr marL="0" indent="0">
              <a:buNone/>
              <a:defRPr/>
            </a:lvl1pPr>
            <a:lvl2pPr>
              <a:defRPr>
                <a:solidFill>
                  <a:srgbClr val="383838"/>
                </a:solidFill>
              </a:defRPr>
            </a:lvl2pPr>
            <a:lvl3pPr>
              <a:defRPr>
                <a:solidFill>
                  <a:srgbClr val="383838"/>
                </a:solidFill>
              </a:defRPr>
            </a:lvl3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2849707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 column text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4" name="Text Placeholder 43"/>
          <p:cNvSpPr>
            <a:spLocks noGrp="1"/>
          </p:cNvSpPr>
          <p:nvPr>
            <p:ph type="body" sz="quarter" idx="13"/>
          </p:nvPr>
        </p:nvSpPr>
        <p:spPr>
          <a:xfrm>
            <a:off x="492125" y="1040826"/>
            <a:ext cx="11180763" cy="344488"/>
          </a:xfrm>
        </p:spPr>
        <p:txBody>
          <a:bodyPr/>
          <a:lstStyle>
            <a:lvl1pPr marL="0" indent="0">
              <a:buNone/>
              <a:defRPr lang="en-US" sz="2400">
                <a:solidFill>
                  <a:schemeClr val="tx2">
                    <a:lumMod val="60000"/>
                    <a:lumOff val="40000"/>
                  </a:schemeClr>
                </a:solidFill>
              </a:defRPr>
            </a:lvl1pPr>
          </a:lstStyle>
          <a:p>
            <a:pPr lvl="0"/>
            <a:r>
              <a:rPr lang="en-US"/>
              <a:t>Edit Master text styles</a:t>
            </a:r>
          </a:p>
        </p:txBody>
      </p:sp>
      <p:sp>
        <p:nvSpPr>
          <p:cNvPr id="6" name="Picture Placeholder 5"/>
          <p:cNvSpPr>
            <a:spLocks noGrp="1"/>
          </p:cNvSpPr>
          <p:nvPr>
            <p:ph type="pic" sz="quarter" idx="17"/>
          </p:nvPr>
        </p:nvSpPr>
        <p:spPr>
          <a:xfrm>
            <a:off x="3354388" y="1671610"/>
            <a:ext cx="2606675" cy="1953683"/>
          </a:xfrm>
        </p:spPr>
        <p:txBody>
          <a:bodyPr/>
          <a:lstStyle>
            <a:lvl1pPr marL="0" indent="0">
              <a:buNone/>
              <a:defRPr/>
            </a:lvl1pPr>
          </a:lstStyle>
          <a:p>
            <a:pPr lvl="0"/>
            <a:r>
              <a:rPr lang="en-US" noProof="0"/>
              <a:t>Click icon to add picture</a:t>
            </a:r>
            <a:endParaRPr lang="en-US" noProof="0" dirty="0"/>
          </a:p>
        </p:txBody>
      </p:sp>
      <p:sp>
        <p:nvSpPr>
          <p:cNvPr id="104" name="Picture Placeholder 5"/>
          <p:cNvSpPr>
            <a:spLocks noGrp="1"/>
          </p:cNvSpPr>
          <p:nvPr>
            <p:ph type="pic" sz="quarter" idx="18"/>
          </p:nvPr>
        </p:nvSpPr>
        <p:spPr>
          <a:xfrm>
            <a:off x="3354388" y="3809037"/>
            <a:ext cx="2606675" cy="1953683"/>
          </a:xfrm>
        </p:spPr>
        <p:txBody>
          <a:bodyPr/>
          <a:lstStyle>
            <a:lvl1pPr marL="0" indent="0">
              <a:buNone/>
              <a:defRPr/>
            </a:lvl1pPr>
          </a:lstStyle>
          <a:p>
            <a:pPr lvl="0"/>
            <a:r>
              <a:rPr lang="en-US" noProof="0"/>
              <a:t>Click icon to add picture</a:t>
            </a:r>
            <a:endParaRPr lang="en-US" noProof="0" dirty="0"/>
          </a:p>
        </p:txBody>
      </p:sp>
      <p:sp>
        <p:nvSpPr>
          <p:cNvPr id="105" name="Picture Placeholder 5"/>
          <p:cNvSpPr>
            <a:spLocks noGrp="1"/>
          </p:cNvSpPr>
          <p:nvPr>
            <p:ph type="pic" sz="quarter" idx="19"/>
          </p:nvPr>
        </p:nvSpPr>
        <p:spPr>
          <a:xfrm>
            <a:off x="9066213" y="1671610"/>
            <a:ext cx="2606675" cy="1953683"/>
          </a:xfrm>
        </p:spPr>
        <p:txBody>
          <a:bodyPr/>
          <a:lstStyle>
            <a:lvl1pPr marL="0" indent="0">
              <a:buNone/>
              <a:defRPr/>
            </a:lvl1pPr>
          </a:lstStyle>
          <a:p>
            <a:pPr lvl="0"/>
            <a:r>
              <a:rPr lang="en-US" noProof="0"/>
              <a:t>Click icon to add picture</a:t>
            </a:r>
            <a:endParaRPr lang="en-US" noProof="0" dirty="0"/>
          </a:p>
        </p:txBody>
      </p:sp>
      <p:sp>
        <p:nvSpPr>
          <p:cNvPr id="106" name="Picture Placeholder 5"/>
          <p:cNvSpPr>
            <a:spLocks noGrp="1"/>
          </p:cNvSpPr>
          <p:nvPr>
            <p:ph type="pic" sz="quarter" idx="20"/>
          </p:nvPr>
        </p:nvSpPr>
        <p:spPr>
          <a:xfrm>
            <a:off x="9066213" y="3809037"/>
            <a:ext cx="2606675" cy="1953683"/>
          </a:xfrm>
        </p:spPr>
        <p:txBody>
          <a:bodyPr/>
          <a:lstStyle>
            <a:lvl1pPr marL="0" indent="0">
              <a:buNone/>
              <a:defRPr/>
            </a:lvl1pPr>
          </a:lstStyle>
          <a:p>
            <a:pPr lvl="0"/>
            <a:r>
              <a:rPr lang="en-US" noProof="0"/>
              <a:t>Click icon to add picture</a:t>
            </a:r>
            <a:endParaRPr lang="en-US" noProof="0" dirty="0"/>
          </a:p>
        </p:txBody>
      </p:sp>
      <p:sp>
        <p:nvSpPr>
          <p:cNvPr id="14" name="Text Placeholder 7"/>
          <p:cNvSpPr>
            <a:spLocks noGrp="1"/>
          </p:cNvSpPr>
          <p:nvPr>
            <p:ph type="body" sz="quarter" idx="21"/>
          </p:nvPr>
        </p:nvSpPr>
        <p:spPr>
          <a:xfrm>
            <a:off x="492125" y="1671610"/>
            <a:ext cx="2606675" cy="4086225"/>
          </a:xfrm>
        </p:spPr>
        <p:txBody>
          <a:bodyPr/>
          <a:lstStyle>
            <a:lvl1pPr marL="0" indent="0">
              <a:buNone/>
              <a:defRPr>
                <a:solidFill>
                  <a:srgbClr val="383838"/>
                </a:solidFill>
              </a:defRPr>
            </a:lvl1pPr>
            <a:lvl2pPr>
              <a:defRPr>
                <a:solidFill>
                  <a:srgbClr val="383838"/>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7"/>
          <p:cNvSpPr>
            <a:spLocks noGrp="1"/>
          </p:cNvSpPr>
          <p:nvPr>
            <p:ph type="body" sz="quarter" idx="22"/>
          </p:nvPr>
        </p:nvSpPr>
        <p:spPr>
          <a:xfrm>
            <a:off x="6220216" y="1671610"/>
            <a:ext cx="2606675" cy="4086225"/>
          </a:xfrm>
        </p:spPr>
        <p:txBody>
          <a:bodyPr/>
          <a:lstStyle>
            <a:lvl1pPr marL="0" indent="0">
              <a:buNone/>
              <a:defRPr/>
            </a:lvl1pPr>
            <a:lvl2pPr>
              <a:defRPr>
                <a:solidFill>
                  <a:srgbClr val="383838"/>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276670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4" name="Text Placeholder 43"/>
          <p:cNvSpPr>
            <a:spLocks noGrp="1"/>
          </p:cNvSpPr>
          <p:nvPr>
            <p:ph type="body" sz="quarter" idx="13"/>
          </p:nvPr>
        </p:nvSpPr>
        <p:spPr>
          <a:xfrm>
            <a:off x="492125" y="1040826"/>
            <a:ext cx="11180763" cy="344488"/>
          </a:xfrm>
        </p:spPr>
        <p:txBody>
          <a:bodyPr/>
          <a:lstStyle>
            <a:lvl1pPr marL="0" indent="0">
              <a:buNone/>
              <a:defRPr lang="en-US" sz="2400">
                <a:solidFill>
                  <a:schemeClr val="tx2">
                    <a:lumMod val="60000"/>
                    <a:lumOff val="40000"/>
                  </a:schemeClr>
                </a:solidFill>
              </a:defRPr>
            </a:lvl1pPr>
          </a:lstStyle>
          <a:p>
            <a:pPr lvl="0"/>
            <a:r>
              <a:rPr lang="en-US"/>
              <a:t>Edit Master text styles</a:t>
            </a:r>
          </a:p>
        </p:txBody>
      </p:sp>
      <p:sp>
        <p:nvSpPr>
          <p:cNvPr id="7" name="Text Placeholder 2"/>
          <p:cNvSpPr>
            <a:spLocks noGrp="1"/>
          </p:cNvSpPr>
          <p:nvPr>
            <p:ph idx="1"/>
          </p:nvPr>
        </p:nvSpPr>
        <p:spPr>
          <a:xfrm>
            <a:off x="492789" y="1671612"/>
            <a:ext cx="5467744" cy="4086426"/>
          </a:xfrm>
          <a:prstGeom prst="rect">
            <a:avLst/>
          </a:prstGeom>
        </p:spPr>
        <p:txBody>
          <a:bodyPr/>
          <a:lstStyle>
            <a:lvl1pPr marL="0" indent="0">
              <a:buNone/>
              <a:defRPr/>
            </a:lvl1pPr>
            <a:lvl2pPr>
              <a:defRPr>
                <a:solidFill>
                  <a:srgbClr val="383838"/>
                </a:solidFill>
              </a:defRPr>
            </a:lvl2pPr>
            <a:lvl3pPr>
              <a:defRPr>
                <a:solidFill>
                  <a:srgbClr val="383838"/>
                </a:solidFill>
              </a:defRPr>
            </a:lvl3pPr>
          </a:lstStyle>
          <a:p>
            <a:pPr lvl="0"/>
            <a:r>
              <a:rPr lang="en-US"/>
              <a:t>Edit Master text styles</a:t>
            </a:r>
          </a:p>
          <a:p>
            <a:pPr lvl="1"/>
            <a:r>
              <a:rPr lang="en-US"/>
              <a:t>Second level</a:t>
            </a:r>
          </a:p>
          <a:p>
            <a:pPr lvl="2"/>
            <a:r>
              <a:rPr lang="en-US"/>
              <a:t>Third level</a:t>
            </a:r>
          </a:p>
        </p:txBody>
      </p:sp>
      <p:sp>
        <p:nvSpPr>
          <p:cNvPr id="50" name="Picture Placeholder 5"/>
          <p:cNvSpPr>
            <a:spLocks noGrp="1"/>
          </p:cNvSpPr>
          <p:nvPr>
            <p:ph type="pic" sz="quarter" idx="17"/>
          </p:nvPr>
        </p:nvSpPr>
        <p:spPr>
          <a:xfrm>
            <a:off x="6211237" y="1671610"/>
            <a:ext cx="5461651" cy="4086427"/>
          </a:xfrm>
        </p:spPr>
        <p:txBody>
          <a:bodyPr/>
          <a:lstStyle>
            <a:lvl1pPr marL="0" indent="0">
              <a:buNone/>
              <a:defRPr/>
            </a:lvl1pPr>
          </a:lstStyle>
          <a:p>
            <a:pPr lvl="0"/>
            <a:r>
              <a:rPr lang="en-US" noProof="0"/>
              <a:t>Click icon to add picture</a:t>
            </a:r>
            <a:endParaRPr lang="en-US" noProof="0" dirty="0"/>
          </a:p>
        </p:txBody>
      </p:sp>
    </p:spTree>
    <p:extLst>
      <p:ext uri="{BB962C8B-B14F-4D97-AF65-F5344CB8AC3E}">
        <p14:creationId xmlns:p14="http://schemas.microsoft.com/office/powerpoint/2010/main" val="39170604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able Sldi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n-lt"/>
              </a:defRPr>
            </a:lvl1pPr>
          </a:lstStyle>
          <a:p>
            <a:r>
              <a:rPr lang="en-US"/>
              <a:t>Click to edit Master title style</a:t>
            </a:r>
            <a:endParaRPr lang="en-US" dirty="0"/>
          </a:p>
        </p:txBody>
      </p:sp>
      <p:sp>
        <p:nvSpPr>
          <p:cNvPr id="10" name="Table Placeholder 3"/>
          <p:cNvSpPr>
            <a:spLocks noGrp="1"/>
          </p:cNvSpPr>
          <p:nvPr>
            <p:ph type="tbl" sz="quarter" idx="13"/>
          </p:nvPr>
        </p:nvSpPr>
        <p:spPr>
          <a:xfrm>
            <a:off x="492789" y="1536022"/>
            <a:ext cx="11180867" cy="4087104"/>
          </a:xfrm>
        </p:spPr>
        <p:txBody>
          <a:bodyPr/>
          <a:lstStyle>
            <a:lvl1pPr marL="0" indent="0">
              <a:buNone/>
              <a:defRPr/>
            </a:lvl1pPr>
          </a:lstStyle>
          <a:p>
            <a:pPr lvl="0"/>
            <a:r>
              <a:rPr lang="en-US" noProof="0"/>
              <a:t>Click icon to add table</a:t>
            </a:r>
            <a:endParaRPr lang="en-US" noProof="0" dirty="0"/>
          </a:p>
        </p:txBody>
      </p:sp>
    </p:spTree>
    <p:extLst>
      <p:ext uri="{BB962C8B-B14F-4D97-AF65-F5344CB8AC3E}">
        <p14:creationId xmlns:p14="http://schemas.microsoft.com/office/powerpoint/2010/main" val="167762182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4" name="Text Placeholder 43"/>
          <p:cNvSpPr>
            <a:spLocks noGrp="1"/>
          </p:cNvSpPr>
          <p:nvPr>
            <p:ph type="body" sz="quarter" idx="13"/>
          </p:nvPr>
        </p:nvSpPr>
        <p:spPr>
          <a:xfrm>
            <a:off x="492125" y="1040826"/>
            <a:ext cx="11180763" cy="344488"/>
          </a:xfrm>
        </p:spPr>
        <p:txBody>
          <a:bodyPr/>
          <a:lstStyle>
            <a:lvl1pPr marL="0" indent="0">
              <a:buNone/>
              <a:defRPr lang="en-US" sz="2400">
                <a:solidFill>
                  <a:schemeClr val="tx2">
                    <a:lumMod val="60000"/>
                    <a:lumOff val="40000"/>
                  </a:schemeClr>
                </a:solidFill>
              </a:defRPr>
            </a:lvl1pPr>
          </a:lstStyle>
          <a:p>
            <a:pPr lvl="0"/>
            <a:r>
              <a:rPr lang="en-US"/>
              <a:t>Edit Master text styles</a:t>
            </a:r>
          </a:p>
        </p:txBody>
      </p:sp>
      <p:sp>
        <p:nvSpPr>
          <p:cNvPr id="7" name="Text Placeholder 2"/>
          <p:cNvSpPr>
            <a:spLocks noGrp="1"/>
          </p:cNvSpPr>
          <p:nvPr>
            <p:ph idx="1"/>
          </p:nvPr>
        </p:nvSpPr>
        <p:spPr>
          <a:xfrm>
            <a:off x="492125" y="1745884"/>
            <a:ext cx="11180867" cy="4087104"/>
          </a:xfrm>
          <a:prstGeom prst="rect">
            <a:avLst/>
          </a:prstGeom>
        </p:spPr>
        <p:txBody>
          <a:bodyPr/>
          <a:lstStyle>
            <a:lvl1pPr marL="0" indent="0">
              <a:buNone/>
              <a:defRPr>
                <a:solidFill>
                  <a:srgbClr val="383838"/>
                </a:solidFill>
              </a:defRPr>
            </a:lvl1pPr>
            <a:lvl2pPr>
              <a:defRPr>
                <a:solidFill>
                  <a:srgbClr val="383838"/>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057317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9570007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chemeClr val="accent1"/>
        </a:solidFill>
        <a:effectLst/>
      </p:bgPr>
    </p:bg>
    <p:spTree>
      <p:nvGrpSpPr>
        <p:cNvPr id="1" name=""/>
        <p:cNvGrpSpPr/>
        <p:nvPr/>
      </p:nvGrpSpPr>
      <p:grpSpPr>
        <a:xfrm>
          <a:off x="0" y="0"/>
          <a:ext cx="0" cy="0"/>
          <a:chOff x="0" y="0"/>
          <a:chExt cx="0" cy="0"/>
        </a:xfrm>
      </p:grpSpPr>
      <p:sp>
        <p:nvSpPr>
          <p:cNvPr id="2" name="TextBox 26">
            <a:extLst>
              <a:ext uri="{FF2B5EF4-FFF2-40B4-BE49-F238E27FC236}">
                <a16:creationId xmlns:a16="http://schemas.microsoft.com/office/drawing/2014/main" id="{A2A34492-F104-49D9-B2A8-5887D4BE4189}"/>
              </a:ext>
            </a:extLst>
          </p:cNvPr>
          <p:cNvSpPr txBox="1">
            <a:spLocks noChangeArrowheads="1"/>
          </p:cNvSpPr>
          <p:nvPr userDrawn="1"/>
        </p:nvSpPr>
        <p:spPr bwMode="auto">
          <a:xfrm>
            <a:off x="492125" y="6430963"/>
            <a:ext cx="917575"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fld id="{70E07034-B01E-4995-A0AB-E9D06DC28C30}" type="slidenum">
              <a:rPr lang="en-US" altLang="en-US" sz="1000" smtClean="0">
                <a:solidFill>
                  <a:srgbClr val="7F7F7F"/>
                </a:solidFill>
              </a:rPr>
              <a:pPr eaLnBrk="1" hangingPunct="1">
                <a:lnSpc>
                  <a:spcPct val="90000"/>
                </a:lnSpc>
                <a:spcAft>
                  <a:spcPts val="600"/>
                </a:spcAft>
                <a:buFont typeface="Arial" charset="0"/>
                <a:buNone/>
                <a:defRPr/>
              </a:pPr>
              <a:t>‹#›</a:t>
            </a:fld>
            <a:endParaRPr lang="en-US" altLang="en-US" sz="1000">
              <a:solidFill>
                <a:srgbClr val="7F7F7F"/>
              </a:solidFill>
            </a:endParaRPr>
          </a:p>
        </p:txBody>
      </p:sp>
      <p:pic>
        <p:nvPicPr>
          <p:cNvPr id="3" name="Picture 8">
            <a:extLst>
              <a:ext uri="{FF2B5EF4-FFF2-40B4-BE49-F238E27FC236}">
                <a16:creationId xmlns:a16="http://schemas.microsoft.com/office/drawing/2014/main" id="{ECC54FFF-040E-4293-A78C-D12026DB661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569325" y="2768600"/>
            <a:ext cx="19113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274C27F2-5006-428E-B404-DFA19F59A57A}"/>
              </a:ext>
            </a:extLst>
          </p:cNvPr>
          <p:cNvSpPr txBox="1">
            <a:spLocks noChangeArrowheads="1"/>
          </p:cNvSpPr>
          <p:nvPr userDrawn="1"/>
        </p:nvSpPr>
        <p:spPr bwMode="auto">
          <a:xfrm>
            <a:off x="492125" y="6430963"/>
            <a:ext cx="917575"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fld id="{3D584DE2-3A9D-4119-8B84-79386FA94C59}" type="slidenum">
              <a:rPr lang="en-US" altLang="en-US" sz="1000" smtClean="0">
                <a:solidFill>
                  <a:schemeClr val="bg1"/>
                </a:solidFill>
              </a:rPr>
              <a:pPr eaLnBrk="1" hangingPunct="1">
                <a:lnSpc>
                  <a:spcPct val="90000"/>
                </a:lnSpc>
                <a:spcAft>
                  <a:spcPts val="600"/>
                </a:spcAft>
                <a:buFont typeface="Arial" charset="0"/>
                <a:buNone/>
                <a:defRPr/>
              </a:pPr>
              <a:t>‹#›</a:t>
            </a:fld>
            <a:endParaRPr lang="en-US" altLang="en-US" sz="1000">
              <a:solidFill>
                <a:schemeClr val="bg1"/>
              </a:solidFill>
            </a:endParaRPr>
          </a:p>
        </p:txBody>
      </p:sp>
      <p:sp>
        <p:nvSpPr>
          <p:cNvPr id="5" name="Rectangle 4">
            <a:extLst>
              <a:ext uri="{FF2B5EF4-FFF2-40B4-BE49-F238E27FC236}">
                <a16:creationId xmlns:a16="http://schemas.microsoft.com/office/drawing/2014/main" id="{45EF4A43-763A-4A78-98FA-A857C8AEB631}"/>
              </a:ext>
            </a:extLst>
          </p:cNvPr>
          <p:cNvSpPr>
            <a:spLocks noChangeArrowheads="1"/>
          </p:cNvSpPr>
          <p:nvPr userDrawn="1"/>
        </p:nvSpPr>
        <p:spPr bwMode="auto">
          <a:xfrm>
            <a:off x="1344613" y="944563"/>
            <a:ext cx="4403725" cy="481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defRPr/>
            </a:pPr>
            <a:r>
              <a:rPr lang="en-US" altLang="en-US" sz="3700" dirty="0">
                <a:solidFill>
                  <a:schemeClr val="bg1"/>
                </a:solidFill>
              </a:rPr>
              <a:t>Thank You!</a:t>
            </a:r>
          </a:p>
          <a:p>
            <a:pPr>
              <a:defRPr/>
            </a:pPr>
            <a:r>
              <a:rPr lang="en-US" altLang="en-US" sz="3700" dirty="0" err="1">
                <a:solidFill>
                  <a:schemeClr val="bg1"/>
                </a:solidFill>
              </a:rPr>
              <a:t>Danke</a:t>
            </a:r>
            <a:r>
              <a:rPr lang="en-US" altLang="en-US" sz="3700" dirty="0">
                <a:solidFill>
                  <a:schemeClr val="bg1"/>
                </a:solidFill>
              </a:rPr>
              <a:t>!</a:t>
            </a:r>
          </a:p>
          <a:p>
            <a:pPr>
              <a:defRPr/>
            </a:pPr>
            <a:r>
              <a:rPr lang="en-US" altLang="en-US" sz="3700" dirty="0">
                <a:solidFill>
                  <a:schemeClr val="bg1"/>
                </a:solidFill>
              </a:rPr>
              <a:t>Merci!</a:t>
            </a:r>
          </a:p>
          <a:p>
            <a:pPr>
              <a:defRPr/>
            </a:pPr>
            <a:r>
              <a:rPr lang="en-US" altLang="en-US" sz="3700" dirty="0" err="1">
                <a:solidFill>
                  <a:schemeClr val="bg1"/>
                </a:solidFill>
              </a:rPr>
              <a:t>谢谢</a:t>
            </a:r>
            <a:r>
              <a:rPr lang="en-US" altLang="en-US" sz="3700" dirty="0">
                <a:solidFill>
                  <a:schemeClr val="bg1"/>
                </a:solidFill>
              </a:rPr>
              <a:t>!</a:t>
            </a:r>
          </a:p>
          <a:p>
            <a:pPr>
              <a:defRPr/>
            </a:pPr>
            <a:r>
              <a:rPr lang="en-US" altLang="en-US" sz="3700" dirty="0" err="1">
                <a:solidFill>
                  <a:schemeClr val="bg1"/>
                </a:solidFill>
              </a:rPr>
              <a:t>ありがとう</a:t>
            </a:r>
            <a:r>
              <a:rPr lang="en-US" altLang="en-US" sz="3700" dirty="0">
                <a:solidFill>
                  <a:schemeClr val="bg1"/>
                </a:solidFill>
              </a:rPr>
              <a:t>!</a:t>
            </a:r>
          </a:p>
          <a:p>
            <a:pPr>
              <a:defRPr/>
            </a:pPr>
            <a:r>
              <a:rPr lang="en-US" altLang="en-US" sz="3700" dirty="0">
                <a:solidFill>
                  <a:schemeClr val="bg1"/>
                </a:solidFill>
              </a:rPr>
              <a:t>Gracias!</a:t>
            </a:r>
          </a:p>
          <a:p>
            <a:pPr>
              <a:defRPr/>
            </a:pPr>
            <a:r>
              <a:rPr lang="en-US" altLang="en-US" sz="3700" dirty="0" err="1">
                <a:solidFill>
                  <a:schemeClr val="bg1"/>
                </a:solidFill>
              </a:rPr>
              <a:t>Kiitos</a:t>
            </a:r>
            <a:r>
              <a:rPr lang="en-US" altLang="en-US" sz="3700" dirty="0">
                <a:solidFill>
                  <a:schemeClr val="bg1"/>
                </a:solidFill>
              </a:rPr>
              <a:t>!</a:t>
            </a:r>
          </a:p>
          <a:p>
            <a:pPr>
              <a:defRPr/>
            </a:pPr>
            <a:r>
              <a:rPr lang="ko-KR" altLang="en-US" b="1" dirty="0">
                <a:solidFill>
                  <a:schemeClr val="bg1"/>
                </a:solidFill>
              </a:rPr>
              <a:t>감사합니다</a:t>
            </a:r>
            <a:endParaRPr lang="ko-KR" altLang="en-US" dirty="0">
              <a:solidFill>
                <a:schemeClr val="bg1"/>
              </a:solidFill>
            </a:endParaRPr>
          </a:p>
          <a:p>
            <a:pPr>
              <a:defRPr/>
            </a:pPr>
            <a:r>
              <a:rPr lang="hi-IN" dirty="0">
                <a:solidFill>
                  <a:schemeClr val="bg1"/>
                </a:solidFill>
              </a:rPr>
              <a:t>धन्यवाद</a:t>
            </a:r>
          </a:p>
        </p:txBody>
      </p:sp>
      <p:sp>
        <p:nvSpPr>
          <p:cNvPr id="6" name="Rectangle 5">
            <a:extLst>
              <a:ext uri="{FF2B5EF4-FFF2-40B4-BE49-F238E27FC236}">
                <a16:creationId xmlns:a16="http://schemas.microsoft.com/office/drawing/2014/main" id="{9EE0DEA7-43E8-4E8B-BF3B-ECDD1789EFD8}"/>
              </a:ext>
            </a:extLst>
          </p:cNvPr>
          <p:cNvSpPr/>
          <p:nvPr userDrawn="1"/>
        </p:nvSpPr>
        <p:spPr>
          <a:xfrm>
            <a:off x="10683875" y="5937250"/>
            <a:ext cx="1095375" cy="6826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ea typeface="ＭＳ Ｐゴシック" charset="0"/>
              <a:cs typeface="ＭＳ Ｐゴシック" charset="0"/>
            </a:endParaRPr>
          </a:p>
        </p:txBody>
      </p:sp>
      <p:sp>
        <p:nvSpPr>
          <p:cNvPr id="7" name="TextBox 20">
            <a:extLst>
              <a:ext uri="{FF2B5EF4-FFF2-40B4-BE49-F238E27FC236}">
                <a16:creationId xmlns:a16="http://schemas.microsoft.com/office/drawing/2014/main" id="{EDCEC421-DC18-4F4D-908C-1BDA875A15E8}"/>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dirty="0">
                <a:solidFill>
                  <a:schemeClr val="bg1"/>
                </a:solidFill>
              </a:rPr>
              <a:t>© 2025 Arm Limited </a:t>
            </a:r>
          </a:p>
        </p:txBody>
      </p:sp>
    </p:spTree>
    <p:extLst>
      <p:ext uri="{BB962C8B-B14F-4D97-AF65-F5344CB8AC3E}">
        <p14:creationId xmlns:p14="http://schemas.microsoft.com/office/powerpoint/2010/main" val="28983985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sp>
        <p:nvSpPr>
          <p:cNvPr id="2" name="TextBox 26">
            <a:extLst>
              <a:ext uri="{FF2B5EF4-FFF2-40B4-BE49-F238E27FC236}">
                <a16:creationId xmlns:a16="http://schemas.microsoft.com/office/drawing/2014/main" id="{60469B51-4F41-474D-899C-9101B8E89B06}"/>
              </a:ext>
            </a:extLst>
          </p:cNvPr>
          <p:cNvSpPr txBox="1">
            <a:spLocks noChangeArrowheads="1"/>
          </p:cNvSpPr>
          <p:nvPr userDrawn="1"/>
        </p:nvSpPr>
        <p:spPr bwMode="auto">
          <a:xfrm>
            <a:off x="492125" y="6430963"/>
            <a:ext cx="917575"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fld id="{D3C19EB0-1FB8-4B0E-97A7-851B376C9AFB}" type="slidenum">
              <a:rPr lang="en-US" altLang="en-US" sz="1000" smtClean="0">
                <a:solidFill>
                  <a:srgbClr val="7F7F7F"/>
                </a:solidFill>
              </a:rPr>
              <a:pPr eaLnBrk="1" hangingPunct="1">
                <a:lnSpc>
                  <a:spcPct val="90000"/>
                </a:lnSpc>
                <a:spcAft>
                  <a:spcPts val="600"/>
                </a:spcAft>
                <a:buFont typeface="Arial" charset="0"/>
                <a:buNone/>
                <a:defRPr/>
              </a:pPr>
              <a:t>‹#›</a:t>
            </a:fld>
            <a:endParaRPr lang="en-US" altLang="en-US" sz="1000">
              <a:solidFill>
                <a:srgbClr val="7F7F7F"/>
              </a:solidFill>
            </a:endParaRPr>
          </a:p>
        </p:txBody>
      </p:sp>
      <p:sp>
        <p:nvSpPr>
          <p:cNvPr id="3" name="TextBox 2">
            <a:extLst>
              <a:ext uri="{FF2B5EF4-FFF2-40B4-BE49-F238E27FC236}">
                <a16:creationId xmlns:a16="http://schemas.microsoft.com/office/drawing/2014/main" id="{310E89F6-8B1D-440B-A606-D6472285A2D4}"/>
              </a:ext>
            </a:extLst>
          </p:cNvPr>
          <p:cNvSpPr txBox="1">
            <a:spLocks noChangeArrowheads="1"/>
          </p:cNvSpPr>
          <p:nvPr userDrawn="1"/>
        </p:nvSpPr>
        <p:spPr bwMode="auto">
          <a:xfrm>
            <a:off x="492125" y="6430963"/>
            <a:ext cx="917575"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fld id="{94E6D76A-D4FF-448C-95E1-0684FC86836B}" type="slidenum">
              <a:rPr lang="en-US" altLang="en-US" sz="1000" smtClean="0">
                <a:solidFill>
                  <a:schemeClr val="bg1"/>
                </a:solidFill>
              </a:rPr>
              <a:pPr eaLnBrk="1" hangingPunct="1">
                <a:lnSpc>
                  <a:spcPct val="90000"/>
                </a:lnSpc>
                <a:spcAft>
                  <a:spcPts val="600"/>
                </a:spcAft>
                <a:buFont typeface="Arial" charset="0"/>
                <a:buNone/>
                <a:defRPr/>
              </a:pPr>
              <a:t>‹#›</a:t>
            </a:fld>
            <a:endParaRPr lang="en-US" altLang="en-US" sz="1000">
              <a:solidFill>
                <a:schemeClr val="bg1"/>
              </a:solidFill>
            </a:endParaRPr>
          </a:p>
        </p:txBody>
      </p:sp>
      <p:sp>
        <p:nvSpPr>
          <p:cNvPr id="4" name="Rectangle 3">
            <a:extLst>
              <a:ext uri="{FF2B5EF4-FFF2-40B4-BE49-F238E27FC236}">
                <a16:creationId xmlns:a16="http://schemas.microsoft.com/office/drawing/2014/main" id="{5AAB441B-C53F-49CC-9D00-D557A10A485D}"/>
              </a:ext>
            </a:extLst>
          </p:cNvPr>
          <p:cNvSpPr/>
          <p:nvPr userDrawn="1"/>
        </p:nvSpPr>
        <p:spPr>
          <a:xfrm>
            <a:off x="10683875" y="5937250"/>
            <a:ext cx="1095375" cy="6826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ea typeface="ＭＳ Ｐゴシック" charset="0"/>
              <a:cs typeface="ＭＳ Ｐゴシック" charset="0"/>
            </a:endParaRPr>
          </a:p>
        </p:txBody>
      </p:sp>
      <p:sp>
        <p:nvSpPr>
          <p:cNvPr id="5" name="TextBox 20">
            <a:extLst>
              <a:ext uri="{FF2B5EF4-FFF2-40B4-BE49-F238E27FC236}">
                <a16:creationId xmlns:a16="http://schemas.microsoft.com/office/drawing/2014/main" id="{A67728C3-36B0-449B-A0E3-6FDE16164B47}"/>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dirty="0">
                <a:solidFill>
                  <a:schemeClr val="bg1"/>
                </a:solidFill>
              </a:rPr>
              <a:t>© 2025 Arm Limited </a:t>
            </a:r>
          </a:p>
        </p:txBody>
      </p:sp>
      <p:sp>
        <p:nvSpPr>
          <p:cNvPr id="6" name="Rectangle 5">
            <a:extLst>
              <a:ext uri="{FF2B5EF4-FFF2-40B4-BE49-F238E27FC236}">
                <a16:creationId xmlns:a16="http://schemas.microsoft.com/office/drawing/2014/main" id="{0B3A1922-DC94-4C4E-B0EB-A17F59FA8DB3}"/>
              </a:ext>
            </a:extLst>
          </p:cNvPr>
          <p:cNvSpPr>
            <a:spLocks noChangeArrowheads="1"/>
          </p:cNvSpPr>
          <p:nvPr userDrawn="1"/>
        </p:nvSpPr>
        <p:spPr bwMode="auto">
          <a:xfrm>
            <a:off x="728663" y="4800600"/>
            <a:ext cx="543242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defRPr/>
            </a:pPr>
            <a:r>
              <a:rPr lang="en-US" altLang="x-none" sz="1200" dirty="0">
                <a:solidFill>
                  <a:schemeClr val="bg1"/>
                </a:solidFill>
              </a:rPr>
              <a:t>The Arm trademarks featured in this presentation are registered trademarks or trademarks of Arm Limited (or its subsidiaries) in the US and/or elsewhere.  All rights reserved.  All other marks featured may be trademarks of their respective owners.</a:t>
            </a:r>
          </a:p>
          <a:p>
            <a:pPr>
              <a:defRPr/>
            </a:pPr>
            <a:br>
              <a:rPr lang="en-US" altLang="x-none" sz="1200" dirty="0">
                <a:solidFill>
                  <a:schemeClr val="bg1"/>
                </a:solidFill>
              </a:rPr>
            </a:br>
            <a:r>
              <a:rPr lang="en-US" altLang="x-none" sz="1200" dirty="0" err="1">
                <a:solidFill>
                  <a:schemeClr val="bg1"/>
                </a:solidFill>
              </a:rPr>
              <a:t>www.arm.com</a:t>
            </a:r>
            <a:r>
              <a:rPr lang="en-US" altLang="x-none" sz="1200" dirty="0">
                <a:solidFill>
                  <a:schemeClr val="bg1"/>
                </a:solidFill>
              </a:rPr>
              <a:t>/company/policies/trademarks</a:t>
            </a:r>
          </a:p>
        </p:txBody>
      </p:sp>
      <p:pic>
        <p:nvPicPr>
          <p:cNvPr id="7" name="Picture 12">
            <a:extLst>
              <a:ext uri="{FF2B5EF4-FFF2-40B4-BE49-F238E27FC236}">
                <a16:creationId xmlns:a16="http://schemas.microsoft.com/office/drawing/2014/main" id="{4CAEB61F-5C5B-402E-A3C9-0F328A3DB53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569325" y="2768600"/>
            <a:ext cx="19113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474293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itle, Subtitle and Content alternat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A71E09E-E80A-4DB6-BC16-53731D379FC7}"/>
              </a:ext>
            </a:extLst>
          </p:cNvPr>
          <p:cNvSpPr/>
          <p:nvPr userDrawn="1"/>
        </p:nvSpPr>
        <p:spPr>
          <a:xfrm>
            <a:off x="0" y="0"/>
            <a:ext cx="12192000" cy="59674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ea typeface="ＭＳ Ｐゴシック" charset="0"/>
              <a:cs typeface="ＭＳ Ｐゴシック" charset="0"/>
            </a:endParaRPr>
          </a:p>
        </p:txBody>
      </p:sp>
      <p:sp>
        <p:nvSpPr>
          <p:cNvPr id="6" name="Rectangle 5">
            <a:extLst>
              <a:ext uri="{FF2B5EF4-FFF2-40B4-BE49-F238E27FC236}">
                <a16:creationId xmlns:a16="http://schemas.microsoft.com/office/drawing/2014/main" id="{BA9D7E58-0873-4139-BEC0-EB7B3BB161D2}"/>
              </a:ext>
            </a:extLst>
          </p:cNvPr>
          <p:cNvSpPr/>
          <p:nvPr userDrawn="1"/>
        </p:nvSpPr>
        <p:spPr>
          <a:xfrm>
            <a:off x="-15875" y="0"/>
            <a:ext cx="12192000" cy="59674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ea typeface="ＭＳ Ｐゴシック" charset="0"/>
              <a:cs typeface="ＭＳ Ｐゴシック" charset="0"/>
            </a:endParaRPr>
          </a:p>
        </p:txBody>
      </p:sp>
      <p:pic>
        <p:nvPicPr>
          <p:cNvPr id="9" name="Picture 8">
            <a:extLst>
              <a:ext uri="{FF2B5EF4-FFF2-40B4-BE49-F238E27FC236}">
                <a16:creationId xmlns:a16="http://schemas.microsoft.com/office/drawing/2014/main" id="{4A591610-CC17-4969-8433-050E55D94499}"/>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3182461" y="5720754"/>
            <a:ext cx="5800089" cy="1137247"/>
          </a:xfrm>
          <a:custGeom>
            <a:avLst/>
            <a:gdLst>
              <a:gd name="connsiteX0" fmla="*/ 1969769 w 5800089"/>
              <a:gd name="connsiteY0" fmla="*/ 0 h 1137247"/>
              <a:gd name="connsiteX1" fmla="*/ 5800089 w 5800089"/>
              <a:gd name="connsiteY1" fmla="*/ 0 h 1137247"/>
              <a:gd name="connsiteX2" fmla="*/ 3830319 w 5800089"/>
              <a:gd name="connsiteY2" fmla="*/ 1137247 h 1137247"/>
              <a:gd name="connsiteX3" fmla="*/ 0 w 5800089"/>
              <a:gd name="connsiteY3" fmla="*/ 1137247 h 1137247"/>
            </a:gdLst>
            <a:ahLst/>
            <a:cxnLst>
              <a:cxn ang="0">
                <a:pos x="connsiteX0" y="connsiteY0"/>
              </a:cxn>
              <a:cxn ang="0">
                <a:pos x="connsiteX1" y="connsiteY1"/>
              </a:cxn>
              <a:cxn ang="0">
                <a:pos x="connsiteX2" y="connsiteY2"/>
              </a:cxn>
              <a:cxn ang="0">
                <a:pos x="connsiteX3" y="connsiteY3"/>
              </a:cxn>
            </a:cxnLst>
            <a:rect l="l" t="t" r="r" b="b"/>
            <a:pathLst>
              <a:path w="5800089" h="1137247">
                <a:moveTo>
                  <a:pt x="1969769" y="0"/>
                </a:moveTo>
                <a:lnTo>
                  <a:pt x="5800089" y="0"/>
                </a:lnTo>
                <a:lnTo>
                  <a:pt x="3830319" y="1137247"/>
                </a:lnTo>
                <a:lnTo>
                  <a:pt x="0" y="1137247"/>
                </a:lnTo>
                <a:close/>
              </a:path>
            </a:pathLst>
          </a:custGeom>
        </p:spPr>
      </p:pic>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
        <p:nvSpPr>
          <p:cNvPr id="7" name="Text Placeholder 43"/>
          <p:cNvSpPr>
            <a:spLocks noGrp="1"/>
          </p:cNvSpPr>
          <p:nvPr>
            <p:ph type="body" sz="quarter" idx="13"/>
          </p:nvPr>
        </p:nvSpPr>
        <p:spPr>
          <a:xfrm>
            <a:off x="492125" y="1040826"/>
            <a:ext cx="11180763" cy="344488"/>
          </a:xfrm>
        </p:spPr>
        <p:txBody>
          <a:bodyPr/>
          <a:lstStyle>
            <a:lvl1pPr marL="0" indent="0">
              <a:buNone/>
              <a:defRPr lang="en-US" sz="2400">
                <a:solidFill>
                  <a:schemeClr val="bg1"/>
                </a:solidFill>
              </a:defRPr>
            </a:lvl1pPr>
          </a:lstStyle>
          <a:p>
            <a:pPr lvl="0"/>
            <a:r>
              <a:rPr lang="en-US"/>
              <a:t>Edit Master text styles</a:t>
            </a:r>
          </a:p>
        </p:txBody>
      </p:sp>
      <p:sp>
        <p:nvSpPr>
          <p:cNvPr id="8" name="Text Placeholder 2"/>
          <p:cNvSpPr>
            <a:spLocks noGrp="1"/>
          </p:cNvSpPr>
          <p:nvPr>
            <p:ph idx="1"/>
          </p:nvPr>
        </p:nvSpPr>
        <p:spPr>
          <a:xfrm>
            <a:off x="490435" y="1666160"/>
            <a:ext cx="11180867" cy="3619578"/>
          </a:xfrm>
          <a:prstGeom prst="rect">
            <a:avLst/>
          </a:prstGeom>
        </p:spPr>
        <p:txBody>
          <a:bodyPr/>
          <a:lstStyle>
            <a:lvl1pPr marL="0" indent="0">
              <a:buNone/>
              <a:defRPr>
                <a:solidFill>
                  <a:srgbClr val="93E5FF"/>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7258851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65632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59B0FB7-70CB-4D4F-9BFF-1D8341004D47}"/>
              </a:ext>
            </a:extLst>
          </p:cNvPr>
          <p:cNvSpPr>
            <a:spLocks noGrp="1"/>
          </p:cNvSpPr>
          <p:nvPr>
            <p:ph type="title"/>
          </p:nvPr>
        </p:nvSpPr>
        <p:spPr>
          <a:xfrm>
            <a:off x="492125" y="295275"/>
            <a:ext cx="11180763" cy="666750"/>
          </a:xfrm>
          <a:prstGeom prst="rect">
            <a:avLst/>
          </a:prstGeom>
        </p:spPr>
        <p:txBody>
          <a:bodyPr vert="horz" lIns="0" tIns="0" rIns="0" bIns="0" rtlCol="0" anchor="b">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A8C3B0A-FB0C-4FFC-A4A5-FC52A896386E}"/>
              </a:ext>
            </a:extLst>
          </p:cNvPr>
          <p:cNvSpPr>
            <a:spLocks noGrp="1"/>
          </p:cNvSpPr>
          <p:nvPr>
            <p:ph type="body" idx="1"/>
          </p:nvPr>
        </p:nvSpPr>
        <p:spPr>
          <a:xfrm>
            <a:off x="492125" y="1479550"/>
            <a:ext cx="11180763" cy="4086225"/>
          </a:xfrm>
          <a:prstGeom prst="rect">
            <a:avLst/>
          </a:prstGeom>
        </p:spPr>
        <p:txBody>
          <a:bodyPr vert="horz" lIns="0" tIns="0" rIns="0" bIns="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028" name="TextBox 20">
            <a:extLst>
              <a:ext uri="{FF2B5EF4-FFF2-40B4-BE49-F238E27FC236}">
                <a16:creationId xmlns:a16="http://schemas.microsoft.com/office/drawing/2014/main" id="{8E97ECFD-1DCA-4409-BCAA-67793DDCA550}"/>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dirty="0">
                <a:solidFill>
                  <a:srgbClr val="7F7F7F"/>
                </a:solidFill>
              </a:rPr>
              <a:t>© 2025 Arm Limited </a:t>
            </a:r>
          </a:p>
        </p:txBody>
      </p:sp>
      <p:sp>
        <p:nvSpPr>
          <p:cNvPr id="1029" name="TextBox 26">
            <a:extLst>
              <a:ext uri="{FF2B5EF4-FFF2-40B4-BE49-F238E27FC236}">
                <a16:creationId xmlns:a16="http://schemas.microsoft.com/office/drawing/2014/main" id="{BF72FE98-121C-4E05-9B4E-5A9C4E4C705B}"/>
              </a:ext>
            </a:extLst>
          </p:cNvPr>
          <p:cNvSpPr txBox="1">
            <a:spLocks noChangeArrowheads="1"/>
          </p:cNvSpPr>
          <p:nvPr userDrawn="1"/>
        </p:nvSpPr>
        <p:spPr bwMode="auto">
          <a:xfrm>
            <a:off x="492125" y="6430963"/>
            <a:ext cx="312738"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fld id="{89A935BB-B359-4CD8-988A-690185F8A591}" type="slidenum">
              <a:rPr lang="en-US" altLang="en-US" sz="1000" smtClean="0">
                <a:solidFill>
                  <a:srgbClr val="7F7F7F"/>
                </a:solidFill>
              </a:rPr>
              <a:pPr eaLnBrk="1" hangingPunct="1">
                <a:lnSpc>
                  <a:spcPct val="90000"/>
                </a:lnSpc>
                <a:spcAft>
                  <a:spcPts val="600"/>
                </a:spcAft>
                <a:buFont typeface="Arial" charset="0"/>
                <a:buNone/>
                <a:defRPr/>
              </a:pPr>
              <a:t>‹#›</a:t>
            </a:fld>
            <a:endParaRPr lang="en-US" altLang="en-US" sz="1000">
              <a:solidFill>
                <a:srgbClr val="7F7F7F"/>
              </a:solidFill>
            </a:endParaRPr>
          </a:p>
        </p:txBody>
      </p:sp>
      <p:pic>
        <p:nvPicPr>
          <p:cNvPr id="1030" name="Picture 6">
            <a:extLst>
              <a:ext uri="{FF2B5EF4-FFF2-40B4-BE49-F238E27FC236}">
                <a16:creationId xmlns:a16="http://schemas.microsoft.com/office/drawing/2014/main" id="{3DCABB85-C4DD-4C7F-92ED-6C057E9F5511}"/>
              </a:ext>
            </a:extLst>
          </p:cNvPr>
          <p:cNvPicPr>
            <a:picLocks noChangeAspect="1" noChangeArrowheads="1"/>
          </p:cNvPicPr>
          <p:nvPr userDrawn="1"/>
        </p:nvPicPr>
        <p:blipFill>
          <a:blip r:embed="rId25">
            <a:extLst>
              <a:ext uri="{28A0092B-C50C-407E-A947-70E740481C1C}">
                <a14:useLocalDpi xmlns:a14="http://schemas.microsoft.com/office/drawing/2010/main" val="0"/>
              </a:ext>
            </a:extLst>
          </a:blip>
          <a:srcRect/>
          <a:stretch>
            <a:fillRect/>
          </a:stretch>
        </p:blipFill>
        <p:spPr bwMode="auto">
          <a:xfrm>
            <a:off x="10823575" y="6386513"/>
            <a:ext cx="779463" cy="236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5340" r:id="rId1"/>
    <p:sldLayoutId id="2147485341" r:id="rId2"/>
    <p:sldLayoutId id="2147485342" r:id="rId3"/>
    <p:sldLayoutId id="2147485343" r:id="rId4"/>
    <p:sldLayoutId id="2147485344" r:id="rId5"/>
    <p:sldLayoutId id="2147485345" r:id="rId6"/>
    <p:sldLayoutId id="2147485346" r:id="rId7"/>
    <p:sldLayoutId id="2147485347" r:id="rId8"/>
    <p:sldLayoutId id="2147485333" r:id="rId9"/>
    <p:sldLayoutId id="2147485348" r:id="rId10"/>
    <p:sldLayoutId id="2147485349" r:id="rId11"/>
    <p:sldLayoutId id="2147485350" r:id="rId12"/>
    <p:sldLayoutId id="2147485351" r:id="rId13"/>
    <p:sldLayoutId id="2147485352" r:id="rId14"/>
    <p:sldLayoutId id="2147485334" r:id="rId15"/>
    <p:sldLayoutId id="2147485335" r:id="rId16"/>
    <p:sldLayoutId id="2147485336" r:id="rId17"/>
    <p:sldLayoutId id="2147485337" r:id="rId18"/>
    <p:sldLayoutId id="2147485338" r:id="rId19"/>
    <p:sldLayoutId id="2147485353" r:id="rId20"/>
    <p:sldLayoutId id="2147485354" r:id="rId21"/>
    <p:sldLayoutId id="2147485355" r:id="rId22"/>
    <p:sldLayoutId id="2147485339" r:id="rId23"/>
  </p:sldLayoutIdLst>
  <p:hf hdr="0" ftr="0" dt="0"/>
  <p:txStyles>
    <p:titleStyle>
      <a:lvl1pPr algn="l" rtl="0" eaLnBrk="1" fontAlgn="base" hangingPunct="1">
        <a:lnSpc>
          <a:spcPct val="85000"/>
        </a:lnSpc>
        <a:spcBef>
          <a:spcPct val="0"/>
        </a:spcBef>
        <a:spcAft>
          <a:spcPct val="0"/>
        </a:spcAft>
        <a:defRPr sz="3600" b="1" kern="1200" spc="-50">
          <a:solidFill>
            <a:schemeClr val="accent1"/>
          </a:solidFill>
          <a:latin typeface="+mn-lt"/>
          <a:ea typeface="ＭＳ Ｐゴシック" charset="0"/>
          <a:cs typeface="ＭＳ Ｐゴシック"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algn="l" rtl="0" eaLnBrk="1" fontAlgn="base" hangingPunct="1">
        <a:lnSpc>
          <a:spcPct val="90000"/>
        </a:lnSpc>
        <a:spcBef>
          <a:spcPct val="0"/>
        </a:spcBef>
        <a:spcAft>
          <a:spcPts val="1600"/>
        </a:spcAft>
        <a:buFont typeface="Calibri" panose="020F0502020204030204" pitchFamily="34" charset="0"/>
        <a:defRPr sz="2400" kern="1200">
          <a:solidFill>
            <a:schemeClr val="tx2"/>
          </a:solidFill>
          <a:latin typeface="+mn-lt"/>
          <a:ea typeface="ＭＳ Ｐゴシック" charset="0"/>
          <a:cs typeface="ＭＳ Ｐゴシック" charset="0"/>
        </a:defRPr>
      </a:lvl1pPr>
      <a:lvl2pPr marL="398463" indent="-166688" algn="l" rtl="0" eaLnBrk="1" fontAlgn="base" hangingPunct="1">
        <a:lnSpc>
          <a:spcPct val="90000"/>
        </a:lnSpc>
        <a:spcBef>
          <a:spcPct val="0"/>
        </a:spcBef>
        <a:spcAft>
          <a:spcPts val="1200"/>
        </a:spcAft>
        <a:buClr>
          <a:schemeClr val="accent1"/>
        </a:buClr>
        <a:buSzPct val="80000"/>
        <a:buFont typeface="Arial" panose="020B0604020202020204" pitchFamily="34" charset="0"/>
        <a:buChar char="•"/>
        <a:defRPr kern="1200">
          <a:solidFill>
            <a:srgbClr val="383838"/>
          </a:solidFill>
          <a:latin typeface="+mn-lt"/>
          <a:ea typeface="ＭＳ Ｐゴシック" charset="0"/>
          <a:cs typeface="+mn-cs"/>
        </a:defRPr>
      </a:lvl2pPr>
      <a:lvl3pPr marL="855663" indent="-166688" algn="l" rtl="0" eaLnBrk="1" fontAlgn="base" hangingPunct="1">
        <a:lnSpc>
          <a:spcPct val="90000"/>
        </a:lnSpc>
        <a:spcBef>
          <a:spcPct val="0"/>
        </a:spcBef>
        <a:spcAft>
          <a:spcPts val="1200"/>
        </a:spcAft>
        <a:buClr>
          <a:schemeClr val="accent1"/>
        </a:buClr>
        <a:buSzPct val="80000"/>
        <a:buFont typeface="Calibri" panose="020F0502020204030204" pitchFamily="34" charset="0"/>
        <a:buChar char="–"/>
        <a:defRPr kern="1200">
          <a:solidFill>
            <a:srgbClr val="383838"/>
          </a:solidFill>
          <a:latin typeface="+mn-lt"/>
          <a:ea typeface="ＭＳ Ｐゴシック" charset="0"/>
          <a:cs typeface="+mn-cs"/>
        </a:defRPr>
      </a:lvl3pPr>
      <a:lvl4pPr marL="1201738" indent="-173038" algn="l" rtl="0" eaLnBrk="1" fontAlgn="base" hangingPunct="1">
        <a:lnSpc>
          <a:spcPct val="90000"/>
        </a:lnSpc>
        <a:spcBef>
          <a:spcPct val="0"/>
        </a:spcBef>
        <a:spcAft>
          <a:spcPts val="800"/>
        </a:spcAft>
        <a:buClr>
          <a:schemeClr val="accent1"/>
        </a:buClr>
        <a:buSzPct val="80000"/>
        <a:buFont typeface="Wingdings" panose="05000000000000000000" pitchFamily="2" charset="2"/>
        <a:buChar char="§"/>
        <a:defRPr kern="1200">
          <a:solidFill>
            <a:srgbClr val="383838"/>
          </a:solidFill>
          <a:latin typeface="+mn-lt"/>
          <a:ea typeface="ＭＳ Ｐゴシック" charset="0"/>
          <a:cs typeface="+mn-cs"/>
        </a:defRPr>
      </a:lvl4pPr>
      <a:lvl5pPr marL="1427163" indent="-168275" algn="l" rtl="0" eaLnBrk="1" fontAlgn="base" hangingPunct="1">
        <a:lnSpc>
          <a:spcPct val="90000"/>
        </a:lnSpc>
        <a:spcBef>
          <a:spcPct val="0"/>
        </a:spcBef>
        <a:spcAft>
          <a:spcPts val="800"/>
        </a:spcAft>
        <a:buClr>
          <a:schemeClr val="accent1"/>
        </a:buClr>
        <a:buSzPct val="80000"/>
        <a:buFont typeface="Calibri" panose="020F0502020204030204" pitchFamily="34" charset="0"/>
        <a:buChar char="–"/>
        <a:defRPr kern="1200">
          <a:solidFill>
            <a:srgbClr val="383838"/>
          </a:solidFill>
          <a:latin typeface="+mn-lt"/>
          <a:ea typeface="ＭＳ Ｐゴシック" charset="0"/>
          <a:cs typeface="+mn-cs"/>
        </a:defRPr>
      </a:lvl5pPr>
      <a:lvl6pPr marL="1655064" indent="-164592" algn="l" defTabSz="914400" rtl="0" eaLnBrk="1" latinLnBrk="0" hangingPunct="1">
        <a:lnSpc>
          <a:spcPct val="90000"/>
        </a:lnSpc>
        <a:spcBef>
          <a:spcPts val="0"/>
        </a:spcBef>
        <a:spcAft>
          <a:spcPts val="800"/>
        </a:spcAft>
        <a:buClr>
          <a:schemeClr val="accent1"/>
        </a:buClr>
        <a:buSzPct val="80000"/>
        <a:buFont typeface="Wingdings" panose="05000000000000000000" pitchFamily="2" charset="2"/>
        <a:buChar char="§"/>
        <a:defRPr lang="en-US" sz="1800" kern="1200" dirty="0" smtClean="0">
          <a:solidFill>
            <a:srgbClr val="383838"/>
          </a:solidFill>
          <a:latin typeface="+mn-lt"/>
          <a:ea typeface="+mn-ea"/>
          <a:cs typeface="+mn-cs"/>
        </a:defRPr>
      </a:lvl6pPr>
      <a:lvl7pPr marL="1883664" indent="-164592" algn="l" defTabSz="914400" rtl="0" eaLnBrk="1" latinLnBrk="0" hangingPunct="1">
        <a:lnSpc>
          <a:spcPct val="90000"/>
        </a:lnSpc>
        <a:spcBef>
          <a:spcPts val="0"/>
        </a:spcBef>
        <a:spcAft>
          <a:spcPts val="800"/>
        </a:spcAft>
        <a:buClr>
          <a:schemeClr val="accent1"/>
        </a:buClr>
        <a:buSzPct val="80000"/>
        <a:buFont typeface="Calibri" panose="020F0502020204030204" pitchFamily="34" charset="0"/>
        <a:buChar char="–"/>
        <a:defRPr lang="en-US" sz="1800" kern="1200" dirty="0" smtClean="0">
          <a:solidFill>
            <a:srgbClr val="383838"/>
          </a:solidFill>
          <a:latin typeface="+mn-lt"/>
          <a:ea typeface="+mn-ea"/>
          <a:cs typeface="+mn-cs"/>
        </a:defRPr>
      </a:lvl7pPr>
      <a:lvl8pPr marL="2112264" indent="-164592" algn="l" defTabSz="914400" rtl="0" eaLnBrk="1" latinLnBrk="0" hangingPunct="1">
        <a:lnSpc>
          <a:spcPct val="90000"/>
        </a:lnSpc>
        <a:spcBef>
          <a:spcPts val="0"/>
        </a:spcBef>
        <a:spcAft>
          <a:spcPts val="800"/>
        </a:spcAft>
        <a:buClr>
          <a:schemeClr val="accent1"/>
        </a:buClr>
        <a:buSzPct val="80000"/>
        <a:buFont typeface="Wingdings" panose="05000000000000000000" pitchFamily="2" charset="2"/>
        <a:buChar char="§"/>
        <a:defRPr lang="en-US" sz="1800" kern="1200" dirty="0" smtClean="0">
          <a:solidFill>
            <a:srgbClr val="383838"/>
          </a:solidFill>
          <a:latin typeface="+mn-lt"/>
          <a:ea typeface="+mn-ea"/>
          <a:cs typeface="+mn-cs"/>
        </a:defRPr>
      </a:lvl8pPr>
      <a:lvl9pPr marL="2340864" indent="-164592" algn="l" defTabSz="914400" rtl="0" eaLnBrk="1" latinLnBrk="0" hangingPunct="1">
        <a:lnSpc>
          <a:spcPct val="90000"/>
        </a:lnSpc>
        <a:spcBef>
          <a:spcPts val="0"/>
        </a:spcBef>
        <a:spcAft>
          <a:spcPts val="800"/>
        </a:spcAft>
        <a:buClr>
          <a:schemeClr val="accent1"/>
        </a:buClr>
        <a:buSzPct val="80000"/>
        <a:buFont typeface="Calibri" panose="020F0502020204030204" pitchFamily="34" charset="0"/>
        <a:buChar char="–"/>
        <a:defRPr lang="en-US" sz="18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1.xml"/><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2.xml"/><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D69F7-95CB-48D6-AF90-353C0C79A9D9}"/>
              </a:ext>
            </a:extLst>
          </p:cNvPr>
          <p:cNvSpPr>
            <a:spLocks noGrp="1"/>
          </p:cNvSpPr>
          <p:nvPr>
            <p:ph type="title"/>
          </p:nvPr>
        </p:nvSpPr>
        <p:spPr>
          <a:xfrm>
            <a:off x="6294438" y="1563688"/>
            <a:ext cx="5045075" cy="1555750"/>
          </a:xfrm>
        </p:spPr>
        <p:txBody>
          <a:bodyPr wrap="square" numCol="1" compatLnSpc="1">
            <a:prstTxWarp prst="textNoShape">
              <a:avLst/>
            </a:prstTxWarp>
          </a:bodyPr>
          <a:lstStyle/>
          <a:p>
            <a:pPr>
              <a:defRPr/>
            </a:pPr>
            <a:r>
              <a:rPr lang="en-US" dirty="0"/>
              <a:t>Embedded Linux</a:t>
            </a:r>
          </a:p>
        </p:txBody>
      </p:sp>
      <p:sp>
        <p:nvSpPr>
          <p:cNvPr id="23555" name="Subtitle 2">
            <a:extLst>
              <a:ext uri="{FF2B5EF4-FFF2-40B4-BE49-F238E27FC236}">
                <a16:creationId xmlns:a16="http://schemas.microsoft.com/office/drawing/2014/main" id="{BA26D659-3551-45F0-9606-6E59BEA59060}"/>
              </a:ext>
            </a:extLst>
          </p:cNvPr>
          <p:cNvSpPr>
            <a:spLocks noGrp="1" noChangeArrowheads="1"/>
          </p:cNvSpPr>
          <p:nvPr>
            <p:ph type="subTitle" idx="1"/>
          </p:nvPr>
        </p:nvSpPr>
        <p:spPr bwMode="auto">
          <a:xfrm>
            <a:off x="6299200" y="3176588"/>
            <a:ext cx="5040313" cy="739775"/>
          </a:xfrm>
        </p:spPr>
        <p:txBody>
          <a:bodyPr wrap="square" numCol="1" anchor="t" anchorCtr="0" compatLnSpc="1">
            <a:prstTxWarp prst="textNoShape">
              <a:avLst/>
            </a:prstTxWarp>
          </a:bodyPr>
          <a:lstStyle/>
          <a:p>
            <a:pPr fontAlgn="base">
              <a:spcBef>
                <a:spcPct val="0"/>
              </a:spcBef>
            </a:pPr>
            <a:r>
              <a:rPr lang="en-US" dirty="0">
                <a:ea typeface="ＭＳ Ｐゴシック"/>
              </a:rPr>
              <a:t>Anatomy of a Linux-Based System</a:t>
            </a:r>
          </a:p>
          <a:p>
            <a:pPr fontAlgn="base">
              <a:spcBef>
                <a:spcPct val="0"/>
              </a:spcBef>
            </a:pPr>
            <a:endParaRPr lang="en-US" altLang="en-US" dirty="0">
              <a:ea typeface="ＭＳ Ｐゴシック" panose="020B0600070205080204" pitchFamily="34" charset="-12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Goals</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t>To provide a more detailed view of the Linux architecture</a:t>
            </a:r>
          </a:p>
          <a:p>
            <a:r>
              <a:rPr lang="en-US" dirty="0"/>
              <a:t>To illustrate the device tree details </a:t>
            </a:r>
          </a:p>
          <a:p>
            <a:r>
              <a:rPr lang="en-US" dirty="0"/>
              <a:t>To introduce the U-BOOT bootloader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Summary</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ea typeface="ＭＳ Ｐゴシック"/>
              </a:rPr>
              <a:t>Linux Architecture</a:t>
            </a:r>
            <a:endParaRPr lang="en-US" dirty="0"/>
          </a:p>
          <a:p>
            <a:r>
              <a:rPr lang="en-US" dirty="0">
                <a:ea typeface="ＭＳ Ｐゴシック"/>
              </a:rPr>
              <a:t>Device Trees</a:t>
            </a:r>
            <a:endParaRPr lang="en-US" dirty="0"/>
          </a:p>
          <a:p>
            <a:r>
              <a:rPr lang="en-US" dirty="0">
                <a:ea typeface="ＭＳ Ｐゴシック"/>
              </a:rPr>
              <a:t>The U-BOOT Bootloader</a:t>
            </a:r>
            <a:endParaRPr lang="en-US" dirty="0"/>
          </a:p>
        </p:txBody>
      </p:sp>
    </p:spTree>
    <p:extLst>
      <p:ext uri="{BB962C8B-B14F-4D97-AF65-F5344CB8AC3E}">
        <p14:creationId xmlns:p14="http://schemas.microsoft.com/office/powerpoint/2010/main" val="16416269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Summary</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solidFill>
                  <a:srgbClr val="128CAB"/>
                </a:solidFill>
                <a:ea typeface="ＭＳ Ｐゴシック"/>
              </a:rPr>
              <a:t>Linux Architecture</a:t>
            </a:r>
            <a:endParaRPr lang="en-US" dirty="0">
              <a:solidFill>
                <a:srgbClr val="128CAB"/>
              </a:solidFill>
            </a:endParaRPr>
          </a:p>
          <a:p>
            <a:r>
              <a:rPr lang="en-US" dirty="0">
                <a:ea typeface="ＭＳ Ｐゴシック"/>
              </a:rPr>
              <a:t>Device Trees</a:t>
            </a:r>
            <a:endParaRPr lang="en-US" dirty="0"/>
          </a:p>
          <a:p>
            <a:r>
              <a:rPr lang="en-US" dirty="0">
                <a:ea typeface="ＭＳ Ｐゴシック"/>
              </a:rPr>
              <a:t>The U-BOOT Bootloader</a:t>
            </a:r>
            <a:endParaRPr lang="en-US" dirty="0"/>
          </a:p>
        </p:txBody>
      </p:sp>
    </p:spTree>
    <p:extLst>
      <p:ext uri="{BB962C8B-B14F-4D97-AF65-F5344CB8AC3E}">
        <p14:creationId xmlns:p14="http://schemas.microsoft.com/office/powerpoint/2010/main" val="2714527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Linux Architecture</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6086475" cy="4086225"/>
          </a:xfrm>
        </p:spPr>
        <p:txBody>
          <a:bodyPr wrap="square" numCol="1" anchor="t" anchorCtr="0" compatLnSpc="1">
            <a:prstTxWarp prst="textNoShape">
              <a:avLst/>
            </a:prstTxWarp>
          </a:bodyPr>
          <a:lstStyle/>
          <a:p>
            <a:r>
              <a:rPr lang="en-US" dirty="0"/>
              <a:t>Layered architecture based on two levels:</a:t>
            </a:r>
            <a:endParaRPr lang="en-US" altLang="en-US" dirty="0">
              <a:ea typeface="ＭＳ Ｐゴシック" panose="020B0600070205080204" pitchFamily="34" charset="-128"/>
            </a:endParaRPr>
          </a:p>
          <a:p>
            <a:pPr lvl="1"/>
            <a:r>
              <a:rPr lang="en-US" dirty="0"/>
              <a:t>User space</a:t>
            </a:r>
          </a:p>
          <a:p>
            <a:pPr lvl="1"/>
            <a:r>
              <a:rPr lang="en-US" dirty="0"/>
              <a:t>Kernel space</a:t>
            </a:r>
            <a:endParaRPr lang="en-US" altLang="en-US" dirty="0">
              <a:ea typeface="ＭＳ Ｐゴシック" panose="020B0600070205080204" pitchFamily="34" charset="-128"/>
            </a:endParaRPr>
          </a:p>
          <a:p>
            <a:r>
              <a:rPr lang="en-US" dirty="0"/>
              <a:t>User space and kernel space are independent and isolated</a:t>
            </a:r>
            <a:endParaRPr lang="en-US" altLang="en-US" dirty="0">
              <a:ea typeface="ＭＳ Ｐゴシック" panose="020B0600070205080204" pitchFamily="34" charset="-128"/>
            </a:endParaRPr>
          </a:p>
          <a:p>
            <a:r>
              <a:rPr lang="en-US" dirty="0"/>
              <a:t>User space and kernel space communicate through special purpose functions known as system calls</a:t>
            </a:r>
            <a:endParaRPr lang="en-US" altLang="en-US" dirty="0">
              <a:ea typeface="ＭＳ Ｐゴシック" panose="020B0600070205080204" pitchFamily="34" charset="-128"/>
            </a:endParaRPr>
          </a:p>
          <a:p>
            <a:pPr lvl="2"/>
            <a:endParaRPr lang="en-US" altLang="en-US" dirty="0">
              <a:ea typeface="ＭＳ Ｐゴシック" panose="020B0600070205080204" pitchFamily="34" charset="-128"/>
            </a:endParaRPr>
          </a:p>
        </p:txBody>
      </p:sp>
      <p:sp>
        <p:nvSpPr>
          <p:cNvPr id="5" name="TextBox 5">
            <a:extLst>
              <a:ext uri="{FF2B5EF4-FFF2-40B4-BE49-F238E27FC236}">
                <a16:creationId xmlns:a16="http://schemas.microsoft.com/office/drawing/2014/main" id="{43A8B56C-EF57-48B0-8199-78C4E38299FD}"/>
              </a:ext>
            </a:extLst>
          </p:cNvPr>
          <p:cNvSpPr txBox="1">
            <a:spLocks noChangeArrowheads="1"/>
          </p:cNvSpPr>
          <p:nvPr/>
        </p:nvSpPr>
        <p:spPr bwMode="auto">
          <a:xfrm>
            <a:off x="7624130" y="2624159"/>
            <a:ext cx="3600000" cy="400110"/>
          </a:xfrm>
          <a:prstGeom prst="roundRect">
            <a:avLst/>
          </a:prstGeom>
          <a:solidFill>
            <a:srgbClr val="00B0F0"/>
          </a:solidFill>
          <a:ln w="9525">
            <a:solidFill>
              <a:schemeClr val="tx1"/>
            </a:solidFill>
            <a:miter lim="800000"/>
            <a:headEnd/>
            <a:tailEnd/>
          </a:ln>
        </p:spPr>
        <p:txBody>
          <a:bodyP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2000" dirty="0">
                <a:solidFill>
                  <a:schemeClr val="bg1"/>
                </a:solidFill>
                <a:latin typeface="+mn-lt"/>
              </a:rPr>
              <a:t>GNU C Library (</a:t>
            </a:r>
            <a:r>
              <a:rPr lang="en-US" sz="2000" dirty="0" err="1">
                <a:solidFill>
                  <a:schemeClr val="bg1"/>
                </a:solidFill>
                <a:latin typeface="+mn-lt"/>
              </a:rPr>
              <a:t>glibc</a:t>
            </a:r>
            <a:r>
              <a:rPr lang="en-US" sz="2000" dirty="0">
                <a:solidFill>
                  <a:schemeClr val="bg1"/>
                </a:solidFill>
                <a:latin typeface="+mn-lt"/>
              </a:rPr>
              <a:t>)</a:t>
            </a:r>
          </a:p>
        </p:txBody>
      </p:sp>
      <p:sp>
        <p:nvSpPr>
          <p:cNvPr id="6" name="TextBox 6">
            <a:extLst>
              <a:ext uri="{FF2B5EF4-FFF2-40B4-BE49-F238E27FC236}">
                <a16:creationId xmlns:a16="http://schemas.microsoft.com/office/drawing/2014/main" id="{4C1E9A1B-54AC-40DD-B58C-F7489BF2DA3A}"/>
              </a:ext>
            </a:extLst>
          </p:cNvPr>
          <p:cNvSpPr txBox="1">
            <a:spLocks noChangeArrowheads="1"/>
          </p:cNvSpPr>
          <p:nvPr/>
        </p:nvSpPr>
        <p:spPr bwMode="auto">
          <a:xfrm>
            <a:off x="7624130" y="3386160"/>
            <a:ext cx="3600000" cy="461962"/>
          </a:xfrm>
          <a:prstGeom prst="roundRect">
            <a:avLst/>
          </a:prstGeom>
          <a:solidFill>
            <a:srgbClr val="FFC000"/>
          </a:solidFill>
          <a:ln w="9525">
            <a:solidFill>
              <a:schemeClr val="tx1"/>
            </a:solidFill>
            <a:miter lim="800000"/>
            <a:headEnd/>
            <a:tailEnd/>
          </a:ln>
        </p:spPr>
        <p:txBody>
          <a:bodyP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2000" dirty="0">
                <a:solidFill>
                  <a:schemeClr val="bg1"/>
                </a:solidFill>
                <a:latin typeface="+mn-lt"/>
              </a:rPr>
              <a:t>System Call Interface</a:t>
            </a:r>
          </a:p>
        </p:txBody>
      </p:sp>
      <p:sp>
        <p:nvSpPr>
          <p:cNvPr id="7" name="TextBox 7">
            <a:extLst>
              <a:ext uri="{FF2B5EF4-FFF2-40B4-BE49-F238E27FC236}">
                <a16:creationId xmlns:a16="http://schemas.microsoft.com/office/drawing/2014/main" id="{7C353F5F-15F7-44CF-92C9-8C4DE34435C7}"/>
              </a:ext>
            </a:extLst>
          </p:cNvPr>
          <p:cNvSpPr txBox="1">
            <a:spLocks noChangeArrowheads="1"/>
          </p:cNvSpPr>
          <p:nvPr/>
        </p:nvSpPr>
        <p:spPr bwMode="auto">
          <a:xfrm>
            <a:off x="7624130" y="3924322"/>
            <a:ext cx="3600000" cy="1200150"/>
          </a:xfrm>
          <a:prstGeom prst="roundRect">
            <a:avLst>
              <a:gd name="adj" fmla="val 8334"/>
            </a:avLst>
          </a:prstGeom>
          <a:solidFill>
            <a:srgbClr val="FFC000"/>
          </a:solidFill>
          <a:ln w="9525">
            <a:solidFill>
              <a:schemeClr val="tx1"/>
            </a:solidFill>
            <a:miter lim="800000"/>
            <a:headEnd/>
            <a:tailEnd/>
          </a:ln>
        </p:spPr>
        <p:txBody>
          <a:bodyP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endParaRPr lang="en-US" dirty="0">
              <a:solidFill>
                <a:schemeClr val="bg1"/>
              </a:solidFill>
              <a:latin typeface="+mn-lt"/>
            </a:endParaRPr>
          </a:p>
          <a:p>
            <a:pPr algn="ctr" eaLnBrk="1" hangingPunct="1"/>
            <a:r>
              <a:rPr lang="en-US" sz="2000" dirty="0">
                <a:solidFill>
                  <a:schemeClr val="bg1"/>
                </a:solidFill>
                <a:latin typeface="+mn-lt"/>
              </a:rPr>
              <a:t>Kernel</a:t>
            </a:r>
          </a:p>
          <a:p>
            <a:pPr algn="ctr" eaLnBrk="1" hangingPunct="1"/>
            <a:endParaRPr lang="en-US" dirty="0">
              <a:solidFill>
                <a:schemeClr val="bg1"/>
              </a:solidFill>
              <a:latin typeface="+mn-lt"/>
            </a:endParaRPr>
          </a:p>
        </p:txBody>
      </p:sp>
      <p:sp>
        <p:nvSpPr>
          <p:cNvPr id="8" name="TextBox 8">
            <a:extLst>
              <a:ext uri="{FF2B5EF4-FFF2-40B4-BE49-F238E27FC236}">
                <a16:creationId xmlns:a16="http://schemas.microsoft.com/office/drawing/2014/main" id="{3625F3F0-06E6-40FF-A3E1-844F575E1188}"/>
              </a:ext>
            </a:extLst>
          </p:cNvPr>
          <p:cNvSpPr txBox="1">
            <a:spLocks noChangeArrowheads="1"/>
          </p:cNvSpPr>
          <p:nvPr/>
        </p:nvSpPr>
        <p:spPr bwMode="auto">
          <a:xfrm>
            <a:off x="7624130" y="5219722"/>
            <a:ext cx="3600000" cy="685800"/>
          </a:xfrm>
          <a:prstGeom prst="roundRect">
            <a:avLst/>
          </a:prstGeom>
          <a:solidFill>
            <a:srgbClr val="C00000"/>
          </a:solidFill>
          <a:ln w="9525">
            <a:solidFill>
              <a:schemeClr val="tx1"/>
            </a:solidFill>
            <a:miter lim="800000"/>
            <a:headEnd/>
            <a:tailEnd/>
          </a:ln>
        </p:spPr>
        <p:txBody>
          <a:bodyP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2000" dirty="0">
                <a:solidFill>
                  <a:schemeClr val="bg1"/>
                </a:solidFill>
                <a:latin typeface="+mn-lt"/>
              </a:rPr>
              <a:t>Board Support Package</a:t>
            </a:r>
            <a:br>
              <a:rPr lang="en-US" sz="2000" dirty="0">
                <a:solidFill>
                  <a:schemeClr val="bg1"/>
                </a:solidFill>
                <a:latin typeface="+mn-lt"/>
              </a:rPr>
            </a:br>
            <a:r>
              <a:rPr lang="en-US" sz="2000" dirty="0">
                <a:solidFill>
                  <a:schemeClr val="bg1"/>
                </a:solidFill>
                <a:latin typeface="+mn-lt"/>
              </a:rPr>
              <a:t>(BSP)</a:t>
            </a:r>
          </a:p>
        </p:txBody>
      </p:sp>
      <p:sp>
        <p:nvSpPr>
          <p:cNvPr id="9" name="CasellaDiTesto 8">
            <a:extLst>
              <a:ext uri="{FF2B5EF4-FFF2-40B4-BE49-F238E27FC236}">
                <a16:creationId xmlns:a16="http://schemas.microsoft.com/office/drawing/2014/main" id="{C5B1B213-71D7-4F34-A08C-F11417391D79}"/>
              </a:ext>
            </a:extLst>
          </p:cNvPr>
          <p:cNvSpPr txBox="1"/>
          <p:nvPr/>
        </p:nvSpPr>
        <p:spPr>
          <a:xfrm>
            <a:off x="7624130" y="1507634"/>
            <a:ext cx="3600000" cy="432000"/>
          </a:xfrm>
          <a:prstGeom prst="roundRect">
            <a:avLst>
              <a:gd name="adj" fmla="val 12593"/>
            </a:avLst>
          </a:prstGeom>
          <a:solidFill>
            <a:schemeClr val="accent1"/>
          </a:solidFill>
          <a:ln>
            <a:solidFill>
              <a:schemeClr val="tx1"/>
            </a:solidFill>
          </a:ln>
        </p:spPr>
        <p:txBody>
          <a:bodyPr wrap="square" rtlCol="0" anchor="ctr">
            <a:noAutofit/>
          </a:bodyPr>
          <a:lstStyle/>
          <a:p>
            <a:pPr algn="ctr"/>
            <a:r>
              <a:rPr lang="en-US" sz="2000" dirty="0">
                <a:solidFill>
                  <a:schemeClr val="bg1"/>
                </a:solidFill>
              </a:rPr>
              <a:t>Application</a:t>
            </a:r>
          </a:p>
        </p:txBody>
      </p:sp>
      <p:sp>
        <p:nvSpPr>
          <p:cNvPr id="10" name="CasellaDiTesto 6">
            <a:extLst>
              <a:ext uri="{FF2B5EF4-FFF2-40B4-BE49-F238E27FC236}">
                <a16:creationId xmlns:a16="http://schemas.microsoft.com/office/drawing/2014/main" id="{458A3B0A-F8C4-44E9-9AE5-640B967527A5}"/>
              </a:ext>
            </a:extLst>
          </p:cNvPr>
          <p:cNvSpPr txBox="1"/>
          <p:nvPr/>
        </p:nvSpPr>
        <p:spPr>
          <a:xfrm>
            <a:off x="7624130" y="2070809"/>
            <a:ext cx="3600000" cy="389045"/>
          </a:xfrm>
          <a:prstGeom prst="roundRect">
            <a:avLst>
              <a:gd name="adj" fmla="val 7167"/>
            </a:avLst>
          </a:prstGeom>
          <a:solidFill>
            <a:srgbClr val="00B050"/>
          </a:solidFill>
          <a:ln>
            <a:solidFill>
              <a:schemeClr val="tx1"/>
            </a:solidFill>
          </a:ln>
        </p:spPr>
        <p:txBody>
          <a:bodyPr wrap="square" rtlCol="0" anchor="ctr">
            <a:noAutofit/>
          </a:bodyPr>
          <a:lstStyle/>
          <a:p>
            <a:pPr algn="ctr"/>
            <a:r>
              <a:rPr lang="en-US" sz="2000" dirty="0">
                <a:solidFill>
                  <a:schemeClr val="bg1"/>
                </a:solidFill>
              </a:rPr>
              <a:t>System Programs</a:t>
            </a:r>
          </a:p>
        </p:txBody>
      </p:sp>
      <p:sp>
        <p:nvSpPr>
          <p:cNvPr id="11" name="Rectangle 10">
            <a:extLst>
              <a:ext uri="{FF2B5EF4-FFF2-40B4-BE49-F238E27FC236}">
                <a16:creationId xmlns:a16="http://schemas.microsoft.com/office/drawing/2014/main" id="{211DECB8-31C0-430B-8F9A-74DD3E47154E}"/>
              </a:ext>
            </a:extLst>
          </p:cNvPr>
          <p:cNvSpPr/>
          <p:nvPr/>
        </p:nvSpPr>
        <p:spPr>
          <a:xfrm>
            <a:off x="7481030" y="1447800"/>
            <a:ext cx="3886200" cy="1714522"/>
          </a:xfrm>
          <a:prstGeom prst="rect">
            <a:avLst/>
          </a:prstGeom>
          <a:noFill/>
          <a:ln w="25400">
            <a:solidFill>
              <a:schemeClr val="accent1"/>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8B67017-AF4B-4E10-BF49-BBEFE0A3D53A}"/>
              </a:ext>
            </a:extLst>
          </p:cNvPr>
          <p:cNvSpPr/>
          <p:nvPr/>
        </p:nvSpPr>
        <p:spPr>
          <a:xfrm>
            <a:off x="7481030" y="3317092"/>
            <a:ext cx="3886200" cy="2664630"/>
          </a:xfrm>
          <a:prstGeom prst="rect">
            <a:avLst/>
          </a:prstGeom>
          <a:noFill/>
          <a:ln w="25400">
            <a:solidFill>
              <a:schemeClr val="accent1"/>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FA7DEC88-214D-464C-8EF4-E77975F0730C}"/>
              </a:ext>
            </a:extLst>
          </p:cNvPr>
          <p:cNvSpPr txBox="1"/>
          <p:nvPr/>
        </p:nvSpPr>
        <p:spPr>
          <a:xfrm rot="16200000">
            <a:off x="5871011" y="2077280"/>
            <a:ext cx="2430355" cy="455560"/>
          </a:xfrm>
          <a:prstGeom prst="rect">
            <a:avLst/>
          </a:prstGeom>
        </p:spPr>
        <p:txBody>
          <a:bodyPr vert="horz" wrap="none" lIns="0" tIns="0" rIns="0" bIns="0" rtlCol="0" anchor="t">
            <a:normAutofit/>
          </a:bodyPr>
          <a:lstStyle/>
          <a:p>
            <a:pPr algn="ctr"/>
            <a:r>
              <a:rPr lang="en-US" sz="2400" dirty="0">
                <a:solidFill>
                  <a:schemeClr val="accent1"/>
                </a:solidFill>
              </a:rPr>
              <a:t>User Space</a:t>
            </a:r>
          </a:p>
        </p:txBody>
      </p:sp>
      <p:sp>
        <p:nvSpPr>
          <p:cNvPr id="14" name="TextBox 13">
            <a:extLst>
              <a:ext uri="{FF2B5EF4-FFF2-40B4-BE49-F238E27FC236}">
                <a16:creationId xmlns:a16="http://schemas.microsoft.com/office/drawing/2014/main" id="{CEEF23CE-530C-4F97-9C94-23DE6442C0EB}"/>
              </a:ext>
            </a:extLst>
          </p:cNvPr>
          <p:cNvSpPr txBox="1"/>
          <p:nvPr/>
        </p:nvSpPr>
        <p:spPr>
          <a:xfrm rot="16200000">
            <a:off x="5871011" y="4293827"/>
            <a:ext cx="2430355" cy="461138"/>
          </a:xfrm>
          <a:prstGeom prst="rect">
            <a:avLst/>
          </a:prstGeom>
        </p:spPr>
        <p:txBody>
          <a:bodyPr vert="horz" wrap="none" lIns="0" tIns="0" rIns="0" bIns="0" rtlCol="0" anchor="t">
            <a:normAutofit/>
          </a:bodyPr>
          <a:lstStyle/>
          <a:p>
            <a:pPr algn="ctr"/>
            <a:r>
              <a:rPr lang="en-US" sz="2400">
                <a:solidFill>
                  <a:schemeClr val="accent1"/>
                </a:solidFill>
              </a:rPr>
              <a:t>Kernel Space</a:t>
            </a:r>
            <a:endParaRPr lang="en-US" sz="2400" dirty="0">
              <a:solidFill>
                <a:schemeClr val="accent1"/>
              </a:solidFill>
            </a:endParaRPr>
          </a:p>
        </p:txBody>
      </p:sp>
    </p:spTree>
    <p:extLst>
      <p:ext uri="{BB962C8B-B14F-4D97-AF65-F5344CB8AC3E}">
        <p14:creationId xmlns:p14="http://schemas.microsoft.com/office/powerpoint/2010/main" val="39498552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Linux Architecture</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6048375" cy="4086225"/>
          </a:xfrm>
        </p:spPr>
        <p:txBody>
          <a:bodyPr wrap="square" numCol="1" anchor="t" anchorCtr="0" compatLnSpc="1">
            <a:prstTxWarp prst="textNoShape">
              <a:avLst/>
            </a:prstTxWarp>
          </a:bodyPr>
          <a:lstStyle/>
          <a:p>
            <a:r>
              <a:rPr lang="en-US" dirty="0">
                <a:solidFill>
                  <a:srgbClr val="128CAB"/>
                </a:solidFill>
              </a:rPr>
              <a:t>Application</a:t>
            </a:r>
            <a:endParaRPr lang="en-US" altLang="en-US" dirty="0">
              <a:ea typeface="ＭＳ Ｐゴシック" panose="020B0600070205080204" pitchFamily="34" charset="-128"/>
            </a:endParaRPr>
          </a:p>
          <a:p>
            <a:pPr lvl="1"/>
            <a:r>
              <a:rPr lang="en-US" dirty="0"/>
              <a:t>Software implementing the functionalities to be delivered to the embedded system user</a:t>
            </a:r>
            <a:endParaRPr lang="en-US" altLang="en-US" dirty="0">
              <a:ea typeface="ＭＳ Ｐゴシック" panose="020B0600070205080204" pitchFamily="34" charset="-128"/>
            </a:endParaRPr>
          </a:p>
          <a:p>
            <a:r>
              <a:rPr lang="en-US" dirty="0">
                <a:solidFill>
                  <a:srgbClr val="128CAB"/>
                </a:solidFill>
              </a:rPr>
              <a:t>System programs</a:t>
            </a:r>
            <a:endParaRPr lang="en-US" altLang="en-US" dirty="0">
              <a:ea typeface="ＭＳ Ｐゴシック" panose="020B0600070205080204" pitchFamily="34" charset="-128"/>
            </a:endParaRPr>
          </a:p>
          <a:p>
            <a:pPr lvl="1"/>
            <a:r>
              <a:rPr lang="en-US" dirty="0"/>
              <a:t>User-friendly utilities to access operating system services</a:t>
            </a:r>
            <a:endParaRPr lang="en-US" altLang="en-US" dirty="0">
              <a:ea typeface="ＭＳ Ｐゴシック" panose="020B0600070205080204" pitchFamily="34" charset="-128"/>
            </a:endParaRPr>
          </a:p>
          <a:p>
            <a:r>
              <a:rPr lang="en-US" dirty="0">
                <a:solidFill>
                  <a:srgbClr val="128CAB"/>
                </a:solidFill>
              </a:rPr>
              <a:t>GNU C Library (</a:t>
            </a:r>
            <a:r>
              <a:rPr lang="en-US" dirty="0" err="1">
                <a:solidFill>
                  <a:srgbClr val="128CAB"/>
                </a:solidFill>
              </a:rPr>
              <a:t>glibc</a:t>
            </a:r>
            <a:r>
              <a:rPr lang="en-US" dirty="0">
                <a:solidFill>
                  <a:srgbClr val="128CAB"/>
                </a:solidFill>
              </a:rPr>
              <a:t>)</a:t>
            </a:r>
            <a:endParaRPr lang="en-US" altLang="en-US" dirty="0">
              <a:ea typeface="ＭＳ Ｐゴシック" panose="020B0600070205080204" pitchFamily="34" charset="-128"/>
            </a:endParaRPr>
          </a:p>
          <a:p>
            <a:pPr lvl="1"/>
            <a:r>
              <a:rPr lang="en-US" dirty="0"/>
              <a:t>Interface between the User Space and the Kernel Space</a:t>
            </a:r>
            <a:endParaRPr lang="en-US" altLang="en-US" dirty="0">
              <a:ea typeface="ＭＳ Ｐゴシック" panose="020B0600070205080204" pitchFamily="34" charset="-128"/>
            </a:endParaRPr>
          </a:p>
          <a:p>
            <a:pPr lvl="2"/>
            <a:endParaRPr lang="en-US" altLang="en-US" dirty="0">
              <a:ea typeface="ＭＳ Ｐゴシック" panose="020B0600070205080204" pitchFamily="34" charset="-128"/>
            </a:endParaRPr>
          </a:p>
        </p:txBody>
      </p:sp>
      <p:sp>
        <p:nvSpPr>
          <p:cNvPr id="5" name="TextBox 5">
            <a:extLst>
              <a:ext uri="{FF2B5EF4-FFF2-40B4-BE49-F238E27FC236}">
                <a16:creationId xmlns:a16="http://schemas.microsoft.com/office/drawing/2014/main" id="{3EC708E3-30A8-4491-8DB0-276FF7D9FB75}"/>
              </a:ext>
            </a:extLst>
          </p:cNvPr>
          <p:cNvSpPr txBox="1">
            <a:spLocks noChangeArrowheads="1"/>
          </p:cNvSpPr>
          <p:nvPr/>
        </p:nvSpPr>
        <p:spPr bwMode="auto">
          <a:xfrm>
            <a:off x="7624130" y="2624159"/>
            <a:ext cx="3600000" cy="400110"/>
          </a:xfrm>
          <a:prstGeom prst="roundRect">
            <a:avLst/>
          </a:prstGeom>
          <a:solidFill>
            <a:srgbClr val="00B0F0"/>
          </a:solidFill>
          <a:ln w="9525">
            <a:solidFill>
              <a:schemeClr val="tx1"/>
            </a:solidFill>
            <a:miter lim="800000"/>
            <a:headEnd/>
            <a:tailEnd/>
          </a:ln>
        </p:spPr>
        <p:txBody>
          <a:bodyP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2000" dirty="0">
                <a:solidFill>
                  <a:schemeClr val="bg1"/>
                </a:solidFill>
                <a:latin typeface="+mn-lt"/>
              </a:rPr>
              <a:t>GNU C Library (</a:t>
            </a:r>
            <a:r>
              <a:rPr lang="en-US" sz="2000" dirty="0" err="1">
                <a:solidFill>
                  <a:schemeClr val="bg1"/>
                </a:solidFill>
                <a:latin typeface="+mn-lt"/>
              </a:rPr>
              <a:t>glibc</a:t>
            </a:r>
            <a:r>
              <a:rPr lang="en-US" sz="2000" dirty="0">
                <a:solidFill>
                  <a:schemeClr val="bg1"/>
                </a:solidFill>
                <a:latin typeface="+mn-lt"/>
              </a:rPr>
              <a:t>)</a:t>
            </a:r>
          </a:p>
        </p:txBody>
      </p:sp>
      <p:sp>
        <p:nvSpPr>
          <p:cNvPr id="6" name="TextBox 6">
            <a:extLst>
              <a:ext uri="{FF2B5EF4-FFF2-40B4-BE49-F238E27FC236}">
                <a16:creationId xmlns:a16="http://schemas.microsoft.com/office/drawing/2014/main" id="{E138AB92-9750-4EED-BA51-69D6414AFA7A}"/>
              </a:ext>
            </a:extLst>
          </p:cNvPr>
          <p:cNvSpPr txBox="1">
            <a:spLocks noChangeArrowheads="1"/>
          </p:cNvSpPr>
          <p:nvPr/>
        </p:nvSpPr>
        <p:spPr bwMode="auto">
          <a:xfrm>
            <a:off x="7624130" y="3386160"/>
            <a:ext cx="3600000" cy="461962"/>
          </a:xfrm>
          <a:prstGeom prst="roundRect">
            <a:avLst/>
          </a:prstGeom>
          <a:solidFill>
            <a:srgbClr val="FFC000"/>
          </a:solidFill>
          <a:ln w="9525">
            <a:solidFill>
              <a:schemeClr val="tx1"/>
            </a:solidFill>
            <a:miter lim="800000"/>
            <a:headEnd/>
            <a:tailEnd/>
          </a:ln>
        </p:spPr>
        <p:txBody>
          <a:bodyP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2000" dirty="0">
                <a:solidFill>
                  <a:schemeClr val="bg1"/>
                </a:solidFill>
                <a:latin typeface="+mn-lt"/>
              </a:rPr>
              <a:t>System Call Interface</a:t>
            </a:r>
          </a:p>
        </p:txBody>
      </p:sp>
      <p:sp>
        <p:nvSpPr>
          <p:cNvPr id="7" name="TextBox 7">
            <a:extLst>
              <a:ext uri="{FF2B5EF4-FFF2-40B4-BE49-F238E27FC236}">
                <a16:creationId xmlns:a16="http://schemas.microsoft.com/office/drawing/2014/main" id="{9FACA590-31BA-438A-B90D-933EFACD3E75}"/>
              </a:ext>
            </a:extLst>
          </p:cNvPr>
          <p:cNvSpPr txBox="1">
            <a:spLocks noChangeArrowheads="1"/>
          </p:cNvSpPr>
          <p:nvPr/>
        </p:nvSpPr>
        <p:spPr bwMode="auto">
          <a:xfrm>
            <a:off x="7624130" y="3924322"/>
            <a:ext cx="3600000" cy="1200150"/>
          </a:xfrm>
          <a:prstGeom prst="roundRect">
            <a:avLst>
              <a:gd name="adj" fmla="val 8334"/>
            </a:avLst>
          </a:prstGeom>
          <a:solidFill>
            <a:srgbClr val="FFC000"/>
          </a:solidFill>
          <a:ln w="9525">
            <a:solidFill>
              <a:schemeClr val="tx1"/>
            </a:solidFill>
            <a:miter lim="800000"/>
            <a:headEnd/>
            <a:tailEnd/>
          </a:ln>
        </p:spPr>
        <p:txBody>
          <a:bodyP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endParaRPr lang="en-US" dirty="0">
              <a:solidFill>
                <a:schemeClr val="bg1"/>
              </a:solidFill>
              <a:latin typeface="+mn-lt"/>
            </a:endParaRPr>
          </a:p>
          <a:p>
            <a:pPr algn="ctr" eaLnBrk="1" hangingPunct="1"/>
            <a:r>
              <a:rPr lang="en-US" sz="2000" dirty="0">
                <a:solidFill>
                  <a:schemeClr val="bg1"/>
                </a:solidFill>
                <a:latin typeface="+mn-lt"/>
              </a:rPr>
              <a:t>Kernel</a:t>
            </a:r>
          </a:p>
          <a:p>
            <a:pPr algn="ctr" eaLnBrk="1" hangingPunct="1"/>
            <a:endParaRPr lang="en-US" dirty="0">
              <a:solidFill>
                <a:schemeClr val="bg1"/>
              </a:solidFill>
              <a:latin typeface="+mn-lt"/>
            </a:endParaRPr>
          </a:p>
        </p:txBody>
      </p:sp>
      <p:sp>
        <p:nvSpPr>
          <p:cNvPr id="8" name="TextBox 8">
            <a:extLst>
              <a:ext uri="{FF2B5EF4-FFF2-40B4-BE49-F238E27FC236}">
                <a16:creationId xmlns:a16="http://schemas.microsoft.com/office/drawing/2014/main" id="{05323B20-53A9-4543-B4C6-1446EC12971E}"/>
              </a:ext>
            </a:extLst>
          </p:cNvPr>
          <p:cNvSpPr txBox="1">
            <a:spLocks noChangeArrowheads="1"/>
          </p:cNvSpPr>
          <p:nvPr/>
        </p:nvSpPr>
        <p:spPr bwMode="auto">
          <a:xfrm>
            <a:off x="7624130" y="5219722"/>
            <a:ext cx="3600000" cy="685800"/>
          </a:xfrm>
          <a:prstGeom prst="roundRect">
            <a:avLst/>
          </a:prstGeom>
          <a:solidFill>
            <a:srgbClr val="C00000"/>
          </a:solidFill>
          <a:ln w="9525">
            <a:solidFill>
              <a:schemeClr val="tx1"/>
            </a:solidFill>
            <a:miter lim="800000"/>
            <a:headEnd/>
            <a:tailEnd/>
          </a:ln>
        </p:spPr>
        <p:txBody>
          <a:bodyP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2000" dirty="0">
                <a:solidFill>
                  <a:schemeClr val="bg1"/>
                </a:solidFill>
                <a:latin typeface="+mn-lt"/>
              </a:rPr>
              <a:t>Board Support Package</a:t>
            </a:r>
            <a:br>
              <a:rPr lang="en-US" sz="2000" dirty="0">
                <a:solidFill>
                  <a:schemeClr val="bg1"/>
                </a:solidFill>
                <a:latin typeface="+mn-lt"/>
              </a:rPr>
            </a:br>
            <a:r>
              <a:rPr lang="en-US" sz="2000" dirty="0">
                <a:solidFill>
                  <a:schemeClr val="bg1"/>
                </a:solidFill>
                <a:latin typeface="+mn-lt"/>
              </a:rPr>
              <a:t>(BSP)</a:t>
            </a:r>
          </a:p>
        </p:txBody>
      </p:sp>
      <p:sp>
        <p:nvSpPr>
          <p:cNvPr id="9" name="CasellaDiTesto 8">
            <a:extLst>
              <a:ext uri="{FF2B5EF4-FFF2-40B4-BE49-F238E27FC236}">
                <a16:creationId xmlns:a16="http://schemas.microsoft.com/office/drawing/2014/main" id="{A9D3BCCE-7374-447A-BC4E-164DDFDA255C}"/>
              </a:ext>
            </a:extLst>
          </p:cNvPr>
          <p:cNvSpPr txBox="1"/>
          <p:nvPr/>
        </p:nvSpPr>
        <p:spPr>
          <a:xfrm>
            <a:off x="7624130" y="1507634"/>
            <a:ext cx="3600000" cy="432000"/>
          </a:xfrm>
          <a:prstGeom prst="roundRect">
            <a:avLst>
              <a:gd name="adj" fmla="val 12593"/>
            </a:avLst>
          </a:prstGeom>
          <a:solidFill>
            <a:schemeClr val="accent1"/>
          </a:solidFill>
          <a:ln>
            <a:solidFill>
              <a:schemeClr val="tx1"/>
            </a:solidFill>
          </a:ln>
        </p:spPr>
        <p:txBody>
          <a:bodyPr wrap="square" rtlCol="0" anchor="ctr">
            <a:noAutofit/>
          </a:bodyPr>
          <a:lstStyle/>
          <a:p>
            <a:pPr algn="ctr"/>
            <a:r>
              <a:rPr lang="en-US" sz="2000" dirty="0">
                <a:solidFill>
                  <a:schemeClr val="bg1"/>
                </a:solidFill>
              </a:rPr>
              <a:t>Application</a:t>
            </a:r>
          </a:p>
        </p:txBody>
      </p:sp>
      <p:sp>
        <p:nvSpPr>
          <p:cNvPr id="10" name="CasellaDiTesto 6">
            <a:extLst>
              <a:ext uri="{FF2B5EF4-FFF2-40B4-BE49-F238E27FC236}">
                <a16:creationId xmlns:a16="http://schemas.microsoft.com/office/drawing/2014/main" id="{504AE457-4695-4E31-8403-08D8A0C9D16C}"/>
              </a:ext>
            </a:extLst>
          </p:cNvPr>
          <p:cNvSpPr txBox="1"/>
          <p:nvPr/>
        </p:nvSpPr>
        <p:spPr>
          <a:xfrm>
            <a:off x="7624130" y="2070809"/>
            <a:ext cx="3600000" cy="389045"/>
          </a:xfrm>
          <a:prstGeom prst="roundRect">
            <a:avLst>
              <a:gd name="adj" fmla="val 7167"/>
            </a:avLst>
          </a:prstGeom>
          <a:solidFill>
            <a:srgbClr val="00B050"/>
          </a:solidFill>
          <a:ln>
            <a:solidFill>
              <a:schemeClr val="tx1"/>
            </a:solidFill>
          </a:ln>
        </p:spPr>
        <p:txBody>
          <a:bodyPr wrap="square" rtlCol="0" anchor="ctr">
            <a:noAutofit/>
          </a:bodyPr>
          <a:lstStyle/>
          <a:p>
            <a:pPr algn="ctr"/>
            <a:r>
              <a:rPr lang="en-US" sz="2000" dirty="0">
                <a:solidFill>
                  <a:schemeClr val="bg1"/>
                </a:solidFill>
              </a:rPr>
              <a:t>System Programs</a:t>
            </a:r>
          </a:p>
        </p:txBody>
      </p:sp>
      <p:sp>
        <p:nvSpPr>
          <p:cNvPr id="11" name="Rectangle 10">
            <a:extLst>
              <a:ext uri="{FF2B5EF4-FFF2-40B4-BE49-F238E27FC236}">
                <a16:creationId xmlns:a16="http://schemas.microsoft.com/office/drawing/2014/main" id="{F713EB40-745D-41CF-B6E9-E72E2EE2C884}"/>
              </a:ext>
            </a:extLst>
          </p:cNvPr>
          <p:cNvSpPr/>
          <p:nvPr/>
        </p:nvSpPr>
        <p:spPr>
          <a:xfrm>
            <a:off x="7481030" y="1447800"/>
            <a:ext cx="3886200" cy="1714522"/>
          </a:xfrm>
          <a:prstGeom prst="rect">
            <a:avLst/>
          </a:prstGeom>
          <a:noFill/>
          <a:ln w="50800">
            <a:solidFill>
              <a:srgbClr val="FF0000"/>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92F5C82-7791-4118-B870-BED454FE7D24}"/>
              </a:ext>
            </a:extLst>
          </p:cNvPr>
          <p:cNvSpPr/>
          <p:nvPr/>
        </p:nvSpPr>
        <p:spPr>
          <a:xfrm>
            <a:off x="7481030" y="3317092"/>
            <a:ext cx="3886200" cy="2664630"/>
          </a:xfrm>
          <a:prstGeom prst="rect">
            <a:avLst/>
          </a:prstGeom>
          <a:noFill/>
          <a:ln w="25400">
            <a:solidFill>
              <a:schemeClr val="accent1"/>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A0CD3800-FE3E-4D71-A15D-F230B90258D9}"/>
              </a:ext>
            </a:extLst>
          </p:cNvPr>
          <p:cNvSpPr txBox="1"/>
          <p:nvPr/>
        </p:nvSpPr>
        <p:spPr>
          <a:xfrm rot="16200000">
            <a:off x="5871011" y="2077280"/>
            <a:ext cx="2430355" cy="455560"/>
          </a:xfrm>
          <a:prstGeom prst="rect">
            <a:avLst/>
          </a:prstGeom>
        </p:spPr>
        <p:txBody>
          <a:bodyPr vert="horz" wrap="none" lIns="0" tIns="0" rIns="0" bIns="0" rtlCol="0" anchor="t">
            <a:normAutofit/>
          </a:bodyPr>
          <a:lstStyle/>
          <a:p>
            <a:pPr algn="ctr"/>
            <a:r>
              <a:rPr lang="en-US" sz="2400" dirty="0">
                <a:solidFill>
                  <a:schemeClr val="accent1"/>
                </a:solidFill>
              </a:rPr>
              <a:t>User Space</a:t>
            </a:r>
          </a:p>
        </p:txBody>
      </p:sp>
      <p:sp>
        <p:nvSpPr>
          <p:cNvPr id="14" name="TextBox 13">
            <a:extLst>
              <a:ext uri="{FF2B5EF4-FFF2-40B4-BE49-F238E27FC236}">
                <a16:creationId xmlns:a16="http://schemas.microsoft.com/office/drawing/2014/main" id="{9B1D0E66-7C45-4824-BE12-1C660196B7BF}"/>
              </a:ext>
            </a:extLst>
          </p:cNvPr>
          <p:cNvSpPr txBox="1"/>
          <p:nvPr/>
        </p:nvSpPr>
        <p:spPr>
          <a:xfrm rot="16200000">
            <a:off x="5871011" y="4293827"/>
            <a:ext cx="2430355" cy="461138"/>
          </a:xfrm>
          <a:prstGeom prst="rect">
            <a:avLst/>
          </a:prstGeom>
        </p:spPr>
        <p:txBody>
          <a:bodyPr vert="horz" wrap="none" lIns="0" tIns="0" rIns="0" bIns="0" rtlCol="0" anchor="t">
            <a:normAutofit/>
          </a:bodyPr>
          <a:lstStyle/>
          <a:p>
            <a:pPr algn="ctr"/>
            <a:r>
              <a:rPr lang="en-US" sz="2400">
                <a:solidFill>
                  <a:schemeClr val="accent1"/>
                </a:solidFill>
              </a:rPr>
              <a:t>Kernel Space</a:t>
            </a:r>
            <a:endParaRPr lang="en-US" sz="2400" dirty="0">
              <a:solidFill>
                <a:schemeClr val="accent1"/>
              </a:solidFill>
            </a:endParaRPr>
          </a:p>
        </p:txBody>
      </p:sp>
    </p:spTree>
    <p:extLst>
      <p:ext uri="{BB962C8B-B14F-4D97-AF65-F5344CB8AC3E}">
        <p14:creationId xmlns:p14="http://schemas.microsoft.com/office/powerpoint/2010/main" val="3120455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Linux Architecture</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6360705" cy="4086225"/>
          </a:xfrm>
        </p:spPr>
        <p:txBody>
          <a:bodyPr wrap="square" numCol="1" anchor="t" anchorCtr="0" compatLnSpc="1">
            <a:prstTxWarp prst="textNoShape">
              <a:avLst/>
            </a:prstTxWarp>
          </a:bodyPr>
          <a:lstStyle/>
          <a:p>
            <a:r>
              <a:rPr lang="en-US" dirty="0">
                <a:solidFill>
                  <a:srgbClr val="128CAB"/>
                </a:solidFill>
              </a:rPr>
              <a:t>System call interface</a:t>
            </a:r>
            <a:endParaRPr lang="en-US" altLang="en-US" dirty="0">
              <a:ea typeface="ＭＳ Ｐゴシック" panose="020B0600070205080204" pitchFamily="34" charset="-128"/>
            </a:endParaRPr>
          </a:p>
          <a:p>
            <a:pPr marL="398145" lvl="1" indent="-166370"/>
            <a:r>
              <a:rPr lang="en-US" dirty="0"/>
              <a:t>Entry points to access the services provided by the Kernel (process management, memory management</a:t>
            </a:r>
            <a:r>
              <a:rPr lang="is-IS" dirty="0"/>
              <a:t>)</a:t>
            </a:r>
            <a:endParaRPr lang="en-US" altLang="en-US" dirty="0">
              <a:ea typeface="ＭＳ Ｐゴシック" panose="020B0600070205080204" pitchFamily="34" charset="-128"/>
              <a:cs typeface="Calibri"/>
            </a:endParaRPr>
          </a:p>
          <a:p>
            <a:r>
              <a:rPr lang="is-IS" dirty="0">
                <a:solidFill>
                  <a:srgbClr val="128CAB"/>
                </a:solidFill>
              </a:rPr>
              <a:t>Kernel</a:t>
            </a:r>
            <a:endParaRPr lang="en-US" altLang="en-US" dirty="0">
              <a:ea typeface="ＭＳ Ｐゴシック" panose="020B0600070205080204" pitchFamily="34" charset="-128"/>
            </a:endParaRPr>
          </a:p>
          <a:p>
            <a:pPr marL="398145" lvl="1" indent="-166370"/>
            <a:r>
              <a:rPr lang="is-IS" dirty="0"/>
              <a:t>Architecture-independent operating system code</a:t>
            </a:r>
            <a:endParaRPr lang="is-IS" dirty="0">
              <a:cs typeface="Calibri"/>
            </a:endParaRPr>
          </a:p>
          <a:p>
            <a:pPr marL="398145" lvl="1" indent="-166370"/>
            <a:r>
              <a:rPr lang="is-IS" dirty="0">
                <a:ea typeface="ＭＳ Ｐゴシック"/>
              </a:rPr>
              <a:t>It implements the hardware-agnostic </a:t>
            </a:r>
            <a:r>
              <a:rPr lang="is-IS" dirty="0" err="1">
                <a:ea typeface="ＭＳ Ｐゴシック"/>
              </a:rPr>
              <a:t>services</a:t>
            </a:r>
            <a:r>
              <a:rPr lang="is-IS" dirty="0">
                <a:ea typeface="ＭＳ Ｐゴシック"/>
              </a:rPr>
              <a:t> of </a:t>
            </a:r>
            <a:r>
              <a:rPr lang="is-IS" dirty="0" err="1">
                <a:ea typeface="ＭＳ Ｐゴシック"/>
              </a:rPr>
              <a:t>the</a:t>
            </a:r>
            <a:r>
              <a:rPr lang="is-IS" dirty="0">
                <a:ea typeface="ＭＳ Ｐゴシック"/>
              </a:rPr>
              <a:t> </a:t>
            </a:r>
            <a:r>
              <a:rPr lang="is-IS" dirty="0" err="1">
                <a:ea typeface="ＭＳ Ｐゴシック"/>
              </a:rPr>
              <a:t>operating</a:t>
            </a:r>
            <a:r>
              <a:rPr lang="is-IS" dirty="0">
                <a:ea typeface="ＭＳ Ｐゴシック"/>
              </a:rPr>
              <a:t> </a:t>
            </a:r>
            <a:r>
              <a:rPr lang="is-IS" dirty="0" err="1">
                <a:ea typeface="ＭＳ Ｐゴシック"/>
              </a:rPr>
              <a:t>system</a:t>
            </a:r>
            <a:r>
              <a:rPr lang="is-IS" dirty="0">
                <a:ea typeface="ＭＳ Ｐゴシック"/>
              </a:rPr>
              <a:t> (</a:t>
            </a:r>
            <a:r>
              <a:rPr lang="is-IS" dirty="0" err="1">
                <a:ea typeface="ＭＳ Ｐゴシック"/>
              </a:rPr>
              <a:t>e.g</a:t>
            </a:r>
            <a:r>
              <a:rPr lang="is-IS" dirty="0">
                <a:ea typeface="ＭＳ Ｐゴシック"/>
              </a:rPr>
              <a:t>., </a:t>
            </a:r>
            <a:r>
              <a:rPr lang="is-IS" dirty="0" err="1">
                <a:ea typeface="ＭＳ Ｐゴシック"/>
              </a:rPr>
              <a:t>the</a:t>
            </a:r>
            <a:r>
              <a:rPr lang="is-IS" dirty="0">
                <a:ea typeface="ＭＳ Ｐゴシック"/>
              </a:rPr>
              <a:t> </a:t>
            </a:r>
            <a:r>
              <a:rPr lang="is-IS" dirty="0" err="1">
                <a:ea typeface="ＭＳ Ｐゴシック"/>
              </a:rPr>
              <a:t>process</a:t>
            </a:r>
            <a:r>
              <a:rPr lang="is-IS" dirty="0">
                <a:ea typeface="ＭＳ Ｐゴシック"/>
              </a:rPr>
              <a:t> </a:t>
            </a:r>
            <a:r>
              <a:rPr lang="is-IS" dirty="0" err="1">
                <a:ea typeface="ＭＳ Ｐゴシック"/>
              </a:rPr>
              <a:t>scheduler</a:t>
            </a:r>
            <a:r>
              <a:rPr lang="is-IS" dirty="0">
                <a:ea typeface="ＭＳ Ｐゴシック"/>
              </a:rPr>
              <a:t>).</a:t>
            </a:r>
            <a:endParaRPr lang="en-US" altLang="en-US" dirty="0">
              <a:ea typeface="ＭＳ Ｐゴシック"/>
              <a:cs typeface="Calibri"/>
            </a:endParaRPr>
          </a:p>
          <a:p>
            <a:r>
              <a:rPr lang="is-IS" dirty="0">
                <a:solidFill>
                  <a:srgbClr val="128CAB"/>
                </a:solidFill>
              </a:rPr>
              <a:t>Board Support Package (BSP)</a:t>
            </a:r>
            <a:endParaRPr lang="en-US" altLang="en-US" dirty="0">
              <a:ea typeface="ＭＳ Ｐゴシック" panose="020B0600070205080204" pitchFamily="34" charset="-128"/>
            </a:endParaRPr>
          </a:p>
          <a:p>
            <a:pPr marL="398145" lvl="1" indent="-166370"/>
            <a:r>
              <a:rPr lang="is-IS" dirty="0"/>
              <a:t>Architecture-dependent operating system code</a:t>
            </a:r>
            <a:endParaRPr lang="is-IS" dirty="0">
              <a:cs typeface="Calibri"/>
            </a:endParaRPr>
          </a:p>
          <a:p>
            <a:pPr marL="398145" lvl="1" indent="-166370"/>
            <a:r>
              <a:rPr lang="is-IS" dirty="0">
                <a:ea typeface="ＭＳ Ｐゴシック"/>
              </a:rPr>
              <a:t>It implements the hardware specific services of </a:t>
            </a:r>
            <a:r>
              <a:rPr lang="is-IS" dirty="0" err="1">
                <a:ea typeface="ＭＳ Ｐゴシック"/>
              </a:rPr>
              <a:t>the</a:t>
            </a:r>
            <a:r>
              <a:rPr lang="is-IS" dirty="0">
                <a:ea typeface="ＭＳ Ｐゴシック"/>
              </a:rPr>
              <a:t> </a:t>
            </a:r>
            <a:r>
              <a:rPr lang="is-IS" dirty="0" err="1">
                <a:ea typeface="ＭＳ Ｐゴシック"/>
              </a:rPr>
              <a:t>operating</a:t>
            </a:r>
            <a:r>
              <a:rPr lang="is-IS" dirty="0">
                <a:ea typeface="ＭＳ Ｐゴシック"/>
              </a:rPr>
              <a:t> </a:t>
            </a:r>
            <a:r>
              <a:rPr lang="is-IS" dirty="0" err="1">
                <a:ea typeface="ＭＳ Ｐゴシック"/>
              </a:rPr>
              <a:t>system</a:t>
            </a:r>
            <a:r>
              <a:rPr lang="is-IS" dirty="0">
                <a:ea typeface="ＭＳ Ｐゴシック"/>
              </a:rPr>
              <a:t> (</a:t>
            </a:r>
            <a:r>
              <a:rPr lang="is-IS" dirty="0" err="1">
                <a:ea typeface="ＭＳ Ｐゴシック"/>
              </a:rPr>
              <a:t>e.g</a:t>
            </a:r>
            <a:r>
              <a:rPr lang="is-IS" dirty="0">
                <a:ea typeface="ＭＳ Ｐゴシック"/>
              </a:rPr>
              <a:t>., </a:t>
            </a:r>
            <a:r>
              <a:rPr lang="is-IS" dirty="0" err="1">
                <a:ea typeface="ＭＳ Ｐゴシック"/>
              </a:rPr>
              <a:t>the</a:t>
            </a:r>
            <a:r>
              <a:rPr lang="is-IS" dirty="0">
                <a:ea typeface="ＭＳ Ｐゴシック"/>
              </a:rPr>
              <a:t> </a:t>
            </a:r>
            <a:r>
              <a:rPr lang="is-IS" dirty="0" err="1">
                <a:ea typeface="ＭＳ Ｐゴシック"/>
              </a:rPr>
              <a:t>context</a:t>
            </a:r>
            <a:r>
              <a:rPr lang="is-IS" dirty="0">
                <a:ea typeface="ＭＳ Ｐゴシック"/>
              </a:rPr>
              <a:t> </a:t>
            </a:r>
            <a:r>
              <a:rPr lang="is-IS" dirty="0" err="1">
                <a:ea typeface="ＭＳ Ｐゴシック"/>
              </a:rPr>
              <a:t>switch</a:t>
            </a:r>
            <a:r>
              <a:rPr lang="is-IS" dirty="0">
                <a:ea typeface="ＭＳ Ｐゴシック"/>
              </a:rPr>
              <a:t>).</a:t>
            </a:r>
            <a:endParaRPr lang="en-US" altLang="en-US" dirty="0">
              <a:ea typeface="ＭＳ Ｐゴシック"/>
              <a:cs typeface="Calibri"/>
            </a:endParaRPr>
          </a:p>
          <a:p>
            <a:pPr marL="855345" lvl="2" indent="-166370"/>
            <a:endParaRPr lang="en-US" altLang="en-US" dirty="0">
              <a:ea typeface="ＭＳ Ｐゴシック" panose="020B0600070205080204" pitchFamily="34" charset="-128"/>
              <a:cs typeface="Calibri"/>
            </a:endParaRPr>
          </a:p>
        </p:txBody>
      </p:sp>
      <p:sp>
        <p:nvSpPr>
          <p:cNvPr id="5" name="TextBox 5">
            <a:extLst>
              <a:ext uri="{FF2B5EF4-FFF2-40B4-BE49-F238E27FC236}">
                <a16:creationId xmlns:a16="http://schemas.microsoft.com/office/drawing/2014/main" id="{0816C95E-99A4-4C03-BC5F-9A51B6A0D730}"/>
              </a:ext>
            </a:extLst>
          </p:cNvPr>
          <p:cNvSpPr txBox="1">
            <a:spLocks noChangeArrowheads="1"/>
          </p:cNvSpPr>
          <p:nvPr/>
        </p:nvSpPr>
        <p:spPr bwMode="auto">
          <a:xfrm>
            <a:off x="7624130" y="2624159"/>
            <a:ext cx="3600000" cy="400110"/>
          </a:xfrm>
          <a:prstGeom prst="roundRect">
            <a:avLst/>
          </a:prstGeom>
          <a:solidFill>
            <a:srgbClr val="00B0F0"/>
          </a:solidFill>
          <a:ln w="9525">
            <a:solidFill>
              <a:schemeClr val="tx1"/>
            </a:solidFill>
            <a:miter lim="800000"/>
            <a:headEnd/>
            <a:tailEnd/>
          </a:ln>
        </p:spPr>
        <p:txBody>
          <a:bodyP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2000" dirty="0">
                <a:solidFill>
                  <a:schemeClr val="bg1"/>
                </a:solidFill>
                <a:latin typeface="+mn-lt"/>
              </a:rPr>
              <a:t>GNU C Library (</a:t>
            </a:r>
            <a:r>
              <a:rPr lang="en-US" sz="2000" dirty="0" err="1">
                <a:solidFill>
                  <a:schemeClr val="bg1"/>
                </a:solidFill>
                <a:latin typeface="+mn-lt"/>
              </a:rPr>
              <a:t>glibc</a:t>
            </a:r>
            <a:r>
              <a:rPr lang="en-US" sz="2000" dirty="0">
                <a:solidFill>
                  <a:schemeClr val="bg1"/>
                </a:solidFill>
                <a:latin typeface="+mn-lt"/>
              </a:rPr>
              <a:t>)</a:t>
            </a:r>
          </a:p>
        </p:txBody>
      </p:sp>
      <p:sp>
        <p:nvSpPr>
          <p:cNvPr id="6" name="TextBox 6">
            <a:extLst>
              <a:ext uri="{FF2B5EF4-FFF2-40B4-BE49-F238E27FC236}">
                <a16:creationId xmlns:a16="http://schemas.microsoft.com/office/drawing/2014/main" id="{1BC3CBA3-760B-4700-99DC-13EF26C43B62}"/>
              </a:ext>
            </a:extLst>
          </p:cNvPr>
          <p:cNvSpPr txBox="1">
            <a:spLocks noChangeArrowheads="1"/>
          </p:cNvSpPr>
          <p:nvPr/>
        </p:nvSpPr>
        <p:spPr bwMode="auto">
          <a:xfrm>
            <a:off x="7624130" y="3386160"/>
            <a:ext cx="3600000" cy="461962"/>
          </a:xfrm>
          <a:prstGeom prst="roundRect">
            <a:avLst/>
          </a:prstGeom>
          <a:solidFill>
            <a:srgbClr val="FFC000"/>
          </a:solidFill>
          <a:ln w="9525">
            <a:solidFill>
              <a:schemeClr val="tx1"/>
            </a:solidFill>
            <a:miter lim="800000"/>
            <a:headEnd/>
            <a:tailEnd/>
          </a:ln>
        </p:spPr>
        <p:txBody>
          <a:bodyP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2000" dirty="0">
                <a:solidFill>
                  <a:schemeClr val="bg1"/>
                </a:solidFill>
                <a:latin typeface="+mn-lt"/>
              </a:rPr>
              <a:t>System Call Interface</a:t>
            </a:r>
          </a:p>
        </p:txBody>
      </p:sp>
      <p:sp>
        <p:nvSpPr>
          <p:cNvPr id="7" name="TextBox 7">
            <a:extLst>
              <a:ext uri="{FF2B5EF4-FFF2-40B4-BE49-F238E27FC236}">
                <a16:creationId xmlns:a16="http://schemas.microsoft.com/office/drawing/2014/main" id="{CB5169AB-08E7-4A96-9114-C5D144CAF882}"/>
              </a:ext>
            </a:extLst>
          </p:cNvPr>
          <p:cNvSpPr txBox="1">
            <a:spLocks noChangeArrowheads="1"/>
          </p:cNvSpPr>
          <p:nvPr/>
        </p:nvSpPr>
        <p:spPr bwMode="auto">
          <a:xfrm>
            <a:off x="7624130" y="3924322"/>
            <a:ext cx="3600000" cy="1200150"/>
          </a:xfrm>
          <a:prstGeom prst="roundRect">
            <a:avLst>
              <a:gd name="adj" fmla="val 8334"/>
            </a:avLst>
          </a:prstGeom>
          <a:solidFill>
            <a:srgbClr val="FFC000"/>
          </a:solidFill>
          <a:ln w="9525">
            <a:solidFill>
              <a:schemeClr val="tx1"/>
            </a:solidFill>
            <a:miter lim="800000"/>
            <a:headEnd/>
            <a:tailEnd/>
          </a:ln>
        </p:spPr>
        <p:txBody>
          <a:bodyP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endParaRPr lang="en-US" dirty="0">
              <a:solidFill>
                <a:schemeClr val="bg1"/>
              </a:solidFill>
              <a:latin typeface="+mn-lt"/>
            </a:endParaRPr>
          </a:p>
          <a:p>
            <a:pPr algn="ctr" eaLnBrk="1" hangingPunct="1"/>
            <a:r>
              <a:rPr lang="en-US" sz="2000" dirty="0">
                <a:solidFill>
                  <a:schemeClr val="bg1"/>
                </a:solidFill>
                <a:latin typeface="+mn-lt"/>
              </a:rPr>
              <a:t>Kernel</a:t>
            </a:r>
          </a:p>
          <a:p>
            <a:pPr algn="ctr" eaLnBrk="1" hangingPunct="1"/>
            <a:endParaRPr lang="en-US" dirty="0">
              <a:solidFill>
                <a:schemeClr val="bg1"/>
              </a:solidFill>
              <a:latin typeface="+mn-lt"/>
            </a:endParaRPr>
          </a:p>
        </p:txBody>
      </p:sp>
      <p:sp>
        <p:nvSpPr>
          <p:cNvPr id="8" name="TextBox 8">
            <a:extLst>
              <a:ext uri="{FF2B5EF4-FFF2-40B4-BE49-F238E27FC236}">
                <a16:creationId xmlns:a16="http://schemas.microsoft.com/office/drawing/2014/main" id="{231CA7B3-D9AA-4142-9023-3B364983D6D2}"/>
              </a:ext>
            </a:extLst>
          </p:cNvPr>
          <p:cNvSpPr txBox="1">
            <a:spLocks noChangeArrowheads="1"/>
          </p:cNvSpPr>
          <p:nvPr/>
        </p:nvSpPr>
        <p:spPr bwMode="auto">
          <a:xfrm>
            <a:off x="7624130" y="5219722"/>
            <a:ext cx="3600000" cy="685800"/>
          </a:xfrm>
          <a:prstGeom prst="roundRect">
            <a:avLst/>
          </a:prstGeom>
          <a:solidFill>
            <a:srgbClr val="C00000"/>
          </a:solidFill>
          <a:ln w="9525">
            <a:solidFill>
              <a:schemeClr val="tx1"/>
            </a:solidFill>
            <a:miter lim="800000"/>
            <a:headEnd/>
            <a:tailEnd/>
          </a:ln>
        </p:spPr>
        <p:txBody>
          <a:bodyP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2000" dirty="0">
                <a:solidFill>
                  <a:schemeClr val="bg1"/>
                </a:solidFill>
                <a:latin typeface="+mn-lt"/>
              </a:rPr>
              <a:t>Board Support Package</a:t>
            </a:r>
            <a:br>
              <a:rPr lang="en-US" sz="2000" dirty="0">
                <a:solidFill>
                  <a:schemeClr val="bg1"/>
                </a:solidFill>
                <a:latin typeface="+mn-lt"/>
              </a:rPr>
            </a:br>
            <a:r>
              <a:rPr lang="en-US" sz="2000" dirty="0">
                <a:solidFill>
                  <a:schemeClr val="bg1"/>
                </a:solidFill>
                <a:latin typeface="+mn-lt"/>
              </a:rPr>
              <a:t>(BSP)</a:t>
            </a:r>
          </a:p>
        </p:txBody>
      </p:sp>
      <p:sp>
        <p:nvSpPr>
          <p:cNvPr id="9" name="CasellaDiTesto 8">
            <a:extLst>
              <a:ext uri="{FF2B5EF4-FFF2-40B4-BE49-F238E27FC236}">
                <a16:creationId xmlns:a16="http://schemas.microsoft.com/office/drawing/2014/main" id="{6BA789CF-88C4-448D-AAFD-22BD5B0CD267}"/>
              </a:ext>
            </a:extLst>
          </p:cNvPr>
          <p:cNvSpPr txBox="1"/>
          <p:nvPr/>
        </p:nvSpPr>
        <p:spPr>
          <a:xfrm>
            <a:off x="7624130" y="1507634"/>
            <a:ext cx="3600000" cy="432000"/>
          </a:xfrm>
          <a:prstGeom prst="roundRect">
            <a:avLst>
              <a:gd name="adj" fmla="val 12593"/>
            </a:avLst>
          </a:prstGeom>
          <a:solidFill>
            <a:schemeClr val="accent1"/>
          </a:solidFill>
          <a:ln>
            <a:solidFill>
              <a:schemeClr val="tx1"/>
            </a:solidFill>
          </a:ln>
        </p:spPr>
        <p:txBody>
          <a:bodyPr wrap="square" rtlCol="0" anchor="ctr">
            <a:noAutofit/>
          </a:bodyPr>
          <a:lstStyle/>
          <a:p>
            <a:pPr algn="ctr"/>
            <a:r>
              <a:rPr lang="en-US" sz="2000" dirty="0">
                <a:solidFill>
                  <a:schemeClr val="bg1"/>
                </a:solidFill>
              </a:rPr>
              <a:t>Application</a:t>
            </a:r>
          </a:p>
        </p:txBody>
      </p:sp>
      <p:sp>
        <p:nvSpPr>
          <p:cNvPr id="10" name="CasellaDiTesto 6">
            <a:extLst>
              <a:ext uri="{FF2B5EF4-FFF2-40B4-BE49-F238E27FC236}">
                <a16:creationId xmlns:a16="http://schemas.microsoft.com/office/drawing/2014/main" id="{CFCE5D45-C64E-447C-BCC9-1022D90C76B3}"/>
              </a:ext>
            </a:extLst>
          </p:cNvPr>
          <p:cNvSpPr txBox="1"/>
          <p:nvPr/>
        </p:nvSpPr>
        <p:spPr>
          <a:xfrm>
            <a:off x="7624130" y="2070809"/>
            <a:ext cx="3600000" cy="389045"/>
          </a:xfrm>
          <a:prstGeom prst="roundRect">
            <a:avLst>
              <a:gd name="adj" fmla="val 7167"/>
            </a:avLst>
          </a:prstGeom>
          <a:solidFill>
            <a:srgbClr val="00B050"/>
          </a:solidFill>
          <a:ln>
            <a:solidFill>
              <a:schemeClr val="tx1"/>
            </a:solidFill>
          </a:ln>
        </p:spPr>
        <p:txBody>
          <a:bodyPr wrap="square" rtlCol="0" anchor="ctr">
            <a:noAutofit/>
          </a:bodyPr>
          <a:lstStyle/>
          <a:p>
            <a:pPr algn="ctr"/>
            <a:r>
              <a:rPr lang="en-US" sz="2000" dirty="0">
                <a:solidFill>
                  <a:schemeClr val="bg1"/>
                </a:solidFill>
              </a:rPr>
              <a:t>System Programs</a:t>
            </a:r>
          </a:p>
        </p:txBody>
      </p:sp>
      <p:sp>
        <p:nvSpPr>
          <p:cNvPr id="11" name="Rectangle 10">
            <a:extLst>
              <a:ext uri="{FF2B5EF4-FFF2-40B4-BE49-F238E27FC236}">
                <a16:creationId xmlns:a16="http://schemas.microsoft.com/office/drawing/2014/main" id="{3A76954D-E6CA-4A78-BBAD-4980A2301A92}"/>
              </a:ext>
            </a:extLst>
          </p:cNvPr>
          <p:cNvSpPr/>
          <p:nvPr/>
        </p:nvSpPr>
        <p:spPr>
          <a:xfrm>
            <a:off x="7481030" y="1447800"/>
            <a:ext cx="3886200" cy="1714522"/>
          </a:xfrm>
          <a:prstGeom prst="rect">
            <a:avLst/>
          </a:prstGeom>
          <a:noFill/>
          <a:ln w="25400">
            <a:solidFill>
              <a:schemeClr val="accent1"/>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13DD457-EC42-4CE2-AB61-64AD2D67E8CE}"/>
              </a:ext>
            </a:extLst>
          </p:cNvPr>
          <p:cNvSpPr/>
          <p:nvPr/>
        </p:nvSpPr>
        <p:spPr>
          <a:xfrm>
            <a:off x="7481030" y="3317092"/>
            <a:ext cx="3886200" cy="2664630"/>
          </a:xfrm>
          <a:prstGeom prst="rect">
            <a:avLst/>
          </a:prstGeom>
          <a:noFill/>
          <a:ln w="50800">
            <a:solidFill>
              <a:srgbClr val="FF0000"/>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DB184D02-5579-4C39-B1A2-60262AD02122}"/>
              </a:ext>
            </a:extLst>
          </p:cNvPr>
          <p:cNvSpPr txBox="1"/>
          <p:nvPr/>
        </p:nvSpPr>
        <p:spPr>
          <a:xfrm rot="16200000">
            <a:off x="5871011" y="2077280"/>
            <a:ext cx="2430355" cy="455560"/>
          </a:xfrm>
          <a:prstGeom prst="rect">
            <a:avLst/>
          </a:prstGeom>
        </p:spPr>
        <p:txBody>
          <a:bodyPr vert="horz" wrap="none" lIns="0" tIns="0" rIns="0" bIns="0" rtlCol="0" anchor="t">
            <a:normAutofit/>
          </a:bodyPr>
          <a:lstStyle/>
          <a:p>
            <a:pPr algn="ctr"/>
            <a:r>
              <a:rPr lang="en-US" sz="2400" dirty="0">
                <a:solidFill>
                  <a:schemeClr val="accent1"/>
                </a:solidFill>
              </a:rPr>
              <a:t>User Space</a:t>
            </a:r>
          </a:p>
        </p:txBody>
      </p:sp>
      <p:sp>
        <p:nvSpPr>
          <p:cNvPr id="14" name="TextBox 13">
            <a:extLst>
              <a:ext uri="{FF2B5EF4-FFF2-40B4-BE49-F238E27FC236}">
                <a16:creationId xmlns:a16="http://schemas.microsoft.com/office/drawing/2014/main" id="{002557E7-9FAC-4547-A80B-3E7CBF5AA4E1}"/>
              </a:ext>
            </a:extLst>
          </p:cNvPr>
          <p:cNvSpPr txBox="1"/>
          <p:nvPr/>
        </p:nvSpPr>
        <p:spPr>
          <a:xfrm rot="16200000">
            <a:off x="5871011" y="4293827"/>
            <a:ext cx="2430355" cy="461138"/>
          </a:xfrm>
          <a:prstGeom prst="rect">
            <a:avLst/>
          </a:prstGeom>
        </p:spPr>
        <p:txBody>
          <a:bodyPr vert="horz" wrap="none" lIns="0" tIns="0" rIns="0" bIns="0" rtlCol="0" anchor="t">
            <a:normAutofit/>
          </a:bodyPr>
          <a:lstStyle/>
          <a:p>
            <a:pPr algn="ctr"/>
            <a:r>
              <a:rPr lang="en-US" sz="2400">
                <a:solidFill>
                  <a:schemeClr val="accent1"/>
                </a:solidFill>
              </a:rPr>
              <a:t>Kernel Space</a:t>
            </a:r>
            <a:endParaRPr lang="en-US" sz="2400" dirty="0">
              <a:solidFill>
                <a:schemeClr val="accent1"/>
              </a:solidFill>
            </a:endParaRPr>
          </a:p>
        </p:txBody>
      </p:sp>
    </p:spTree>
    <p:extLst>
      <p:ext uri="{BB962C8B-B14F-4D97-AF65-F5344CB8AC3E}">
        <p14:creationId xmlns:p14="http://schemas.microsoft.com/office/powerpoint/2010/main" val="13563498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Conceptual View of the Kernel</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t>The Kernel can be divided in five subsystems:</a:t>
            </a:r>
            <a:endParaRPr lang="en-US" altLang="en-US" dirty="0">
              <a:ea typeface="ＭＳ Ｐゴシック" panose="020B0600070205080204" pitchFamily="34" charset="-128"/>
            </a:endParaRPr>
          </a:p>
          <a:p>
            <a:pPr lvl="1"/>
            <a:r>
              <a:rPr lang="en-US" dirty="0"/>
              <a:t>Process scheduler</a:t>
            </a:r>
          </a:p>
          <a:p>
            <a:pPr lvl="1"/>
            <a:r>
              <a:rPr lang="en-US" dirty="0"/>
              <a:t>Memory manager</a:t>
            </a:r>
          </a:p>
          <a:p>
            <a:pPr lvl="1"/>
            <a:r>
              <a:rPr lang="en-US" dirty="0"/>
              <a:t>Virtual file system</a:t>
            </a:r>
          </a:p>
          <a:p>
            <a:pPr lvl="1"/>
            <a:r>
              <a:rPr lang="en-US" dirty="0"/>
              <a:t>Inter-process communication</a:t>
            </a:r>
          </a:p>
          <a:p>
            <a:pPr lvl="1"/>
            <a:r>
              <a:rPr lang="en-US" dirty="0"/>
              <a:t>Network</a:t>
            </a:r>
            <a:endParaRPr lang="en-US" altLang="en-US" dirty="0">
              <a:ea typeface="ＭＳ Ｐゴシック" panose="020B0600070205080204" pitchFamily="34" charset="-128"/>
            </a:endParaRPr>
          </a:p>
          <a:p>
            <a:r>
              <a:rPr lang="en-US" dirty="0"/>
              <a:t>Most of them are composed of:</a:t>
            </a:r>
            <a:endParaRPr lang="en-US" altLang="en-US" dirty="0">
              <a:ea typeface="ＭＳ Ｐゴシック" panose="020B0600070205080204" pitchFamily="34" charset="-128"/>
            </a:endParaRPr>
          </a:p>
          <a:p>
            <a:pPr lvl="1"/>
            <a:r>
              <a:rPr lang="en-US" dirty="0"/>
              <a:t>Hardware-independent code</a:t>
            </a:r>
          </a:p>
          <a:p>
            <a:pPr lvl="1"/>
            <a:r>
              <a:rPr lang="en-US" dirty="0"/>
              <a:t>Hardware-dependent code</a:t>
            </a:r>
            <a:endParaRPr lang="en-US" altLang="en-US" dirty="0">
              <a:ea typeface="ＭＳ Ｐゴシック" panose="020B0600070205080204" pitchFamily="34" charset="-128"/>
            </a:endParaRPr>
          </a:p>
          <a:p>
            <a:pPr lvl="2"/>
            <a:endParaRPr lang="en-US" altLang="en-US" dirty="0">
              <a:ea typeface="ＭＳ Ｐゴシック" panose="020B0600070205080204" pitchFamily="34" charset="-128"/>
            </a:endParaRPr>
          </a:p>
        </p:txBody>
      </p:sp>
      <p:sp>
        <p:nvSpPr>
          <p:cNvPr id="5" name="TextBox 7">
            <a:extLst>
              <a:ext uri="{FF2B5EF4-FFF2-40B4-BE49-F238E27FC236}">
                <a16:creationId xmlns:a16="http://schemas.microsoft.com/office/drawing/2014/main" id="{EA1CAECD-C6D4-405D-9D9A-E084E1FA2042}"/>
              </a:ext>
            </a:extLst>
          </p:cNvPr>
          <p:cNvSpPr txBox="1">
            <a:spLocks noChangeArrowheads="1"/>
          </p:cNvSpPr>
          <p:nvPr/>
        </p:nvSpPr>
        <p:spPr bwMode="auto">
          <a:xfrm>
            <a:off x="10319998" y="3217469"/>
            <a:ext cx="1632694" cy="646331"/>
          </a:xfrm>
          <a:prstGeom prst="roundRect">
            <a:avLst>
              <a:gd name="adj" fmla="val 10035"/>
            </a:avLst>
          </a:prstGeom>
          <a:solidFill>
            <a:srgbClr val="FFC000"/>
          </a:solidFill>
          <a:ln w="9525">
            <a:solidFill>
              <a:schemeClr val="tx1"/>
            </a:solidFill>
            <a:miter lim="800000"/>
            <a:headEnd/>
            <a:tailEnd/>
          </a:ln>
          <a:effectLst>
            <a:outerShdw blurRad="50800" dist="76200" dir="2700000" algn="tl" rotWithShape="0">
              <a:prstClr val="black">
                <a:alpha val="40000"/>
              </a:prstClr>
            </a:outerShdw>
          </a:effectLst>
        </p:spPr>
        <p:txBody>
          <a:bodyPr wrap="none">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Inter-Process</a:t>
            </a:r>
          </a:p>
          <a:p>
            <a:pPr algn="ctr" eaLnBrk="1" hangingPunct="1"/>
            <a:r>
              <a:rPr lang="en-US" sz="1800" dirty="0">
                <a:solidFill>
                  <a:schemeClr val="bg1"/>
                </a:solidFill>
                <a:latin typeface="+mn-lt"/>
              </a:rPr>
              <a:t>Communication</a:t>
            </a:r>
          </a:p>
        </p:txBody>
      </p:sp>
      <p:grpSp>
        <p:nvGrpSpPr>
          <p:cNvPr id="6" name="Group 5">
            <a:extLst>
              <a:ext uri="{FF2B5EF4-FFF2-40B4-BE49-F238E27FC236}">
                <a16:creationId xmlns:a16="http://schemas.microsoft.com/office/drawing/2014/main" id="{2E71CEF1-C1AA-462E-B00F-AB2D7B40F209}"/>
              </a:ext>
            </a:extLst>
          </p:cNvPr>
          <p:cNvGrpSpPr/>
          <p:nvPr/>
        </p:nvGrpSpPr>
        <p:grpSpPr>
          <a:xfrm>
            <a:off x="8167138" y="1400373"/>
            <a:ext cx="1836000" cy="1200329"/>
            <a:chOff x="7140939" y="1486096"/>
            <a:chExt cx="1836000" cy="1200329"/>
          </a:xfrm>
          <a:effectLst>
            <a:outerShdw blurRad="50800" dist="76200" dir="2700000" algn="tl" rotWithShape="0">
              <a:prstClr val="black">
                <a:alpha val="40000"/>
              </a:prstClr>
            </a:outerShdw>
          </a:effectLst>
        </p:grpSpPr>
        <p:sp>
          <p:nvSpPr>
            <p:cNvPr id="7" name="TextBox 4">
              <a:extLst>
                <a:ext uri="{FF2B5EF4-FFF2-40B4-BE49-F238E27FC236}">
                  <a16:creationId xmlns:a16="http://schemas.microsoft.com/office/drawing/2014/main" id="{9449E960-0E05-4422-A6FB-02641775C5A4}"/>
                </a:ext>
              </a:extLst>
            </p:cNvPr>
            <p:cNvSpPr txBox="1">
              <a:spLocks noChangeArrowheads="1"/>
            </p:cNvSpPr>
            <p:nvPr/>
          </p:nvSpPr>
          <p:spPr bwMode="auto">
            <a:xfrm>
              <a:off x="7140939" y="1486096"/>
              <a:ext cx="1836000" cy="1200329"/>
            </a:xfrm>
            <a:prstGeom prst="roundRect">
              <a:avLst>
                <a:gd name="adj" fmla="val 7145"/>
              </a:avLst>
            </a:prstGeom>
            <a:solidFill>
              <a:srgbClr val="FFC000"/>
            </a:solidFill>
            <a:ln w="0">
              <a:solidFill>
                <a:schemeClr val="tx1"/>
              </a:solidFill>
              <a:miter lim="800000"/>
              <a:headEnd/>
              <a:tailEnd/>
            </a:ln>
          </p:spPr>
          <p:txBody>
            <a:bodyPr wrap="none">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Memory Manager</a:t>
              </a: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p:txBody>
        </p:sp>
        <p:sp>
          <p:nvSpPr>
            <p:cNvPr id="8" name="TextBox 9">
              <a:extLst>
                <a:ext uri="{FF2B5EF4-FFF2-40B4-BE49-F238E27FC236}">
                  <a16:creationId xmlns:a16="http://schemas.microsoft.com/office/drawing/2014/main" id="{A1EEBC55-FBF2-4836-A56F-3E0428E1980F}"/>
                </a:ext>
              </a:extLst>
            </p:cNvPr>
            <p:cNvSpPr txBox="1">
              <a:spLocks noChangeArrowheads="1"/>
            </p:cNvSpPr>
            <p:nvPr/>
          </p:nvSpPr>
          <p:spPr bwMode="auto">
            <a:xfrm>
              <a:off x="7279480" y="1843274"/>
              <a:ext cx="1548000" cy="288000"/>
            </a:xfrm>
            <a:prstGeom prst="roundRect">
              <a:avLst/>
            </a:prstGeom>
            <a:solidFill>
              <a:srgbClr val="FFC000"/>
            </a:solidFill>
            <a:ln w="0">
              <a:solidFill>
                <a:schemeClr val="tx1"/>
              </a:solidFill>
              <a:miter lim="800000"/>
              <a:headEnd/>
              <a:tailEnd/>
            </a:ln>
          </p:spPr>
          <p:txBody>
            <a:bodyPr wrap="none"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independent</a:t>
              </a:r>
            </a:p>
          </p:txBody>
        </p:sp>
        <p:sp>
          <p:nvSpPr>
            <p:cNvPr id="9" name="TextBox 10">
              <a:extLst>
                <a:ext uri="{FF2B5EF4-FFF2-40B4-BE49-F238E27FC236}">
                  <a16:creationId xmlns:a16="http://schemas.microsoft.com/office/drawing/2014/main" id="{CFFF9748-CF2A-4277-881B-481D41658210}"/>
                </a:ext>
              </a:extLst>
            </p:cNvPr>
            <p:cNvSpPr txBox="1">
              <a:spLocks noChangeArrowheads="1"/>
            </p:cNvSpPr>
            <p:nvPr/>
          </p:nvSpPr>
          <p:spPr bwMode="auto">
            <a:xfrm>
              <a:off x="7298530" y="2290957"/>
              <a:ext cx="1548000" cy="288000"/>
            </a:xfrm>
            <a:prstGeom prst="roundRect">
              <a:avLst/>
            </a:prstGeom>
            <a:solidFill>
              <a:srgbClr val="C00000"/>
            </a:solidFill>
            <a:ln w="0">
              <a:solidFill>
                <a:schemeClr val="tx1"/>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dependent</a:t>
              </a:r>
            </a:p>
          </p:txBody>
        </p:sp>
      </p:grpSp>
      <p:grpSp>
        <p:nvGrpSpPr>
          <p:cNvPr id="10" name="Group 9">
            <a:extLst>
              <a:ext uri="{FF2B5EF4-FFF2-40B4-BE49-F238E27FC236}">
                <a16:creationId xmlns:a16="http://schemas.microsoft.com/office/drawing/2014/main" id="{25643EAD-407A-4706-B211-4A6BBED92F01}"/>
              </a:ext>
            </a:extLst>
          </p:cNvPr>
          <p:cNvGrpSpPr/>
          <p:nvPr/>
        </p:nvGrpSpPr>
        <p:grpSpPr>
          <a:xfrm>
            <a:off x="8167138" y="4481704"/>
            <a:ext cx="1836000" cy="1200150"/>
            <a:chOff x="7169945" y="4338819"/>
            <a:chExt cx="2052637" cy="1200150"/>
          </a:xfrm>
          <a:effectLst>
            <a:outerShdw blurRad="50800" dist="76200" dir="2700000" algn="tl" rotWithShape="0">
              <a:prstClr val="black">
                <a:alpha val="40000"/>
              </a:prstClr>
            </a:outerShdw>
          </a:effectLst>
        </p:grpSpPr>
        <p:sp>
          <p:nvSpPr>
            <p:cNvPr id="11" name="TextBox 8">
              <a:extLst>
                <a:ext uri="{FF2B5EF4-FFF2-40B4-BE49-F238E27FC236}">
                  <a16:creationId xmlns:a16="http://schemas.microsoft.com/office/drawing/2014/main" id="{8E74AEE5-0A58-4FAF-B6E8-18AC93514123}"/>
                </a:ext>
              </a:extLst>
            </p:cNvPr>
            <p:cNvSpPr txBox="1">
              <a:spLocks noChangeArrowheads="1"/>
            </p:cNvSpPr>
            <p:nvPr/>
          </p:nvSpPr>
          <p:spPr bwMode="auto">
            <a:xfrm>
              <a:off x="7169945" y="4338819"/>
              <a:ext cx="2052637" cy="1200150"/>
            </a:xfrm>
            <a:prstGeom prst="roundRect">
              <a:avLst>
                <a:gd name="adj" fmla="val 8334"/>
              </a:avLst>
            </a:prstGeom>
            <a:solidFill>
              <a:srgbClr val="FFC000"/>
            </a:solidFill>
            <a:ln w="9525">
              <a:solidFill>
                <a:schemeClr val="tx1"/>
              </a:solidFill>
              <a:miter lim="800000"/>
              <a:headEnd/>
              <a:tailEnd/>
            </a:ln>
          </p:spPr>
          <p:txBody>
            <a:bodyP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Network</a:t>
              </a: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p:txBody>
        </p:sp>
        <p:sp>
          <p:nvSpPr>
            <p:cNvPr id="12" name="TextBox 11">
              <a:extLst>
                <a:ext uri="{FF2B5EF4-FFF2-40B4-BE49-F238E27FC236}">
                  <a16:creationId xmlns:a16="http://schemas.microsoft.com/office/drawing/2014/main" id="{F9ECAA85-8D8E-4678-8EB3-9DF238E7584D}"/>
                </a:ext>
              </a:extLst>
            </p:cNvPr>
            <p:cNvSpPr txBox="1">
              <a:spLocks noChangeArrowheads="1"/>
            </p:cNvSpPr>
            <p:nvPr/>
          </p:nvSpPr>
          <p:spPr bwMode="auto">
            <a:xfrm>
              <a:off x="7355682" y="4757918"/>
              <a:ext cx="1728788" cy="288000"/>
            </a:xfrm>
            <a:prstGeom prst="roundRect">
              <a:avLst/>
            </a:prstGeom>
            <a:solidFill>
              <a:srgbClr val="FFC000"/>
            </a:solidFill>
            <a:ln w="9525">
              <a:solidFill>
                <a:schemeClr val="tx1"/>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Network Protocols</a:t>
              </a:r>
            </a:p>
          </p:txBody>
        </p:sp>
        <p:sp>
          <p:nvSpPr>
            <p:cNvPr id="13" name="TextBox 12">
              <a:extLst>
                <a:ext uri="{FF2B5EF4-FFF2-40B4-BE49-F238E27FC236}">
                  <a16:creationId xmlns:a16="http://schemas.microsoft.com/office/drawing/2014/main" id="{DA53681E-6220-4886-87B6-86F4CDFED7D2}"/>
                </a:ext>
              </a:extLst>
            </p:cNvPr>
            <p:cNvSpPr txBox="1">
              <a:spLocks noChangeArrowheads="1"/>
            </p:cNvSpPr>
            <p:nvPr/>
          </p:nvSpPr>
          <p:spPr bwMode="auto">
            <a:xfrm>
              <a:off x="7360445" y="5124631"/>
              <a:ext cx="1728787" cy="288000"/>
            </a:xfrm>
            <a:prstGeom prst="roundRect">
              <a:avLst/>
            </a:prstGeom>
            <a:solidFill>
              <a:srgbClr val="C00000"/>
            </a:solidFill>
            <a:ln w="9525">
              <a:solidFill>
                <a:schemeClr val="tx1"/>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a:solidFill>
                    <a:schemeClr val="bg1"/>
                  </a:solidFill>
                  <a:latin typeface="+mn-lt"/>
                </a:rPr>
                <a:t>Hardware driver</a:t>
              </a:r>
            </a:p>
          </p:txBody>
        </p:sp>
      </p:grpSp>
      <p:grpSp>
        <p:nvGrpSpPr>
          <p:cNvPr id="14" name="Group 13">
            <a:extLst>
              <a:ext uri="{FF2B5EF4-FFF2-40B4-BE49-F238E27FC236}">
                <a16:creationId xmlns:a16="http://schemas.microsoft.com/office/drawing/2014/main" id="{CAFF4A1A-62E1-4270-B9D2-661CD927A071}"/>
              </a:ext>
            </a:extLst>
          </p:cNvPr>
          <p:cNvGrpSpPr/>
          <p:nvPr/>
        </p:nvGrpSpPr>
        <p:grpSpPr>
          <a:xfrm>
            <a:off x="6022199" y="2940470"/>
            <a:ext cx="1836000" cy="1200329"/>
            <a:chOff x="4550569" y="2838450"/>
            <a:chExt cx="2052000" cy="1200329"/>
          </a:xfrm>
          <a:effectLst>
            <a:outerShdw blurRad="50800" dist="76200" dir="2700000" algn="tl" rotWithShape="0">
              <a:prstClr val="black">
                <a:alpha val="40000"/>
              </a:prstClr>
            </a:outerShdw>
          </a:effectLst>
        </p:grpSpPr>
        <p:sp>
          <p:nvSpPr>
            <p:cNvPr id="15" name="TextBox 5">
              <a:extLst>
                <a:ext uri="{FF2B5EF4-FFF2-40B4-BE49-F238E27FC236}">
                  <a16:creationId xmlns:a16="http://schemas.microsoft.com/office/drawing/2014/main" id="{6FCA5F2E-98B0-439D-9226-239C16773491}"/>
                </a:ext>
              </a:extLst>
            </p:cNvPr>
            <p:cNvSpPr txBox="1">
              <a:spLocks noChangeArrowheads="1"/>
            </p:cNvSpPr>
            <p:nvPr/>
          </p:nvSpPr>
          <p:spPr bwMode="auto">
            <a:xfrm>
              <a:off x="4550569" y="2838450"/>
              <a:ext cx="2052000" cy="1200329"/>
            </a:xfrm>
            <a:prstGeom prst="roundRect">
              <a:avLst>
                <a:gd name="adj" fmla="val 8335"/>
              </a:avLst>
            </a:prstGeom>
            <a:solidFill>
              <a:srgbClr val="FFC000"/>
            </a:solidFill>
            <a:ln w="9525">
              <a:solidFill>
                <a:schemeClr val="tx1"/>
              </a:solidFill>
              <a:miter lim="800000"/>
              <a:headEnd/>
              <a:tailEnd/>
            </a:ln>
          </p:spPr>
          <p:txBody>
            <a:bodyPr wrap="none">
              <a:noAutofit/>
            </a:bodyPr>
            <a:lstStyle>
              <a:defPPr>
                <a:defRPr lang="en-US"/>
              </a:defPPr>
              <a:lvl1pPr algn="ctr">
                <a:defRPr>
                  <a:solidFill>
                    <a:schemeClr val="bg1"/>
                  </a:solidFill>
                  <a:ea typeface="ＭＳ Ｐゴシック" charset="0"/>
                  <a:cs typeface="ＭＳ Ｐゴシック" charset="0"/>
                </a:defRPr>
              </a:lvl1pPr>
              <a:lvl2pPr marL="37931725" indent="-37474525" eaLnBrk="0" hangingPunct="0">
                <a:defRPr sz="2400">
                  <a:latin typeface="Tahoma" charset="0"/>
                  <a:ea typeface="ＭＳ Ｐゴシック" charset="0"/>
                </a:defRPr>
              </a:lvl2pPr>
              <a:lvl3pPr eaLnBrk="0" hangingPunct="0">
                <a:defRPr sz="2400">
                  <a:latin typeface="Tahoma" charset="0"/>
                  <a:ea typeface="ＭＳ Ｐゴシック" charset="0"/>
                </a:defRPr>
              </a:lvl3pPr>
              <a:lvl4pPr eaLnBrk="0" hangingPunct="0">
                <a:defRPr sz="2400">
                  <a:latin typeface="Tahoma" charset="0"/>
                  <a:ea typeface="ＭＳ Ｐゴシック" charset="0"/>
                </a:defRPr>
              </a:lvl4pPr>
              <a:lvl5pPr eaLnBrk="0" hangingPunct="0">
                <a:defRPr sz="2400">
                  <a:latin typeface="Tahoma" charset="0"/>
                  <a:ea typeface="ＭＳ Ｐゴシック" charset="0"/>
                </a:defRPr>
              </a:lvl5pPr>
              <a:lvl6pPr marL="457200" eaLnBrk="0" fontAlgn="base" hangingPunct="0">
                <a:spcBef>
                  <a:spcPct val="0"/>
                </a:spcBef>
                <a:spcAft>
                  <a:spcPct val="0"/>
                </a:spcAft>
                <a:defRPr sz="2400">
                  <a:latin typeface="Tahoma" charset="0"/>
                  <a:ea typeface="ＭＳ Ｐゴシック" charset="0"/>
                </a:defRPr>
              </a:lvl6pPr>
              <a:lvl7pPr marL="914400" eaLnBrk="0" fontAlgn="base" hangingPunct="0">
                <a:spcBef>
                  <a:spcPct val="0"/>
                </a:spcBef>
                <a:spcAft>
                  <a:spcPct val="0"/>
                </a:spcAft>
                <a:defRPr sz="2400">
                  <a:latin typeface="Tahoma" charset="0"/>
                  <a:ea typeface="ＭＳ Ｐゴシック" charset="0"/>
                </a:defRPr>
              </a:lvl7pPr>
              <a:lvl8pPr marL="1371600" eaLnBrk="0" fontAlgn="base" hangingPunct="0">
                <a:spcBef>
                  <a:spcPct val="0"/>
                </a:spcBef>
                <a:spcAft>
                  <a:spcPct val="0"/>
                </a:spcAft>
                <a:defRPr sz="2400">
                  <a:latin typeface="Tahoma" charset="0"/>
                  <a:ea typeface="ＭＳ Ｐゴシック" charset="0"/>
                </a:defRPr>
              </a:lvl8pPr>
              <a:lvl9pPr marL="1828800" eaLnBrk="0" fontAlgn="base" hangingPunct="0">
                <a:spcBef>
                  <a:spcPct val="0"/>
                </a:spcBef>
                <a:spcAft>
                  <a:spcPct val="0"/>
                </a:spcAft>
                <a:defRPr sz="2400">
                  <a:latin typeface="Tahoma" charset="0"/>
                  <a:ea typeface="ＭＳ Ｐゴシック" charset="0"/>
                </a:defRPr>
              </a:lvl9pPr>
            </a:lstStyle>
            <a:p>
              <a:r>
                <a:rPr lang="en-US" dirty="0"/>
                <a:t>Virtual File System</a:t>
              </a:r>
            </a:p>
            <a:p>
              <a:endParaRPr lang="en-US" dirty="0"/>
            </a:p>
            <a:p>
              <a:endParaRPr lang="en-US" dirty="0"/>
            </a:p>
            <a:p>
              <a:endParaRPr lang="en-US" dirty="0"/>
            </a:p>
          </p:txBody>
        </p:sp>
        <p:sp>
          <p:nvSpPr>
            <p:cNvPr id="16" name="TextBox 13">
              <a:extLst>
                <a:ext uri="{FF2B5EF4-FFF2-40B4-BE49-F238E27FC236}">
                  <a16:creationId xmlns:a16="http://schemas.microsoft.com/office/drawing/2014/main" id="{D41A5555-AE82-4842-9795-7FAE61268622}"/>
                </a:ext>
              </a:extLst>
            </p:cNvPr>
            <p:cNvSpPr txBox="1">
              <a:spLocks noChangeArrowheads="1"/>
            </p:cNvSpPr>
            <p:nvPr/>
          </p:nvSpPr>
          <p:spPr bwMode="auto">
            <a:xfrm>
              <a:off x="4698208" y="3235324"/>
              <a:ext cx="1728000" cy="288000"/>
            </a:xfrm>
            <a:prstGeom prst="roundRect">
              <a:avLst/>
            </a:prstGeom>
            <a:solidFill>
              <a:srgbClr val="FFC000"/>
            </a:solidFill>
            <a:ln w="9525">
              <a:solidFill>
                <a:schemeClr val="tx1"/>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Logical File System</a:t>
              </a:r>
            </a:p>
          </p:txBody>
        </p:sp>
        <p:sp>
          <p:nvSpPr>
            <p:cNvPr id="17" name="TextBox 14">
              <a:extLst>
                <a:ext uri="{FF2B5EF4-FFF2-40B4-BE49-F238E27FC236}">
                  <a16:creationId xmlns:a16="http://schemas.microsoft.com/office/drawing/2014/main" id="{A0775F61-5D06-478B-88D2-D08E73A2E2A3}"/>
                </a:ext>
              </a:extLst>
            </p:cNvPr>
            <p:cNvSpPr txBox="1">
              <a:spLocks noChangeArrowheads="1"/>
            </p:cNvSpPr>
            <p:nvPr/>
          </p:nvSpPr>
          <p:spPr bwMode="auto">
            <a:xfrm>
              <a:off x="4702970" y="3602037"/>
              <a:ext cx="1728788" cy="288000"/>
            </a:xfrm>
            <a:prstGeom prst="roundRect">
              <a:avLst/>
            </a:prstGeom>
            <a:solidFill>
              <a:srgbClr val="C00000"/>
            </a:solidFill>
            <a:ln w="9525">
              <a:solidFill>
                <a:schemeClr val="tx1"/>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a:solidFill>
                    <a:schemeClr val="bg1"/>
                  </a:solidFill>
                  <a:latin typeface="+mn-lt"/>
                </a:rPr>
                <a:t>Hardware Drivers</a:t>
              </a:r>
            </a:p>
          </p:txBody>
        </p:sp>
      </p:grpSp>
      <p:grpSp>
        <p:nvGrpSpPr>
          <p:cNvPr id="18" name="Group 17">
            <a:extLst>
              <a:ext uri="{FF2B5EF4-FFF2-40B4-BE49-F238E27FC236}">
                <a16:creationId xmlns:a16="http://schemas.microsoft.com/office/drawing/2014/main" id="{6E2EB3BD-38BC-4462-9182-13B3A7F652E1}"/>
              </a:ext>
            </a:extLst>
          </p:cNvPr>
          <p:cNvGrpSpPr/>
          <p:nvPr/>
        </p:nvGrpSpPr>
        <p:grpSpPr>
          <a:xfrm>
            <a:off x="8167138" y="2940470"/>
            <a:ext cx="1836000" cy="1200329"/>
            <a:chOff x="7140939" y="1486096"/>
            <a:chExt cx="1836000" cy="1200329"/>
          </a:xfrm>
          <a:effectLst>
            <a:outerShdw blurRad="50800" dist="76200" dir="2700000" algn="tl" rotWithShape="0">
              <a:prstClr val="black">
                <a:alpha val="40000"/>
              </a:prstClr>
            </a:outerShdw>
          </a:effectLst>
        </p:grpSpPr>
        <p:sp>
          <p:nvSpPr>
            <p:cNvPr id="19" name="TextBox 4">
              <a:extLst>
                <a:ext uri="{FF2B5EF4-FFF2-40B4-BE49-F238E27FC236}">
                  <a16:creationId xmlns:a16="http://schemas.microsoft.com/office/drawing/2014/main" id="{24374121-3A1F-45D3-9137-BC3B1A7184B8}"/>
                </a:ext>
              </a:extLst>
            </p:cNvPr>
            <p:cNvSpPr txBox="1">
              <a:spLocks noChangeArrowheads="1"/>
            </p:cNvSpPr>
            <p:nvPr/>
          </p:nvSpPr>
          <p:spPr bwMode="auto">
            <a:xfrm>
              <a:off x="7140939" y="1486096"/>
              <a:ext cx="1836000" cy="1200329"/>
            </a:xfrm>
            <a:prstGeom prst="roundRect">
              <a:avLst>
                <a:gd name="adj" fmla="val 7145"/>
              </a:avLst>
            </a:prstGeom>
            <a:solidFill>
              <a:srgbClr val="FFC000"/>
            </a:solidFill>
            <a:ln w="9525">
              <a:solidFill>
                <a:schemeClr val="tx1"/>
              </a:solidFill>
              <a:miter lim="800000"/>
              <a:headEnd/>
              <a:tailEnd/>
            </a:ln>
          </p:spPr>
          <p:txBody>
            <a:bodyPr wrap="none">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Process Scheduler</a:t>
              </a:r>
            </a:p>
          </p:txBody>
        </p:sp>
        <p:sp>
          <p:nvSpPr>
            <p:cNvPr id="20" name="TextBox 9">
              <a:extLst>
                <a:ext uri="{FF2B5EF4-FFF2-40B4-BE49-F238E27FC236}">
                  <a16:creationId xmlns:a16="http://schemas.microsoft.com/office/drawing/2014/main" id="{5359D821-5D4D-4D36-9888-F267D9ADC2D6}"/>
                </a:ext>
              </a:extLst>
            </p:cNvPr>
            <p:cNvSpPr txBox="1">
              <a:spLocks noChangeArrowheads="1"/>
            </p:cNvSpPr>
            <p:nvPr/>
          </p:nvSpPr>
          <p:spPr bwMode="auto">
            <a:xfrm>
              <a:off x="7279480" y="1843274"/>
              <a:ext cx="1548000" cy="288000"/>
            </a:xfrm>
            <a:prstGeom prst="roundRect">
              <a:avLst/>
            </a:prstGeom>
            <a:solidFill>
              <a:srgbClr val="FFC000"/>
            </a:solidFill>
            <a:ln w="9525">
              <a:solidFill>
                <a:schemeClr val="tx1"/>
              </a:solidFill>
              <a:miter lim="800000"/>
              <a:headEnd/>
              <a:tailEnd/>
            </a:ln>
          </p:spPr>
          <p:txBody>
            <a:bodyPr wrap="none"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independent</a:t>
              </a:r>
            </a:p>
          </p:txBody>
        </p:sp>
        <p:sp>
          <p:nvSpPr>
            <p:cNvPr id="21" name="TextBox 10">
              <a:extLst>
                <a:ext uri="{FF2B5EF4-FFF2-40B4-BE49-F238E27FC236}">
                  <a16:creationId xmlns:a16="http://schemas.microsoft.com/office/drawing/2014/main" id="{3C8D5C0E-EF02-4412-9A29-9A804692FFE0}"/>
                </a:ext>
              </a:extLst>
            </p:cNvPr>
            <p:cNvSpPr txBox="1">
              <a:spLocks noChangeArrowheads="1"/>
            </p:cNvSpPr>
            <p:nvPr/>
          </p:nvSpPr>
          <p:spPr bwMode="auto">
            <a:xfrm>
              <a:off x="7298530" y="2290957"/>
              <a:ext cx="1548000" cy="288000"/>
            </a:xfrm>
            <a:prstGeom prst="roundRect">
              <a:avLst/>
            </a:prstGeom>
            <a:solidFill>
              <a:srgbClr val="C00000"/>
            </a:solidFill>
            <a:ln w="9525">
              <a:solidFill>
                <a:schemeClr val="tx1"/>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dependent</a:t>
              </a:r>
            </a:p>
          </p:txBody>
        </p:sp>
      </p:grpSp>
      <p:cxnSp>
        <p:nvCxnSpPr>
          <p:cNvPr id="22" name="Straight Arrow Connector 21">
            <a:extLst>
              <a:ext uri="{FF2B5EF4-FFF2-40B4-BE49-F238E27FC236}">
                <a16:creationId xmlns:a16="http://schemas.microsoft.com/office/drawing/2014/main" id="{222BED7C-BE6A-48DC-AE25-228CDD84CE30}"/>
              </a:ext>
            </a:extLst>
          </p:cNvPr>
          <p:cNvCxnSpPr>
            <a:stCxn id="7" idx="2"/>
            <a:endCxn id="19" idx="0"/>
          </p:cNvCxnSpPr>
          <p:nvPr/>
        </p:nvCxnSpPr>
        <p:spPr>
          <a:xfrm>
            <a:off x="9085138" y="2600702"/>
            <a:ext cx="0" cy="339768"/>
          </a:xfrm>
          <a:prstGeom prst="straightConnector1">
            <a:avLst/>
          </a:prstGeom>
          <a:ln w="22225">
            <a:solidFill>
              <a:schemeClr val="tx1"/>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5602BBE7-9A44-4198-BD36-71339A0C296B}"/>
              </a:ext>
            </a:extLst>
          </p:cNvPr>
          <p:cNvCxnSpPr>
            <a:stCxn id="19" idx="2"/>
            <a:endCxn id="11" idx="0"/>
          </p:cNvCxnSpPr>
          <p:nvPr/>
        </p:nvCxnSpPr>
        <p:spPr>
          <a:xfrm>
            <a:off x="9085138" y="4140799"/>
            <a:ext cx="0" cy="340905"/>
          </a:xfrm>
          <a:prstGeom prst="straightConnector1">
            <a:avLst/>
          </a:prstGeom>
          <a:ln w="22225">
            <a:solidFill>
              <a:schemeClr val="tx1"/>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D99316F8-E664-4033-A886-4F60112D0A59}"/>
              </a:ext>
            </a:extLst>
          </p:cNvPr>
          <p:cNvCxnSpPr>
            <a:stCxn id="19" idx="1"/>
          </p:cNvCxnSpPr>
          <p:nvPr/>
        </p:nvCxnSpPr>
        <p:spPr>
          <a:xfrm flipH="1" flipV="1">
            <a:off x="7858199" y="3540634"/>
            <a:ext cx="308939" cy="1"/>
          </a:xfrm>
          <a:prstGeom prst="straightConnector1">
            <a:avLst/>
          </a:prstGeom>
          <a:ln w="22225">
            <a:solidFill>
              <a:schemeClr val="tx1"/>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F46F746C-BDB4-45BA-9C5B-1F4515A9B511}"/>
              </a:ext>
            </a:extLst>
          </p:cNvPr>
          <p:cNvCxnSpPr>
            <a:stCxn id="19" idx="3"/>
            <a:endCxn id="5" idx="1"/>
          </p:cNvCxnSpPr>
          <p:nvPr/>
        </p:nvCxnSpPr>
        <p:spPr>
          <a:xfrm>
            <a:off x="10003138" y="3540635"/>
            <a:ext cx="316860" cy="0"/>
          </a:xfrm>
          <a:prstGeom prst="straightConnector1">
            <a:avLst/>
          </a:prstGeom>
          <a:ln w="22225">
            <a:solidFill>
              <a:schemeClr val="tx1"/>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6" name="Elbow Connector 94">
            <a:extLst>
              <a:ext uri="{FF2B5EF4-FFF2-40B4-BE49-F238E27FC236}">
                <a16:creationId xmlns:a16="http://schemas.microsoft.com/office/drawing/2014/main" id="{B22D21C7-CD6C-42DC-969C-999D6C23FC3A}"/>
              </a:ext>
            </a:extLst>
          </p:cNvPr>
          <p:cNvCxnSpPr>
            <a:stCxn id="5" idx="0"/>
            <a:endCxn id="7" idx="3"/>
          </p:cNvCxnSpPr>
          <p:nvPr/>
        </p:nvCxnSpPr>
        <p:spPr>
          <a:xfrm rot="16200000" flipV="1">
            <a:off x="9961277" y="2042400"/>
            <a:ext cx="1216931" cy="1133207"/>
          </a:xfrm>
          <a:prstGeom prst="bentConnector2">
            <a:avLst/>
          </a:prstGeom>
          <a:ln w="22225">
            <a:solidFill>
              <a:schemeClr val="tx1"/>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7" name="Elbow Connector 96">
            <a:extLst>
              <a:ext uri="{FF2B5EF4-FFF2-40B4-BE49-F238E27FC236}">
                <a16:creationId xmlns:a16="http://schemas.microsoft.com/office/drawing/2014/main" id="{34336BAE-49FE-4A6B-827E-7D872A8801FF}"/>
              </a:ext>
            </a:extLst>
          </p:cNvPr>
          <p:cNvCxnSpPr>
            <a:stCxn id="7" idx="1"/>
            <a:endCxn id="15" idx="0"/>
          </p:cNvCxnSpPr>
          <p:nvPr/>
        </p:nvCxnSpPr>
        <p:spPr>
          <a:xfrm rot="10800000" flipV="1">
            <a:off x="6940200" y="2000538"/>
            <a:ext cx="1226939" cy="939932"/>
          </a:xfrm>
          <a:prstGeom prst="bentConnector2">
            <a:avLst/>
          </a:prstGeom>
          <a:ln w="22225">
            <a:solidFill>
              <a:schemeClr val="tx1"/>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8" name="Elbow Connector 98">
            <a:extLst>
              <a:ext uri="{FF2B5EF4-FFF2-40B4-BE49-F238E27FC236}">
                <a16:creationId xmlns:a16="http://schemas.microsoft.com/office/drawing/2014/main" id="{A1DFEC15-1091-4C4F-9FED-7A5919BA98B7}"/>
              </a:ext>
            </a:extLst>
          </p:cNvPr>
          <p:cNvCxnSpPr>
            <a:stCxn id="11" idx="1"/>
            <a:endCxn id="15" idx="2"/>
          </p:cNvCxnSpPr>
          <p:nvPr/>
        </p:nvCxnSpPr>
        <p:spPr>
          <a:xfrm rot="10800000">
            <a:off x="6940200" y="4140799"/>
            <a:ext cx="1226939" cy="940980"/>
          </a:xfrm>
          <a:prstGeom prst="bentConnector2">
            <a:avLst/>
          </a:prstGeom>
          <a:ln w="22225">
            <a:solidFill>
              <a:schemeClr val="tx1"/>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565046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Process Scheduler</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6" y="1639888"/>
            <a:ext cx="5406538" cy="4086225"/>
          </a:xfrm>
        </p:spPr>
        <p:txBody>
          <a:bodyPr wrap="square" numCol="1" anchor="t" anchorCtr="0" compatLnSpc="1">
            <a:prstTxWarp prst="textNoShape">
              <a:avLst/>
            </a:prstTxWarp>
          </a:bodyPr>
          <a:lstStyle/>
          <a:p>
            <a:r>
              <a:rPr lang="en-US" dirty="0"/>
              <a:t>Main functions:</a:t>
            </a:r>
            <a:endParaRPr lang="en-US" altLang="en-US" dirty="0">
              <a:ea typeface="ＭＳ Ｐゴシック" panose="020B0600070205080204" pitchFamily="34" charset="-128"/>
            </a:endParaRPr>
          </a:p>
          <a:p>
            <a:pPr lvl="1"/>
            <a:r>
              <a:rPr lang="en-US" dirty="0"/>
              <a:t>Allows processes to create new copies of themselves</a:t>
            </a:r>
          </a:p>
          <a:p>
            <a:pPr lvl="1"/>
            <a:r>
              <a:rPr lang="en-US" dirty="0"/>
              <a:t>Implements CPU scheduling policy and context switch</a:t>
            </a:r>
          </a:p>
          <a:p>
            <a:pPr lvl="1"/>
            <a:r>
              <a:rPr lang="en-US" dirty="0"/>
              <a:t>Receives, interrupts, and routes them to the appropriate Kernel subsystem</a:t>
            </a:r>
          </a:p>
          <a:p>
            <a:pPr lvl="1"/>
            <a:r>
              <a:rPr lang="en-US" dirty="0"/>
              <a:t>Sends signals to user processes</a:t>
            </a:r>
          </a:p>
          <a:p>
            <a:pPr lvl="1"/>
            <a:r>
              <a:rPr lang="en-US" dirty="0"/>
              <a:t>Manages the hardware timer</a:t>
            </a:r>
          </a:p>
          <a:p>
            <a:pPr lvl="1"/>
            <a:r>
              <a:rPr lang="en-US" dirty="0"/>
              <a:t>Cleans up process resources when a processes finishes executing</a:t>
            </a:r>
          </a:p>
          <a:p>
            <a:pPr lvl="1"/>
            <a:r>
              <a:rPr lang="en-US" dirty="0"/>
              <a:t>Provides support for loadable Kernel modules</a:t>
            </a:r>
            <a:endParaRPr lang="en-US" altLang="en-US" dirty="0">
              <a:ea typeface="ＭＳ Ｐゴシック" panose="020B0600070205080204" pitchFamily="34" charset="-128"/>
            </a:endParaRPr>
          </a:p>
        </p:txBody>
      </p:sp>
      <p:sp>
        <p:nvSpPr>
          <p:cNvPr id="5" name="TextBox 7">
            <a:extLst>
              <a:ext uri="{FF2B5EF4-FFF2-40B4-BE49-F238E27FC236}">
                <a16:creationId xmlns:a16="http://schemas.microsoft.com/office/drawing/2014/main" id="{F2C563F7-C375-438A-B41E-771D75BB2EEC}"/>
              </a:ext>
            </a:extLst>
          </p:cNvPr>
          <p:cNvSpPr txBox="1">
            <a:spLocks noChangeArrowheads="1"/>
          </p:cNvSpPr>
          <p:nvPr/>
        </p:nvSpPr>
        <p:spPr bwMode="auto">
          <a:xfrm>
            <a:off x="10319998" y="3217469"/>
            <a:ext cx="1632694" cy="646331"/>
          </a:xfrm>
          <a:prstGeom prst="roundRect">
            <a:avLst>
              <a:gd name="adj" fmla="val 10035"/>
            </a:avLst>
          </a:prstGeom>
          <a:solidFill>
            <a:schemeClr val="bg1">
              <a:lumMod val="95000"/>
            </a:schemeClr>
          </a:solidFill>
          <a:ln w="9525">
            <a:solidFill>
              <a:schemeClr val="bg1">
                <a:lumMod val="95000"/>
              </a:schemeClr>
            </a:solidFill>
            <a:miter lim="800000"/>
            <a:headEnd/>
            <a:tailEnd/>
          </a:ln>
          <a:effectLst>
            <a:outerShdw blurRad="50800" dist="76200" dir="2700000" algn="tl" rotWithShape="0">
              <a:prstClr val="black">
                <a:alpha val="40000"/>
              </a:prstClr>
            </a:outerShdw>
          </a:effectLst>
        </p:spPr>
        <p:txBody>
          <a:bodyPr wrap="none">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Inter-Process</a:t>
            </a:r>
          </a:p>
          <a:p>
            <a:pPr algn="ctr" eaLnBrk="1" hangingPunct="1"/>
            <a:r>
              <a:rPr lang="en-US" sz="1800" dirty="0">
                <a:solidFill>
                  <a:schemeClr val="bg1"/>
                </a:solidFill>
                <a:latin typeface="+mn-lt"/>
              </a:rPr>
              <a:t>Communication</a:t>
            </a:r>
          </a:p>
        </p:txBody>
      </p:sp>
      <p:grpSp>
        <p:nvGrpSpPr>
          <p:cNvPr id="6" name="Group 5">
            <a:extLst>
              <a:ext uri="{FF2B5EF4-FFF2-40B4-BE49-F238E27FC236}">
                <a16:creationId xmlns:a16="http://schemas.microsoft.com/office/drawing/2014/main" id="{B94971ED-2EFD-4AF1-9F53-AAF07309CC54}"/>
              </a:ext>
            </a:extLst>
          </p:cNvPr>
          <p:cNvGrpSpPr/>
          <p:nvPr/>
        </p:nvGrpSpPr>
        <p:grpSpPr>
          <a:xfrm>
            <a:off x="8167138" y="1400373"/>
            <a:ext cx="1836000" cy="1200329"/>
            <a:chOff x="7140939" y="1486096"/>
            <a:chExt cx="1836000" cy="1200329"/>
          </a:xfrm>
          <a:solidFill>
            <a:schemeClr val="bg1">
              <a:lumMod val="95000"/>
            </a:schemeClr>
          </a:solidFill>
          <a:effectLst>
            <a:outerShdw blurRad="50800" dist="76200" dir="2700000" algn="tl" rotWithShape="0">
              <a:prstClr val="black">
                <a:alpha val="40000"/>
              </a:prstClr>
            </a:outerShdw>
          </a:effectLst>
        </p:grpSpPr>
        <p:sp>
          <p:nvSpPr>
            <p:cNvPr id="7" name="TextBox 4">
              <a:extLst>
                <a:ext uri="{FF2B5EF4-FFF2-40B4-BE49-F238E27FC236}">
                  <a16:creationId xmlns:a16="http://schemas.microsoft.com/office/drawing/2014/main" id="{A5A35D11-7E84-4ED7-982E-FE5DF8190FEF}"/>
                </a:ext>
              </a:extLst>
            </p:cNvPr>
            <p:cNvSpPr txBox="1">
              <a:spLocks noChangeArrowheads="1"/>
            </p:cNvSpPr>
            <p:nvPr/>
          </p:nvSpPr>
          <p:spPr bwMode="auto">
            <a:xfrm>
              <a:off x="7140939" y="1486096"/>
              <a:ext cx="1836000" cy="1200329"/>
            </a:xfrm>
            <a:prstGeom prst="roundRect">
              <a:avLst>
                <a:gd name="adj" fmla="val 7145"/>
              </a:avLst>
            </a:prstGeom>
            <a:grpFill/>
            <a:ln w="0">
              <a:solidFill>
                <a:schemeClr val="bg1">
                  <a:lumMod val="95000"/>
                </a:schemeClr>
              </a:solidFill>
              <a:miter lim="800000"/>
              <a:headEnd/>
              <a:tailEnd/>
            </a:ln>
          </p:spPr>
          <p:txBody>
            <a:bodyPr wrap="none">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Memory Manager</a:t>
              </a: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p:txBody>
        </p:sp>
        <p:sp>
          <p:nvSpPr>
            <p:cNvPr id="8" name="TextBox 9">
              <a:extLst>
                <a:ext uri="{FF2B5EF4-FFF2-40B4-BE49-F238E27FC236}">
                  <a16:creationId xmlns:a16="http://schemas.microsoft.com/office/drawing/2014/main" id="{5B18A8F9-90E1-400E-A45F-A4F671928C99}"/>
                </a:ext>
              </a:extLst>
            </p:cNvPr>
            <p:cNvSpPr txBox="1">
              <a:spLocks noChangeArrowheads="1"/>
            </p:cNvSpPr>
            <p:nvPr/>
          </p:nvSpPr>
          <p:spPr bwMode="auto">
            <a:xfrm>
              <a:off x="7279480" y="1843274"/>
              <a:ext cx="1548000" cy="288000"/>
            </a:xfrm>
            <a:prstGeom prst="roundRect">
              <a:avLst/>
            </a:prstGeom>
            <a:grpFill/>
            <a:ln w="0">
              <a:solidFill>
                <a:schemeClr val="bg1">
                  <a:lumMod val="95000"/>
                </a:schemeClr>
              </a:solidFill>
              <a:miter lim="800000"/>
              <a:headEnd/>
              <a:tailEnd/>
            </a:ln>
          </p:spPr>
          <p:txBody>
            <a:bodyPr wrap="none"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independent</a:t>
              </a:r>
            </a:p>
          </p:txBody>
        </p:sp>
        <p:sp>
          <p:nvSpPr>
            <p:cNvPr id="9" name="TextBox 10">
              <a:extLst>
                <a:ext uri="{FF2B5EF4-FFF2-40B4-BE49-F238E27FC236}">
                  <a16:creationId xmlns:a16="http://schemas.microsoft.com/office/drawing/2014/main" id="{0DFBAC25-804A-4177-AAF2-2B7F64D232A9}"/>
                </a:ext>
              </a:extLst>
            </p:cNvPr>
            <p:cNvSpPr txBox="1">
              <a:spLocks noChangeArrowheads="1"/>
            </p:cNvSpPr>
            <p:nvPr/>
          </p:nvSpPr>
          <p:spPr bwMode="auto">
            <a:xfrm>
              <a:off x="7298530" y="2290957"/>
              <a:ext cx="1548000" cy="288000"/>
            </a:xfrm>
            <a:prstGeom prst="roundRect">
              <a:avLst/>
            </a:prstGeom>
            <a:grpFill/>
            <a:ln w="0">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dependent</a:t>
              </a:r>
            </a:p>
          </p:txBody>
        </p:sp>
      </p:grpSp>
      <p:grpSp>
        <p:nvGrpSpPr>
          <p:cNvPr id="10" name="Group 9">
            <a:extLst>
              <a:ext uri="{FF2B5EF4-FFF2-40B4-BE49-F238E27FC236}">
                <a16:creationId xmlns:a16="http://schemas.microsoft.com/office/drawing/2014/main" id="{A13007A6-C81C-4E71-9723-5441933CDBCC}"/>
              </a:ext>
            </a:extLst>
          </p:cNvPr>
          <p:cNvGrpSpPr/>
          <p:nvPr/>
        </p:nvGrpSpPr>
        <p:grpSpPr>
          <a:xfrm>
            <a:off x="8167138" y="4481704"/>
            <a:ext cx="1836000" cy="1200150"/>
            <a:chOff x="7169945" y="4338819"/>
            <a:chExt cx="2052637" cy="1200150"/>
          </a:xfrm>
          <a:solidFill>
            <a:schemeClr val="bg1">
              <a:lumMod val="95000"/>
            </a:schemeClr>
          </a:solidFill>
          <a:effectLst>
            <a:outerShdw blurRad="50800" dist="76200" dir="2700000" algn="tl" rotWithShape="0">
              <a:prstClr val="black">
                <a:alpha val="40000"/>
              </a:prstClr>
            </a:outerShdw>
          </a:effectLst>
        </p:grpSpPr>
        <p:sp>
          <p:nvSpPr>
            <p:cNvPr id="11" name="TextBox 8">
              <a:extLst>
                <a:ext uri="{FF2B5EF4-FFF2-40B4-BE49-F238E27FC236}">
                  <a16:creationId xmlns:a16="http://schemas.microsoft.com/office/drawing/2014/main" id="{B3DA5C14-44B6-4563-957A-5EEA1DD1AAC2}"/>
                </a:ext>
              </a:extLst>
            </p:cNvPr>
            <p:cNvSpPr txBox="1">
              <a:spLocks noChangeArrowheads="1"/>
            </p:cNvSpPr>
            <p:nvPr/>
          </p:nvSpPr>
          <p:spPr bwMode="auto">
            <a:xfrm>
              <a:off x="7169945" y="4338819"/>
              <a:ext cx="2052637" cy="1200150"/>
            </a:xfrm>
            <a:prstGeom prst="roundRect">
              <a:avLst>
                <a:gd name="adj" fmla="val 8334"/>
              </a:avLst>
            </a:prstGeom>
            <a:grpFill/>
            <a:ln w="9525">
              <a:solidFill>
                <a:schemeClr val="bg1">
                  <a:lumMod val="95000"/>
                </a:schemeClr>
              </a:solidFill>
              <a:miter lim="800000"/>
              <a:headEnd/>
              <a:tailEnd/>
            </a:ln>
          </p:spPr>
          <p:txBody>
            <a:bodyP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Network</a:t>
              </a: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p:txBody>
        </p:sp>
        <p:sp>
          <p:nvSpPr>
            <p:cNvPr id="12" name="TextBox 11">
              <a:extLst>
                <a:ext uri="{FF2B5EF4-FFF2-40B4-BE49-F238E27FC236}">
                  <a16:creationId xmlns:a16="http://schemas.microsoft.com/office/drawing/2014/main" id="{6E77541D-7A1A-4C05-A740-384E3112F3AF}"/>
                </a:ext>
              </a:extLst>
            </p:cNvPr>
            <p:cNvSpPr txBox="1">
              <a:spLocks noChangeArrowheads="1"/>
            </p:cNvSpPr>
            <p:nvPr/>
          </p:nvSpPr>
          <p:spPr bwMode="auto">
            <a:xfrm>
              <a:off x="7355682" y="4757918"/>
              <a:ext cx="1728788" cy="288000"/>
            </a:xfrm>
            <a:prstGeom prst="roundRect">
              <a:avLst/>
            </a:prstGeom>
            <a:grpFill/>
            <a:ln w="9525">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Network Protocols</a:t>
              </a:r>
            </a:p>
          </p:txBody>
        </p:sp>
        <p:sp>
          <p:nvSpPr>
            <p:cNvPr id="13" name="TextBox 12">
              <a:extLst>
                <a:ext uri="{FF2B5EF4-FFF2-40B4-BE49-F238E27FC236}">
                  <a16:creationId xmlns:a16="http://schemas.microsoft.com/office/drawing/2014/main" id="{16B8D419-4E0A-4170-AECC-BE998CE8A97A}"/>
                </a:ext>
              </a:extLst>
            </p:cNvPr>
            <p:cNvSpPr txBox="1">
              <a:spLocks noChangeArrowheads="1"/>
            </p:cNvSpPr>
            <p:nvPr/>
          </p:nvSpPr>
          <p:spPr bwMode="auto">
            <a:xfrm>
              <a:off x="7360445" y="5124631"/>
              <a:ext cx="1728787" cy="288000"/>
            </a:xfrm>
            <a:prstGeom prst="roundRect">
              <a:avLst/>
            </a:prstGeom>
            <a:grpFill/>
            <a:ln w="9525">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Driver</a:t>
              </a:r>
            </a:p>
          </p:txBody>
        </p:sp>
      </p:grpSp>
      <p:grpSp>
        <p:nvGrpSpPr>
          <p:cNvPr id="14" name="Group 13">
            <a:extLst>
              <a:ext uri="{FF2B5EF4-FFF2-40B4-BE49-F238E27FC236}">
                <a16:creationId xmlns:a16="http://schemas.microsoft.com/office/drawing/2014/main" id="{350D4724-2F23-4771-A994-F9B102237DE0}"/>
              </a:ext>
            </a:extLst>
          </p:cNvPr>
          <p:cNvGrpSpPr/>
          <p:nvPr/>
        </p:nvGrpSpPr>
        <p:grpSpPr>
          <a:xfrm>
            <a:off x="6022199" y="2940470"/>
            <a:ext cx="1836000" cy="1200329"/>
            <a:chOff x="4550569" y="2838450"/>
            <a:chExt cx="2052000" cy="1200329"/>
          </a:xfrm>
          <a:solidFill>
            <a:schemeClr val="bg1">
              <a:lumMod val="95000"/>
            </a:schemeClr>
          </a:solidFill>
          <a:effectLst>
            <a:outerShdw blurRad="50800" dist="76200" dir="2700000" algn="tl" rotWithShape="0">
              <a:prstClr val="black">
                <a:alpha val="40000"/>
              </a:prstClr>
            </a:outerShdw>
          </a:effectLst>
        </p:grpSpPr>
        <p:sp>
          <p:nvSpPr>
            <p:cNvPr id="15" name="TextBox 5">
              <a:extLst>
                <a:ext uri="{FF2B5EF4-FFF2-40B4-BE49-F238E27FC236}">
                  <a16:creationId xmlns:a16="http://schemas.microsoft.com/office/drawing/2014/main" id="{FF7EAC7D-85ED-4BC6-817A-F33CDA62A619}"/>
                </a:ext>
              </a:extLst>
            </p:cNvPr>
            <p:cNvSpPr txBox="1">
              <a:spLocks noChangeArrowheads="1"/>
            </p:cNvSpPr>
            <p:nvPr/>
          </p:nvSpPr>
          <p:spPr bwMode="auto">
            <a:xfrm>
              <a:off x="4550569" y="2838450"/>
              <a:ext cx="2052000" cy="1200329"/>
            </a:xfrm>
            <a:prstGeom prst="roundRect">
              <a:avLst>
                <a:gd name="adj" fmla="val 8335"/>
              </a:avLst>
            </a:prstGeom>
            <a:grpFill/>
            <a:ln w="9525">
              <a:solidFill>
                <a:schemeClr val="bg1">
                  <a:lumMod val="95000"/>
                </a:schemeClr>
              </a:solidFill>
              <a:miter lim="800000"/>
              <a:headEnd/>
              <a:tailEnd/>
            </a:ln>
          </p:spPr>
          <p:txBody>
            <a:bodyPr wrap="none">
              <a:noAutofit/>
            </a:bodyPr>
            <a:lstStyle>
              <a:defPPr>
                <a:defRPr lang="en-US"/>
              </a:defPPr>
              <a:lvl1pPr algn="ctr">
                <a:defRPr>
                  <a:solidFill>
                    <a:schemeClr val="bg1"/>
                  </a:solidFill>
                  <a:ea typeface="ＭＳ Ｐゴシック" charset="0"/>
                  <a:cs typeface="ＭＳ Ｐゴシック" charset="0"/>
                </a:defRPr>
              </a:lvl1pPr>
              <a:lvl2pPr marL="37931725" indent="-37474525" eaLnBrk="0" hangingPunct="0">
                <a:defRPr sz="2400">
                  <a:latin typeface="Tahoma" charset="0"/>
                  <a:ea typeface="ＭＳ Ｐゴシック" charset="0"/>
                </a:defRPr>
              </a:lvl2pPr>
              <a:lvl3pPr eaLnBrk="0" hangingPunct="0">
                <a:defRPr sz="2400">
                  <a:latin typeface="Tahoma" charset="0"/>
                  <a:ea typeface="ＭＳ Ｐゴシック" charset="0"/>
                </a:defRPr>
              </a:lvl3pPr>
              <a:lvl4pPr eaLnBrk="0" hangingPunct="0">
                <a:defRPr sz="2400">
                  <a:latin typeface="Tahoma" charset="0"/>
                  <a:ea typeface="ＭＳ Ｐゴシック" charset="0"/>
                </a:defRPr>
              </a:lvl4pPr>
              <a:lvl5pPr eaLnBrk="0" hangingPunct="0">
                <a:defRPr sz="2400">
                  <a:latin typeface="Tahoma" charset="0"/>
                  <a:ea typeface="ＭＳ Ｐゴシック" charset="0"/>
                </a:defRPr>
              </a:lvl5pPr>
              <a:lvl6pPr marL="457200" eaLnBrk="0" fontAlgn="base" hangingPunct="0">
                <a:spcBef>
                  <a:spcPct val="0"/>
                </a:spcBef>
                <a:spcAft>
                  <a:spcPct val="0"/>
                </a:spcAft>
                <a:defRPr sz="2400">
                  <a:latin typeface="Tahoma" charset="0"/>
                  <a:ea typeface="ＭＳ Ｐゴシック" charset="0"/>
                </a:defRPr>
              </a:lvl6pPr>
              <a:lvl7pPr marL="914400" eaLnBrk="0" fontAlgn="base" hangingPunct="0">
                <a:spcBef>
                  <a:spcPct val="0"/>
                </a:spcBef>
                <a:spcAft>
                  <a:spcPct val="0"/>
                </a:spcAft>
                <a:defRPr sz="2400">
                  <a:latin typeface="Tahoma" charset="0"/>
                  <a:ea typeface="ＭＳ Ｐゴシック" charset="0"/>
                </a:defRPr>
              </a:lvl7pPr>
              <a:lvl8pPr marL="1371600" eaLnBrk="0" fontAlgn="base" hangingPunct="0">
                <a:spcBef>
                  <a:spcPct val="0"/>
                </a:spcBef>
                <a:spcAft>
                  <a:spcPct val="0"/>
                </a:spcAft>
                <a:defRPr sz="2400">
                  <a:latin typeface="Tahoma" charset="0"/>
                  <a:ea typeface="ＭＳ Ｐゴシック" charset="0"/>
                </a:defRPr>
              </a:lvl8pPr>
              <a:lvl9pPr marL="1828800" eaLnBrk="0" fontAlgn="base" hangingPunct="0">
                <a:spcBef>
                  <a:spcPct val="0"/>
                </a:spcBef>
                <a:spcAft>
                  <a:spcPct val="0"/>
                </a:spcAft>
                <a:defRPr sz="2400">
                  <a:latin typeface="Tahoma" charset="0"/>
                  <a:ea typeface="ＭＳ Ｐゴシック" charset="0"/>
                </a:defRPr>
              </a:lvl9pPr>
            </a:lstStyle>
            <a:p>
              <a:r>
                <a:rPr lang="en-US" dirty="0"/>
                <a:t>Virtual File System</a:t>
              </a:r>
            </a:p>
            <a:p>
              <a:endParaRPr lang="en-US" dirty="0"/>
            </a:p>
            <a:p>
              <a:endParaRPr lang="en-US" dirty="0"/>
            </a:p>
            <a:p>
              <a:endParaRPr lang="en-US" dirty="0"/>
            </a:p>
          </p:txBody>
        </p:sp>
        <p:sp>
          <p:nvSpPr>
            <p:cNvPr id="16" name="TextBox 13">
              <a:extLst>
                <a:ext uri="{FF2B5EF4-FFF2-40B4-BE49-F238E27FC236}">
                  <a16:creationId xmlns:a16="http://schemas.microsoft.com/office/drawing/2014/main" id="{4E7297CD-0EE8-483B-9706-D7881DD6B976}"/>
                </a:ext>
              </a:extLst>
            </p:cNvPr>
            <p:cNvSpPr txBox="1">
              <a:spLocks noChangeArrowheads="1"/>
            </p:cNvSpPr>
            <p:nvPr/>
          </p:nvSpPr>
          <p:spPr bwMode="auto">
            <a:xfrm>
              <a:off x="4698208" y="3235324"/>
              <a:ext cx="1728000" cy="288000"/>
            </a:xfrm>
            <a:prstGeom prst="roundRect">
              <a:avLst/>
            </a:prstGeom>
            <a:grpFill/>
            <a:ln w="9525">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Logical File System</a:t>
              </a:r>
            </a:p>
          </p:txBody>
        </p:sp>
        <p:sp>
          <p:nvSpPr>
            <p:cNvPr id="17" name="TextBox 14">
              <a:extLst>
                <a:ext uri="{FF2B5EF4-FFF2-40B4-BE49-F238E27FC236}">
                  <a16:creationId xmlns:a16="http://schemas.microsoft.com/office/drawing/2014/main" id="{9FE8E5B9-24A3-4C90-881A-83EA3AF97988}"/>
                </a:ext>
              </a:extLst>
            </p:cNvPr>
            <p:cNvSpPr txBox="1">
              <a:spLocks noChangeArrowheads="1"/>
            </p:cNvSpPr>
            <p:nvPr/>
          </p:nvSpPr>
          <p:spPr bwMode="auto">
            <a:xfrm>
              <a:off x="4702970" y="3602037"/>
              <a:ext cx="1728788" cy="288000"/>
            </a:xfrm>
            <a:prstGeom prst="roundRect">
              <a:avLst/>
            </a:prstGeom>
            <a:grpFill/>
            <a:ln w="9525">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Drivers</a:t>
              </a:r>
            </a:p>
          </p:txBody>
        </p:sp>
      </p:grpSp>
      <p:grpSp>
        <p:nvGrpSpPr>
          <p:cNvPr id="18" name="Group 17">
            <a:extLst>
              <a:ext uri="{FF2B5EF4-FFF2-40B4-BE49-F238E27FC236}">
                <a16:creationId xmlns:a16="http://schemas.microsoft.com/office/drawing/2014/main" id="{36474024-4E8E-40E5-B59F-9F81B9F3368A}"/>
              </a:ext>
            </a:extLst>
          </p:cNvPr>
          <p:cNvGrpSpPr/>
          <p:nvPr/>
        </p:nvGrpSpPr>
        <p:grpSpPr>
          <a:xfrm>
            <a:off x="8167138" y="2940470"/>
            <a:ext cx="1836000" cy="1200329"/>
            <a:chOff x="7140939" y="1486096"/>
            <a:chExt cx="1836000" cy="1200329"/>
          </a:xfrm>
          <a:effectLst>
            <a:outerShdw blurRad="50800" dist="76200" dir="2700000" algn="tl" rotWithShape="0">
              <a:prstClr val="black">
                <a:alpha val="40000"/>
              </a:prstClr>
            </a:outerShdw>
          </a:effectLst>
        </p:grpSpPr>
        <p:sp>
          <p:nvSpPr>
            <p:cNvPr id="19" name="TextBox 4">
              <a:extLst>
                <a:ext uri="{FF2B5EF4-FFF2-40B4-BE49-F238E27FC236}">
                  <a16:creationId xmlns:a16="http://schemas.microsoft.com/office/drawing/2014/main" id="{F443CA68-3C13-49FC-B4B7-9D6C47590BCF}"/>
                </a:ext>
              </a:extLst>
            </p:cNvPr>
            <p:cNvSpPr txBox="1">
              <a:spLocks noChangeArrowheads="1"/>
            </p:cNvSpPr>
            <p:nvPr/>
          </p:nvSpPr>
          <p:spPr bwMode="auto">
            <a:xfrm>
              <a:off x="7140939" y="1486096"/>
              <a:ext cx="1836000" cy="1200329"/>
            </a:xfrm>
            <a:prstGeom prst="roundRect">
              <a:avLst>
                <a:gd name="adj" fmla="val 7145"/>
              </a:avLst>
            </a:prstGeom>
            <a:solidFill>
              <a:srgbClr val="FFC000"/>
            </a:solidFill>
            <a:ln w="9525">
              <a:solidFill>
                <a:schemeClr val="tx1"/>
              </a:solidFill>
              <a:miter lim="800000"/>
              <a:headEnd/>
              <a:tailEnd/>
            </a:ln>
          </p:spPr>
          <p:txBody>
            <a:bodyPr wrap="none">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Process Scheduler</a:t>
              </a:r>
            </a:p>
          </p:txBody>
        </p:sp>
        <p:sp>
          <p:nvSpPr>
            <p:cNvPr id="20" name="TextBox 9">
              <a:extLst>
                <a:ext uri="{FF2B5EF4-FFF2-40B4-BE49-F238E27FC236}">
                  <a16:creationId xmlns:a16="http://schemas.microsoft.com/office/drawing/2014/main" id="{93A1C282-A2A7-4E30-BC9F-7C25139D1C25}"/>
                </a:ext>
              </a:extLst>
            </p:cNvPr>
            <p:cNvSpPr txBox="1">
              <a:spLocks noChangeArrowheads="1"/>
            </p:cNvSpPr>
            <p:nvPr/>
          </p:nvSpPr>
          <p:spPr bwMode="auto">
            <a:xfrm>
              <a:off x="7279480" y="1843274"/>
              <a:ext cx="1548000" cy="288000"/>
            </a:xfrm>
            <a:prstGeom prst="roundRect">
              <a:avLst/>
            </a:prstGeom>
            <a:solidFill>
              <a:srgbClr val="FFC000"/>
            </a:solidFill>
            <a:ln w="9525">
              <a:solidFill>
                <a:schemeClr val="tx1"/>
              </a:solidFill>
              <a:miter lim="800000"/>
              <a:headEnd/>
              <a:tailEnd/>
            </a:ln>
          </p:spPr>
          <p:txBody>
            <a:bodyPr wrap="none"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independent</a:t>
              </a:r>
            </a:p>
          </p:txBody>
        </p:sp>
        <p:sp>
          <p:nvSpPr>
            <p:cNvPr id="21" name="TextBox 10">
              <a:extLst>
                <a:ext uri="{FF2B5EF4-FFF2-40B4-BE49-F238E27FC236}">
                  <a16:creationId xmlns:a16="http://schemas.microsoft.com/office/drawing/2014/main" id="{E57B6425-35BB-4FDB-81DD-52D5461C4A17}"/>
                </a:ext>
              </a:extLst>
            </p:cNvPr>
            <p:cNvSpPr txBox="1">
              <a:spLocks noChangeArrowheads="1"/>
            </p:cNvSpPr>
            <p:nvPr/>
          </p:nvSpPr>
          <p:spPr bwMode="auto">
            <a:xfrm>
              <a:off x="7298530" y="2290957"/>
              <a:ext cx="1548000" cy="288000"/>
            </a:xfrm>
            <a:prstGeom prst="roundRect">
              <a:avLst/>
            </a:prstGeom>
            <a:solidFill>
              <a:srgbClr val="C00000"/>
            </a:solidFill>
            <a:ln w="9525">
              <a:solidFill>
                <a:schemeClr val="tx1"/>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dependent</a:t>
              </a:r>
            </a:p>
          </p:txBody>
        </p:sp>
      </p:grpSp>
      <p:cxnSp>
        <p:nvCxnSpPr>
          <p:cNvPr id="22" name="Straight Arrow Connector 21">
            <a:extLst>
              <a:ext uri="{FF2B5EF4-FFF2-40B4-BE49-F238E27FC236}">
                <a16:creationId xmlns:a16="http://schemas.microsoft.com/office/drawing/2014/main" id="{1B729204-9995-4044-8F63-85E463A7071B}"/>
              </a:ext>
            </a:extLst>
          </p:cNvPr>
          <p:cNvCxnSpPr>
            <a:stCxn id="7" idx="2"/>
            <a:endCxn id="19" idx="0"/>
          </p:cNvCxnSpPr>
          <p:nvPr/>
        </p:nvCxnSpPr>
        <p:spPr>
          <a:xfrm>
            <a:off x="9085138" y="2600702"/>
            <a:ext cx="0" cy="339768"/>
          </a:xfrm>
          <a:prstGeom prst="straightConnector1">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F63C864D-ABDC-4A02-ACD2-3A221F77149E}"/>
              </a:ext>
            </a:extLst>
          </p:cNvPr>
          <p:cNvCxnSpPr>
            <a:stCxn id="19" idx="2"/>
            <a:endCxn id="11" idx="0"/>
          </p:cNvCxnSpPr>
          <p:nvPr/>
        </p:nvCxnSpPr>
        <p:spPr>
          <a:xfrm>
            <a:off x="9085138" y="4140799"/>
            <a:ext cx="0" cy="340905"/>
          </a:xfrm>
          <a:prstGeom prst="straightConnector1">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003C6359-A72A-4F1F-81AC-8CF516B55688}"/>
              </a:ext>
            </a:extLst>
          </p:cNvPr>
          <p:cNvCxnSpPr>
            <a:stCxn id="19" idx="1"/>
          </p:cNvCxnSpPr>
          <p:nvPr/>
        </p:nvCxnSpPr>
        <p:spPr>
          <a:xfrm flipH="1" flipV="1">
            <a:off x="7858199" y="3540634"/>
            <a:ext cx="308939" cy="1"/>
          </a:xfrm>
          <a:prstGeom prst="straightConnector1">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8FA8ECF4-BE3D-4DCB-BC62-BBE3DA907D60}"/>
              </a:ext>
            </a:extLst>
          </p:cNvPr>
          <p:cNvCxnSpPr>
            <a:stCxn id="19" idx="3"/>
            <a:endCxn id="5" idx="1"/>
          </p:cNvCxnSpPr>
          <p:nvPr/>
        </p:nvCxnSpPr>
        <p:spPr>
          <a:xfrm>
            <a:off x="10003138" y="3540635"/>
            <a:ext cx="316860" cy="0"/>
          </a:xfrm>
          <a:prstGeom prst="straightConnector1">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6" name="Elbow Connector 94">
            <a:extLst>
              <a:ext uri="{FF2B5EF4-FFF2-40B4-BE49-F238E27FC236}">
                <a16:creationId xmlns:a16="http://schemas.microsoft.com/office/drawing/2014/main" id="{2CD262A9-94A5-4848-8AFF-61FD96BFB191}"/>
              </a:ext>
            </a:extLst>
          </p:cNvPr>
          <p:cNvCxnSpPr>
            <a:stCxn id="5" idx="0"/>
            <a:endCxn id="7" idx="3"/>
          </p:cNvCxnSpPr>
          <p:nvPr/>
        </p:nvCxnSpPr>
        <p:spPr>
          <a:xfrm rot="16200000" flipV="1">
            <a:off x="9961277" y="2042400"/>
            <a:ext cx="1216931" cy="1133207"/>
          </a:xfrm>
          <a:prstGeom prst="bentConnector2">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7" name="Elbow Connector 96">
            <a:extLst>
              <a:ext uri="{FF2B5EF4-FFF2-40B4-BE49-F238E27FC236}">
                <a16:creationId xmlns:a16="http://schemas.microsoft.com/office/drawing/2014/main" id="{67DF1F08-1532-476D-8398-E2B7D743F8EA}"/>
              </a:ext>
            </a:extLst>
          </p:cNvPr>
          <p:cNvCxnSpPr>
            <a:stCxn id="7" idx="1"/>
            <a:endCxn id="15" idx="0"/>
          </p:cNvCxnSpPr>
          <p:nvPr/>
        </p:nvCxnSpPr>
        <p:spPr>
          <a:xfrm rot="10800000" flipV="1">
            <a:off x="6940200" y="2000538"/>
            <a:ext cx="1226939" cy="939932"/>
          </a:xfrm>
          <a:prstGeom prst="bentConnector2">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8" name="Elbow Connector 98">
            <a:extLst>
              <a:ext uri="{FF2B5EF4-FFF2-40B4-BE49-F238E27FC236}">
                <a16:creationId xmlns:a16="http://schemas.microsoft.com/office/drawing/2014/main" id="{C455F7E3-AA99-4666-A8F2-13E2A1B01913}"/>
              </a:ext>
            </a:extLst>
          </p:cNvPr>
          <p:cNvCxnSpPr>
            <a:stCxn id="11" idx="1"/>
            <a:endCxn id="15" idx="2"/>
          </p:cNvCxnSpPr>
          <p:nvPr/>
        </p:nvCxnSpPr>
        <p:spPr>
          <a:xfrm rot="10800000">
            <a:off x="6940200" y="4140799"/>
            <a:ext cx="1226939" cy="940980"/>
          </a:xfrm>
          <a:prstGeom prst="bentConnector2">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190700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Process Scheduler</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6" y="1639888"/>
            <a:ext cx="6199910" cy="4086225"/>
          </a:xfrm>
        </p:spPr>
        <p:txBody>
          <a:bodyPr wrap="square" numCol="1" anchor="t" anchorCtr="0" compatLnSpc="1">
            <a:prstTxWarp prst="textNoShape">
              <a:avLst/>
            </a:prstTxWarp>
          </a:bodyPr>
          <a:lstStyle/>
          <a:p>
            <a:r>
              <a:rPr lang="en-US" dirty="0"/>
              <a:t>External interface:</a:t>
            </a:r>
            <a:endParaRPr lang="en-US" altLang="en-US" dirty="0">
              <a:ea typeface="ＭＳ Ｐゴシック" panose="020B0600070205080204" pitchFamily="34" charset="-128"/>
            </a:endParaRPr>
          </a:p>
          <a:p>
            <a:pPr marL="398145" lvl="1" indent="-166370"/>
            <a:r>
              <a:rPr lang="en-US" dirty="0">
                <a:ea typeface="ＭＳ Ｐゴシック"/>
              </a:rPr>
              <a:t>System calls interface towards the user space (e.g., </a:t>
            </a:r>
            <a:r>
              <a:rPr lang="en-US" sz="1600" dirty="0">
                <a:latin typeface="Courier"/>
                <a:ea typeface="Courier" charset="0"/>
                <a:cs typeface="Courier" charset="0"/>
              </a:rPr>
              <a:t>fork()</a:t>
            </a:r>
            <a:r>
              <a:rPr lang="en-US" dirty="0">
                <a:ea typeface="ＭＳ Ｐゴシック"/>
              </a:rPr>
              <a:t>)</a:t>
            </a:r>
            <a:endParaRPr lang="en-US" dirty="0">
              <a:ea typeface="ＭＳ Ｐゴシック"/>
              <a:cs typeface="Calibri"/>
            </a:endParaRPr>
          </a:p>
          <a:p>
            <a:pPr marL="398145" lvl="1" indent="-166370"/>
            <a:r>
              <a:rPr lang="en-US" dirty="0">
                <a:ea typeface="ＭＳ Ｐゴシック"/>
              </a:rPr>
              <a:t>Intra-Kernel interface towards the kernel space (e.g., </a:t>
            </a:r>
            <a:r>
              <a:rPr lang="en-US" sz="1600" dirty="0" err="1">
                <a:latin typeface="Courier"/>
                <a:ea typeface="Courier" charset="0"/>
                <a:cs typeface="Courier" charset="0"/>
              </a:rPr>
              <a:t>create_module</a:t>
            </a:r>
            <a:r>
              <a:rPr lang="en-US" sz="1600" dirty="0">
                <a:latin typeface="Courier"/>
                <a:ea typeface="Courier" charset="0"/>
                <a:cs typeface="Courier" charset="0"/>
              </a:rPr>
              <a:t>()</a:t>
            </a:r>
            <a:r>
              <a:rPr lang="en-US" sz="1600" dirty="0">
                <a:ea typeface="ＭＳ Ｐゴシック"/>
              </a:rPr>
              <a:t> )</a:t>
            </a:r>
            <a:endParaRPr lang="en-US" altLang="en-US" dirty="0">
              <a:ea typeface="ＭＳ Ｐゴシック"/>
              <a:cs typeface="Calibri"/>
            </a:endParaRPr>
          </a:p>
          <a:p>
            <a:r>
              <a:rPr lang="en-US" dirty="0"/>
              <a:t>Scheduler tick:</a:t>
            </a:r>
            <a:endParaRPr lang="en-US" altLang="en-US" dirty="0">
              <a:ea typeface="ＭＳ Ｐゴシック" panose="020B0600070205080204" pitchFamily="34" charset="-128"/>
            </a:endParaRPr>
          </a:p>
          <a:p>
            <a:pPr marL="398145" lvl="1" indent="-166370"/>
            <a:r>
              <a:rPr lang="en-US" dirty="0">
                <a:ea typeface="ＭＳ Ｐゴシック"/>
              </a:rPr>
              <a:t>Directly from system calls (e.g., </a:t>
            </a:r>
            <a:r>
              <a:rPr lang="en-US" sz="1600" dirty="0">
                <a:latin typeface="Courier"/>
                <a:ea typeface="Courier" charset="0"/>
                <a:cs typeface="Courier" charset="0"/>
              </a:rPr>
              <a:t>sleep()</a:t>
            </a:r>
            <a:r>
              <a:rPr lang="en-US" dirty="0">
                <a:ea typeface="ＭＳ Ｐゴシック"/>
              </a:rPr>
              <a:t>)</a:t>
            </a:r>
            <a:endParaRPr lang="en-US" dirty="0">
              <a:ea typeface="ＭＳ Ｐゴシック"/>
              <a:cs typeface="Calibri"/>
            </a:endParaRPr>
          </a:p>
          <a:p>
            <a:pPr marL="398145" lvl="1" indent="-166370"/>
            <a:r>
              <a:rPr lang="en-US" dirty="0"/>
              <a:t>Indirectly after every system call</a:t>
            </a:r>
            <a:endParaRPr lang="en-US" dirty="0">
              <a:cs typeface="Calibri"/>
            </a:endParaRPr>
          </a:p>
          <a:p>
            <a:pPr marL="1201420" lvl="3" indent="-172720"/>
            <a:endParaRPr lang="en-US" altLang="en-US" dirty="0">
              <a:ea typeface="ＭＳ Ｐゴシック" panose="020B0600070205080204" pitchFamily="34" charset="-128"/>
              <a:cs typeface="Calibri"/>
            </a:endParaRPr>
          </a:p>
        </p:txBody>
      </p:sp>
      <p:sp>
        <p:nvSpPr>
          <p:cNvPr id="5" name="TextBox 7">
            <a:extLst>
              <a:ext uri="{FF2B5EF4-FFF2-40B4-BE49-F238E27FC236}">
                <a16:creationId xmlns:a16="http://schemas.microsoft.com/office/drawing/2014/main" id="{79101C66-91EC-4844-9839-94C4CDE83A81}"/>
              </a:ext>
            </a:extLst>
          </p:cNvPr>
          <p:cNvSpPr txBox="1">
            <a:spLocks noChangeArrowheads="1"/>
          </p:cNvSpPr>
          <p:nvPr/>
        </p:nvSpPr>
        <p:spPr bwMode="auto">
          <a:xfrm>
            <a:off x="10319998" y="3217469"/>
            <a:ext cx="1632694" cy="646331"/>
          </a:xfrm>
          <a:prstGeom prst="roundRect">
            <a:avLst>
              <a:gd name="adj" fmla="val 10035"/>
            </a:avLst>
          </a:prstGeom>
          <a:solidFill>
            <a:schemeClr val="bg1">
              <a:lumMod val="95000"/>
            </a:schemeClr>
          </a:solidFill>
          <a:ln w="9525">
            <a:solidFill>
              <a:schemeClr val="bg1">
                <a:lumMod val="95000"/>
              </a:schemeClr>
            </a:solidFill>
            <a:miter lim="800000"/>
            <a:headEnd/>
            <a:tailEnd/>
          </a:ln>
          <a:effectLst>
            <a:outerShdw blurRad="50800" dist="76200" dir="2700000" algn="tl" rotWithShape="0">
              <a:prstClr val="black">
                <a:alpha val="40000"/>
              </a:prstClr>
            </a:outerShdw>
          </a:effectLst>
        </p:spPr>
        <p:txBody>
          <a:bodyPr wrap="none">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Inter-Process</a:t>
            </a:r>
          </a:p>
          <a:p>
            <a:pPr algn="ctr" eaLnBrk="1" hangingPunct="1"/>
            <a:r>
              <a:rPr lang="en-US" sz="1800" dirty="0">
                <a:solidFill>
                  <a:schemeClr val="bg1"/>
                </a:solidFill>
                <a:latin typeface="+mn-lt"/>
              </a:rPr>
              <a:t>Communication</a:t>
            </a:r>
          </a:p>
        </p:txBody>
      </p:sp>
      <p:grpSp>
        <p:nvGrpSpPr>
          <p:cNvPr id="6" name="Group 5">
            <a:extLst>
              <a:ext uri="{FF2B5EF4-FFF2-40B4-BE49-F238E27FC236}">
                <a16:creationId xmlns:a16="http://schemas.microsoft.com/office/drawing/2014/main" id="{DCD6C25D-6FEB-40F3-A494-2B65C99CCBB6}"/>
              </a:ext>
            </a:extLst>
          </p:cNvPr>
          <p:cNvGrpSpPr/>
          <p:nvPr/>
        </p:nvGrpSpPr>
        <p:grpSpPr>
          <a:xfrm>
            <a:off x="8167138" y="1400373"/>
            <a:ext cx="1836000" cy="1200329"/>
            <a:chOff x="7140939" y="1486096"/>
            <a:chExt cx="1836000" cy="1200329"/>
          </a:xfrm>
          <a:solidFill>
            <a:schemeClr val="bg1">
              <a:lumMod val="95000"/>
            </a:schemeClr>
          </a:solidFill>
          <a:effectLst>
            <a:outerShdw blurRad="50800" dist="76200" dir="2700000" algn="tl" rotWithShape="0">
              <a:prstClr val="black">
                <a:alpha val="40000"/>
              </a:prstClr>
            </a:outerShdw>
          </a:effectLst>
        </p:grpSpPr>
        <p:sp>
          <p:nvSpPr>
            <p:cNvPr id="7" name="TextBox 4">
              <a:extLst>
                <a:ext uri="{FF2B5EF4-FFF2-40B4-BE49-F238E27FC236}">
                  <a16:creationId xmlns:a16="http://schemas.microsoft.com/office/drawing/2014/main" id="{60D6C447-A776-4C52-91CD-9DBB95B07036}"/>
                </a:ext>
              </a:extLst>
            </p:cNvPr>
            <p:cNvSpPr txBox="1">
              <a:spLocks noChangeArrowheads="1"/>
            </p:cNvSpPr>
            <p:nvPr/>
          </p:nvSpPr>
          <p:spPr bwMode="auto">
            <a:xfrm>
              <a:off x="7140939" y="1486096"/>
              <a:ext cx="1836000" cy="1200329"/>
            </a:xfrm>
            <a:prstGeom prst="roundRect">
              <a:avLst>
                <a:gd name="adj" fmla="val 7145"/>
              </a:avLst>
            </a:prstGeom>
            <a:grpFill/>
            <a:ln w="0">
              <a:solidFill>
                <a:schemeClr val="bg1">
                  <a:lumMod val="95000"/>
                </a:schemeClr>
              </a:solidFill>
              <a:miter lim="800000"/>
              <a:headEnd/>
              <a:tailEnd/>
            </a:ln>
          </p:spPr>
          <p:txBody>
            <a:bodyPr wrap="none">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Memory Manager</a:t>
              </a: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p:txBody>
        </p:sp>
        <p:sp>
          <p:nvSpPr>
            <p:cNvPr id="8" name="TextBox 9">
              <a:extLst>
                <a:ext uri="{FF2B5EF4-FFF2-40B4-BE49-F238E27FC236}">
                  <a16:creationId xmlns:a16="http://schemas.microsoft.com/office/drawing/2014/main" id="{25175243-5966-469A-AE3B-4AC3A912E2EC}"/>
                </a:ext>
              </a:extLst>
            </p:cNvPr>
            <p:cNvSpPr txBox="1">
              <a:spLocks noChangeArrowheads="1"/>
            </p:cNvSpPr>
            <p:nvPr/>
          </p:nvSpPr>
          <p:spPr bwMode="auto">
            <a:xfrm>
              <a:off x="7279480" y="1843274"/>
              <a:ext cx="1548000" cy="288000"/>
            </a:xfrm>
            <a:prstGeom prst="roundRect">
              <a:avLst/>
            </a:prstGeom>
            <a:grpFill/>
            <a:ln w="0">
              <a:solidFill>
                <a:schemeClr val="bg1">
                  <a:lumMod val="95000"/>
                </a:schemeClr>
              </a:solidFill>
              <a:miter lim="800000"/>
              <a:headEnd/>
              <a:tailEnd/>
            </a:ln>
          </p:spPr>
          <p:txBody>
            <a:bodyPr wrap="none"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independent</a:t>
              </a:r>
            </a:p>
          </p:txBody>
        </p:sp>
        <p:sp>
          <p:nvSpPr>
            <p:cNvPr id="9" name="TextBox 10">
              <a:extLst>
                <a:ext uri="{FF2B5EF4-FFF2-40B4-BE49-F238E27FC236}">
                  <a16:creationId xmlns:a16="http://schemas.microsoft.com/office/drawing/2014/main" id="{618CA220-8DD1-4327-BB43-48AB8E175211}"/>
                </a:ext>
              </a:extLst>
            </p:cNvPr>
            <p:cNvSpPr txBox="1">
              <a:spLocks noChangeArrowheads="1"/>
            </p:cNvSpPr>
            <p:nvPr/>
          </p:nvSpPr>
          <p:spPr bwMode="auto">
            <a:xfrm>
              <a:off x="7298530" y="2290957"/>
              <a:ext cx="1548000" cy="288000"/>
            </a:xfrm>
            <a:prstGeom prst="roundRect">
              <a:avLst/>
            </a:prstGeom>
            <a:grpFill/>
            <a:ln w="0">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dependent</a:t>
              </a:r>
            </a:p>
          </p:txBody>
        </p:sp>
      </p:grpSp>
      <p:grpSp>
        <p:nvGrpSpPr>
          <p:cNvPr id="10" name="Group 9">
            <a:extLst>
              <a:ext uri="{FF2B5EF4-FFF2-40B4-BE49-F238E27FC236}">
                <a16:creationId xmlns:a16="http://schemas.microsoft.com/office/drawing/2014/main" id="{468A99FA-4D41-48A9-A624-013E96167BD2}"/>
              </a:ext>
            </a:extLst>
          </p:cNvPr>
          <p:cNvGrpSpPr/>
          <p:nvPr/>
        </p:nvGrpSpPr>
        <p:grpSpPr>
          <a:xfrm>
            <a:off x="8167138" y="4481704"/>
            <a:ext cx="1836000" cy="1200150"/>
            <a:chOff x="7169945" y="4338819"/>
            <a:chExt cx="2052637" cy="1200150"/>
          </a:xfrm>
          <a:solidFill>
            <a:schemeClr val="bg1">
              <a:lumMod val="95000"/>
            </a:schemeClr>
          </a:solidFill>
          <a:effectLst>
            <a:outerShdw blurRad="50800" dist="76200" dir="2700000" algn="tl" rotWithShape="0">
              <a:prstClr val="black">
                <a:alpha val="40000"/>
              </a:prstClr>
            </a:outerShdw>
          </a:effectLst>
        </p:grpSpPr>
        <p:sp>
          <p:nvSpPr>
            <p:cNvPr id="11" name="TextBox 8">
              <a:extLst>
                <a:ext uri="{FF2B5EF4-FFF2-40B4-BE49-F238E27FC236}">
                  <a16:creationId xmlns:a16="http://schemas.microsoft.com/office/drawing/2014/main" id="{5A61DE44-AFFA-495B-A4D7-F7449DDD0FD7}"/>
                </a:ext>
              </a:extLst>
            </p:cNvPr>
            <p:cNvSpPr txBox="1">
              <a:spLocks noChangeArrowheads="1"/>
            </p:cNvSpPr>
            <p:nvPr/>
          </p:nvSpPr>
          <p:spPr bwMode="auto">
            <a:xfrm>
              <a:off x="7169945" y="4338819"/>
              <a:ext cx="2052637" cy="1200150"/>
            </a:xfrm>
            <a:prstGeom prst="roundRect">
              <a:avLst>
                <a:gd name="adj" fmla="val 8334"/>
              </a:avLst>
            </a:prstGeom>
            <a:grpFill/>
            <a:ln w="9525">
              <a:solidFill>
                <a:schemeClr val="bg1">
                  <a:lumMod val="95000"/>
                </a:schemeClr>
              </a:solidFill>
              <a:miter lim="800000"/>
              <a:headEnd/>
              <a:tailEnd/>
            </a:ln>
          </p:spPr>
          <p:txBody>
            <a:bodyP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Network</a:t>
              </a: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p:txBody>
        </p:sp>
        <p:sp>
          <p:nvSpPr>
            <p:cNvPr id="12" name="TextBox 11">
              <a:extLst>
                <a:ext uri="{FF2B5EF4-FFF2-40B4-BE49-F238E27FC236}">
                  <a16:creationId xmlns:a16="http://schemas.microsoft.com/office/drawing/2014/main" id="{BD6C2142-8A0F-42F3-8CD2-0EFBA7C11386}"/>
                </a:ext>
              </a:extLst>
            </p:cNvPr>
            <p:cNvSpPr txBox="1">
              <a:spLocks noChangeArrowheads="1"/>
            </p:cNvSpPr>
            <p:nvPr/>
          </p:nvSpPr>
          <p:spPr bwMode="auto">
            <a:xfrm>
              <a:off x="7355682" y="4757918"/>
              <a:ext cx="1728788" cy="288000"/>
            </a:xfrm>
            <a:prstGeom prst="roundRect">
              <a:avLst/>
            </a:prstGeom>
            <a:grpFill/>
            <a:ln w="9525">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Network Protocols</a:t>
              </a:r>
            </a:p>
          </p:txBody>
        </p:sp>
        <p:sp>
          <p:nvSpPr>
            <p:cNvPr id="13" name="TextBox 12">
              <a:extLst>
                <a:ext uri="{FF2B5EF4-FFF2-40B4-BE49-F238E27FC236}">
                  <a16:creationId xmlns:a16="http://schemas.microsoft.com/office/drawing/2014/main" id="{E2E2E1A2-DAA3-4017-B48F-46E2D2EA8AD1}"/>
                </a:ext>
              </a:extLst>
            </p:cNvPr>
            <p:cNvSpPr txBox="1">
              <a:spLocks noChangeArrowheads="1"/>
            </p:cNvSpPr>
            <p:nvPr/>
          </p:nvSpPr>
          <p:spPr bwMode="auto">
            <a:xfrm>
              <a:off x="7360445" y="5124631"/>
              <a:ext cx="1728787" cy="288000"/>
            </a:xfrm>
            <a:prstGeom prst="roundRect">
              <a:avLst/>
            </a:prstGeom>
            <a:grpFill/>
            <a:ln w="9525">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Driver</a:t>
              </a:r>
            </a:p>
          </p:txBody>
        </p:sp>
      </p:grpSp>
      <p:grpSp>
        <p:nvGrpSpPr>
          <p:cNvPr id="14" name="Group 13">
            <a:extLst>
              <a:ext uri="{FF2B5EF4-FFF2-40B4-BE49-F238E27FC236}">
                <a16:creationId xmlns:a16="http://schemas.microsoft.com/office/drawing/2014/main" id="{7FE87A54-C55B-4D14-BE04-8198AA93D3CB}"/>
              </a:ext>
            </a:extLst>
          </p:cNvPr>
          <p:cNvGrpSpPr/>
          <p:nvPr/>
        </p:nvGrpSpPr>
        <p:grpSpPr>
          <a:xfrm>
            <a:off x="6022199" y="2940470"/>
            <a:ext cx="1836000" cy="1200329"/>
            <a:chOff x="4550569" y="2838450"/>
            <a:chExt cx="2052000" cy="1200329"/>
          </a:xfrm>
          <a:solidFill>
            <a:schemeClr val="bg1">
              <a:lumMod val="95000"/>
            </a:schemeClr>
          </a:solidFill>
          <a:effectLst>
            <a:outerShdw blurRad="50800" dist="76200" dir="2700000" algn="tl" rotWithShape="0">
              <a:prstClr val="black">
                <a:alpha val="40000"/>
              </a:prstClr>
            </a:outerShdw>
          </a:effectLst>
        </p:grpSpPr>
        <p:sp>
          <p:nvSpPr>
            <p:cNvPr id="15" name="TextBox 5">
              <a:extLst>
                <a:ext uri="{FF2B5EF4-FFF2-40B4-BE49-F238E27FC236}">
                  <a16:creationId xmlns:a16="http://schemas.microsoft.com/office/drawing/2014/main" id="{D4BD14BA-0AAB-4B8D-B319-DB627BCE8E2B}"/>
                </a:ext>
              </a:extLst>
            </p:cNvPr>
            <p:cNvSpPr txBox="1">
              <a:spLocks noChangeArrowheads="1"/>
            </p:cNvSpPr>
            <p:nvPr/>
          </p:nvSpPr>
          <p:spPr bwMode="auto">
            <a:xfrm>
              <a:off x="4550569" y="2838450"/>
              <a:ext cx="2052000" cy="1200329"/>
            </a:xfrm>
            <a:prstGeom prst="roundRect">
              <a:avLst>
                <a:gd name="adj" fmla="val 8335"/>
              </a:avLst>
            </a:prstGeom>
            <a:grpFill/>
            <a:ln w="9525">
              <a:solidFill>
                <a:schemeClr val="bg1">
                  <a:lumMod val="95000"/>
                </a:schemeClr>
              </a:solidFill>
              <a:miter lim="800000"/>
              <a:headEnd/>
              <a:tailEnd/>
            </a:ln>
          </p:spPr>
          <p:txBody>
            <a:bodyPr wrap="none">
              <a:noAutofit/>
            </a:bodyPr>
            <a:lstStyle>
              <a:defPPr>
                <a:defRPr lang="en-US"/>
              </a:defPPr>
              <a:lvl1pPr algn="ctr">
                <a:defRPr>
                  <a:solidFill>
                    <a:schemeClr val="bg1"/>
                  </a:solidFill>
                  <a:ea typeface="ＭＳ Ｐゴシック" charset="0"/>
                  <a:cs typeface="ＭＳ Ｐゴシック" charset="0"/>
                </a:defRPr>
              </a:lvl1pPr>
              <a:lvl2pPr marL="37931725" indent="-37474525" eaLnBrk="0" hangingPunct="0">
                <a:defRPr sz="2400">
                  <a:latin typeface="Tahoma" charset="0"/>
                  <a:ea typeface="ＭＳ Ｐゴシック" charset="0"/>
                </a:defRPr>
              </a:lvl2pPr>
              <a:lvl3pPr eaLnBrk="0" hangingPunct="0">
                <a:defRPr sz="2400">
                  <a:latin typeface="Tahoma" charset="0"/>
                  <a:ea typeface="ＭＳ Ｐゴシック" charset="0"/>
                </a:defRPr>
              </a:lvl3pPr>
              <a:lvl4pPr eaLnBrk="0" hangingPunct="0">
                <a:defRPr sz="2400">
                  <a:latin typeface="Tahoma" charset="0"/>
                  <a:ea typeface="ＭＳ Ｐゴシック" charset="0"/>
                </a:defRPr>
              </a:lvl4pPr>
              <a:lvl5pPr eaLnBrk="0" hangingPunct="0">
                <a:defRPr sz="2400">
                  <a:latin typeface="Tahoma" charset="0"/>
                  <a:ea typeface="ＭＳ Ｐゴシック" charset="0"/>
                </a:defRPr>
              </a:lvl5pPr>
              <a:lvl6pPr marL="457200" eaLnBrk="0" fontAlgn="base" hangingPunct="0">
                <a:spcBef>
                  <a:spcPct val="0"/>
                </a:spcBef>
                <a:spcAft>
                  <a:spcPct val="0"/>
                </a:spcAft>
                <a:defRPr sz="2400">
                  <a:latin typeface="Tahoma" charset="0"/>
                  <a:ea typeface="ＭＳ Ｐゴシック" charset="0"/>
                </a:defRPr>
              </a:lvl6pPr>
              <a:lvl7pPr marL="914400" eaLnBrk="0" fontAlgn="base" hangingPunct="0">
                <a:spcBef>
                  <a:spcPct val="0"/>
                </a:spcBef>
                <a:spcAft>
                  <a:spcPct val="0"/>
                </a:spcAft>
                <a:defRPr sz="2400">
                  <a:latin typeface="Tahoma" charset="0"/>
                  <a:ea typeface="ＭＳ Ｐゴシック" charset="0"/>
                </a:defRPr>
              </a:lvl7pPr>
              <a:lvl8pPr marL="1371600" eaLnBrk="0" fontAlgn="base" hangingPunct="0">
                <a:spcBef>
                  <a:spcPct val="0"/>
                </a:spcBef>
                <a:spcAft>
                  <a:spcPct val="0"/>
                </a:spcAft>
                <a:defRPr sz="2400">
                  <a:latin typeface="Tahoma" charset="0"/>
                  <a:ea typeface="ＭＳ Ｐゴシック" charset="0"/>
                </a:defRPr>
              </a:lvl8pPr>
              <a:lvl9pPr marL="1828800" eaLnBrk="0" fontAlgn="base" hangingPunct="0">
                <a:spcBef>
                  <a:spcPct val="0"/>
                </a:spcBef>
                <a:spcAft>
                  <a:spcPct val="0"/>
                </a:spcAft>
                <a:defRPr sz="2400">
                  <a:latin typeface="Tahoma" charset="0"/>
                  <a:ea typeface="ＭＳ Ｐゴシック" charset="0"/>
                </a:defRPr>
              </a:lvl9pPr>
            </a:lstStyle>
            <a:p>
              <a:r>
                <a:rPr lang="en-US" dirty="0"/>
                <a:t>Virtual File System</a:t>
              </a:r>
            </a:p>
            <a:p>
              <a:endParaRPr lang="en-US" dirty="0"/>
            </a:p>
            <a:p>
              <a:endParaRPr lang="en-US" dirty="0"/>
            </a:p>
            <a:p>
              <a:endParaRPr lang="en-US" dirty="0"/>
            </a:p>
          </p:txBody>
        </p:sp>
        <p:sp>
          <p:nvSpPr>
            <p:cNvPr id="16" name="TextBox 13">
              <a:extLst>
                <a:ext uri="{FF2B5EF4-FFF2-40B4-BE49-F238E27FC236}">
                  <a16:creationId xmlns:a16="http://schemas.microsoft.com/office/drawing/2014/main" id="{75335430-481B-4E1F-A3EA-072B7A540A8C}"/>
                </a:ext>
              </a:extLst>
            </p:cNvPr>
            <p:cNvSpPr txBox="1">
              <a:spLocks noChangeArrowheads="1"/>
            </p:cNvSpPr>
            <p:nvPr/>
          </p:nvSpPr>
          <p:spPr bwMode="auto">
            <a:xfrm>
              <a:off x="4698208" y="3235324"/>
              <a:ext cx="1728000" cy="288000"/>
            </a:xfrm>
            <a:prstGeom prst="roundRect">
              <a:avLst/>
            </a:prstGeom>
            <a:grpFill/>
            <a:ln w="9525">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Logical File System</a:t>
              </a:r>
            </a:p>
          </p:txBody>
        </p:sp>
        <p:sp>
          <p:nvSpPr>
            <p:cNvPr id="17" name="TextBox 14">
              <a:extLst>
                <a:ext uri="{FF2B5EF4-FFF2-40B4-BE49-F238E27FC236}">
                  <a16:creationId xmlns:a16="http://schemas.microsoft.com/office/drawing/2014/main" id="{3DC8FC3B-696C-4409-BEEF-A70F07309E1C}"/>
                </a:ext>
              </a:extLst>
            </p:cNvPr>
            <p:cNvSpPr txBox="1">
              <a:spLocks noChangeArrowheads="1"/>
            </p:cNvSpPr>
            <p:nvPr/>
          </p:nvSpPr>
          <p:spPr bwMode="auto">
            <a:xfrm>
              <a:off x="4702970" y="3602037"/>
              <a:ext cx="1728788" cy="288000"/>
            </a:xfrm>
            <a:prstGeom prst="roundRect">
              <a:avLst/>
            </a:prstGeom>
            <a:grpFill/>
            <a:ln w="9525">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Drivers</a:t>
              </a:r>
            </a:p>
          </p:txBody>
        </p:sp>
      </p:grpSp>
      <p:grpSp>
        <p:nvGrpSpPr>
          <p:cNvPr id="18" name="Group 17">
            <a:extLst>
              <a:ext uri="{FF2B5EF4-FFF2-40B4-BE49-F238E27FC236}">
                <a16:creationId xmlns:a16="http://schemas.microsoft.com/office/drawing/2014/main" id="{E1C9722D-1814-4FFD-ABEF-2F6A88D67864}"/>
              </a:ext>
            </a:extLst>
          </p:cNvPr>
          <p:cNvGrpSpPr/>
          <p:nvPr/>
        </p:nvGrpSpPr>
        <p:grpSpPr>
          <a:xfrm>
            <a:off x="8167138" y="2940470"/>
            <a:ext cx="1836000" cy="1200329"/>
            <a:chOff x="7140939" y="1486096"/>
            <a:chExt cx="1836000" cy="1200329"/>
          </a:xfrm>
          <a:effectLst>
            <a:outerShdw blurRad="50800" dist="76200" dir="2700000" algn="tl" rotWithShape="0">
              <a:prstClr val="black">
                <a:alpha val="40000"/>
              </a:prstClr>
            </a:outerShdw>
          </a:effectLst>
        </p:grpSpPr>
        <p:sp>
          <p:nvSpPr>
            <p:cNvPr id="19" name="TextBox 4">
              <a:extLst>
                <a:ext uri="{FF2B5EF4-FFF2-40B4-BE49-F238E27FC236}">
                  <a16:creationId xmlns:a16="http://schemas.microsoft.com/office/drawing/2014/main" id="{EA9A5E46-2D0A-486E-82AD-A0600AA8884F}"/>
                </a:ext>
              </a:extLst>
            </p:cNvPr>
            <p:cNvSpPr txBox="1">
              <a:spLocks noChangeArrowheads="1"/>
            </p:cNvSpPr>
            <p:nvPr/>
          </p:nvSpPr>
          <p:spPr bwMode="auto">
            <a:xfrm>
              <a:off x="7140939" y="1486096"/>
              <a:ext cx="1836000" cy="1200329"/>
            </a:xfrm>
            <a:prstGeom prst="roundRect">
              <a:avLst>
                <a:gd name="adj" fmla="val 7145"/>
              </a:avLst>
            </a:prstGeom>
            <a:solidFill>
              <a:srgbClr val="FFC000"/>
            </a:solidFill>
            <a:ln w="9525">
              <a:solidFill>
                <a:schemeClr val="tx1"/>
              </a:solidFill>
              <a:miter lim="800000"/>
              <a:headEnd/>
              <a:tailEnd/>
            </a:ln>
          </p:spPr>
          <p:txBody>
            <a:bodyPr wrap="none">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Process Scheduler</a:t>
              </a:r>
            </a:p>
          </p:txBody>
        </p:sp>
        <p:sp>
          <p:nvSpPr>
            <p:cNvPr id="20" name="TextBox 9">
              <a:extLst>
                <a:ext uri="{FF2B5EF4-FFF2-40B4-BE49-F238E27FC236}">
                  <a16:creationId xmlns:a16="http://schemas.microsoft.com/office/drawing/2014/main" id="{2AA8AEA4-AE72-4ADE-81B6-A0149C413A2D}"/>
                </a:ext>
              </a:extLst>
            </p:cNvPr>
            <p:cNvSpPr txBox="1">
              <a:spLocks noChangeArrowheads="1"/>
            </p:cNvSpPr>
            <p:nvPr/>
          </p:nvSpPr>
          <p:spPr bwMode="auto">
            <a:xfrm>
              <a:off x="7279480" y="1843274"/>
              <a:ext cx="1548000" cy="288000"/>
            </a:xfrm>
            <a:prstGeom prst="roundRect">
              <a:avLst/>
            </a:prstGeom>
            <a:solidFill>
              <a:srgbClr val="FFC000"/>
            </a:solidFill>
            <a:ln w="9525">
              <a:solidFill>
                <a:schemeClr val="tx1"/>
              </a:solidFill>
              <a:miter lim="800000"/>
              <a:headEnd/>
              <a:tailEnd/>
            </a:ln>
          </p:spPr>
          <p:txBody>
            <a:bodyPr wrap="none"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independent</a:t>
              </a:r>
            </a:p>
          </p:txBody>
        </p:sp>
        <p:sp>
          <p:nvSpPr>
            <p:cNvPr id="21" name="TextBox 10">
              <a:extLst>
                <a:ext uri="{FF2B5EF4-FFF2-40B4-BE49-F238E27FC236}">
                  <a16:creationId xmlns:a16="http://schemas.microsoft.com/office/drawing/2014/main" id="{013165BA-1107-4379-9A69-56B441361009}"/>
                </a:ext>
              </a:extLst>
            </p:cNvPr>
            <p:cNvSpPr txBox="1">
              <a:spLocks noChangeArrowheads="1"/>
            </p:cNvSpPr>
            <p:nvPr/>
          </p:nvSpPr>
          <p:spPr bwMode="auto">
            <a:xfrm>
              <a:off x="7298530" y="2290957"/>
              <a:ext cx="1548000" cy="288000"/>
            </a:xfrm>
            <a:prstGeom prst="roundRect">
              <a:avLst/>
            </a:prstGeom>
            <a:solidFill>
              <a:srgbClr val="C00000"/>
            </a:solidFill>
            <a:ln w="9525">
              <a:solidFill>
                <a:schemeClr val="tx1"/>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dependent</a:t>
              </a:r>
            </a:p>
          </p:txBody>
        </p:sp>
      </p:grpSp>
      <p:cxnSp>
        <p:nvCxnSpPr>
          <p:cNvPr id="22" name="Straight Arrow Connector 21">
            <a:extLst>
              <a:ext uri="{FF2B5EF4-FFF2-40B4-BE49-F238E27FC236}">
                <a16:creationId xmlns:a16="http://schemas.microsoft.com/office/drawing/2014/main" id="{0FC1F0F4-5650-4304-B031-12B369ADE42F}"/>
              </a:ext>
            </a:extLst>
          </p:cNvPr>
          <p:cNvCxnSpPr>
            <a:stCxn id="7" idx="2"/>
            <a:endCxn id="19" idx="0"/>
          </p:cNvCxnSpPr>
          <p:nvPr/>
        </p:nvCxnSpPr>
        <p:spPr>
          <a:xfrm>
            <a:off x="9085138" y="2600702"/>
            <a:ext cx="0" cy="339768"/>
          </a:xfrm>
          <a:prstGeom prst="straightConnector1">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C3D7378B-DC8C-4419-A8DA-D0BAD61E9836}"/>
              </a:ext>
            </a:extLst>
          </p:cNvPr>
          <p:cNvCxnSpPr>
            <a:stCxn id="19" idx="2"/>
            <a:endCxn id="11" idx="0"/>
          </p:cNvCxnSpPr>
          <p:nvPr/>
        </p:nvCxnSpPr>
        <p:spPr>
          <a:xfrm>
            <a:off x="9085138" y="4140799"/>
            <a:ext cx="0" cy="340905"/>
          </a:xfrm>
          <a:prstGeom prst="straightConnector1">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66D424F9-D1B3-4B56-869E-AEB64F701C4C}"/>
              </a:ext>
            </a:extLst>
          </p:cNvPr>
          <p:cNvCxnSpPr>
            <a:stCxn id="19" idx="1"/>
          </p:cNvCxnSpPr>
          <p:nvPr/>
        </p:nvCxnSpPr>
        <p:spPr>
          <a:xfrm flipH="1" flipV="1">
            <a:off x="7858199" y="3540634"/>
            <a:ext cx="308939" cy="1"/>
          </a:xfrm>
          <a:prstGeom prst="straightConnector1">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1EE12DC4-EF02-4D35-8A8C-F68232B828DF}"/>
              </a:ext>
            </a:extLst>
          </p:cNvPr>
          <p:cNvCxnSpPr>
            <a:stCxn id="19" idx="3"/>
            <a:endCxn id="5" idx="1"/>
          </p:cNvCxnSpPr>
          <p:nvPr/>
        </p:nvCxnSpPr>
        <p:spPr>
          <a:xfrm>
            <a:off x="10003138" y="3540635"/>
            <a:ext cx="316860" cy="0"/>
          </a:xfrm>
          <a:prstGeom prst="straightConnector1">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6" name="Elbow Connector 94">
            <a:extLst>
              <a:ext uri="{FF2B5EF4-FFF2-40B4-BE49-F238E27FC236}">
                <a16:creationId xmlns:a16="http://schemas.microsoft.com/office/drawing/2014/main" id="{E023980D-C5AC-4CD3-913D-1A8DFB7D2369}"/>
              </a:ext>
            </a:extLst>
          </p:cNvPr>
          <p:cNvCxnSpPr>
            <a:stCxn id="5" idx="0"/>
            <a:endCxn id="7" idx="3"/>
          </p:cNvCxnSpPr>
          <p:nvPr/>
        </p:nvCxnSpPr>
        <p:spPr>
          <a:xfrm rot="16200000" flipV="1">
            <a:off x="9961277" y="2042400"/>
            <a:ext cx="1216931" cy="1133207"/>
          </a:xfrm>
          <a:prstGeom prst="bentConnector2">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7" name="Elbow Connector 96">
            <a:extLst>
              <a:ext uri="{FF2B5EF4-FFF2-40B4-BE49-F238E27FC236}">
                <a16:creationId xmlns:a16="http://schemas.microsoft.com/office/drawing/2014/main" id="{F175F14B-9F45-4448-BAEB-A7A7C0C85D70}"/>
              </a:ext>
            </a:extLst>
          </p:cNvPr>
          <p:cNvCxnSpPr>
            <a:stCxn id="7" idx="1"/>
            <a:endCxn id="15" idx="0"/>
          </p:cNvCxnSpPr>
          <p:nvPr/>
        </p:nvCxnSpPr>
        <p:spPr>
          <a:xfrm rot="10800000" flipV="1">
            <a:off x="6940200" y="2000538"/>
            <a:ext cx="1226939" cy="939932"/>
          </a:xfrm>
          <a:prstGeom prst="bentConnector2">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8" name="Elbow Connector 98">
            <a:extLst>
              <a:ext uri="{FF2B5EF4-FFF2-40B4-BE49-F238E27FC236}">
                <a16:creationId xmlns:a16="http://schemas.microsoft.com/office/drawing/2014/main" id="{7138DEB3-4B23-40FC-A573-E577A4DF0DD1}"/>
              </a:ext>
            </a:extLst>
          </p:cNvPr>
          <p:cNvCxnSpPr>
            <a:stCxn id="11" idx="1"/>
            <a:endCxn id="15" idx="2"/>
          </p:cNvCxnSpPr>
          <p:nvPr/>
        </p:nvCxnSpPr>
        <p:spPr>
          <a:xfrm rot="10800000">
            <a:off x="6940200" y="4140799"/>
            <a:ext cx="1226939" cy="940980"/>
          </a:xfrm>
          <a:prstGeom prst="bentConnector2">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38086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Process Scheduler</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6" y="1639888"/>
            <a:ext cx="5079334" cy="4086225"/>
          </a:xfrm>
        </p:spPr>
        <p:txBody>
          <a:bodyPr wrap="square" numCol="1" anchor="t" anchorCtr="0" compatLnSpc="1">
            <a:prstTxWarp prst="textNoShape">
              <a:avLst/>
            </a:prstTxWarp>
          </a:bodyPr>
          <a:lstStyle/>
          <a:p>
            <a:r>
              <a:rPr lang="en-US" dirty="0"/>
              <a:t>Interrupts:</a:t>
            </a:r>
            <a:endParaRPr lang="en-US" altLang="en-US" dirty="0">
              <a:ea typeface="ＭＳ Ｐゴシック" panose="020B0600070205080204" pitchFamily="34" charset="-128"/>
            </a:endParaRPr>
          </a:p>
          <a:p>
            <a:pPr marL="231775" lvl="1" indent="0">
              <a:buNone/>
            </a:pPr>
            <a:endParaRPr lang="en-US" dirty="0"/>
          </a:p>
          <a:p>
            <a:pPr lvl="1"/>
            <a:r>
              <a:rPr lang="en-US" dirty="0">
                <a:solidFill>
                  <a:srgbClr val="128CAB"/>
                </a:solidFill>
              </a:rPr>
              <a:t>Fast interrupt requests (FIQ) </a:t>
            </a:r>
            <a:r>
              <a:rPr lang="en-US" dirty="0">
                <a:solidFill>
                  <a:schemeClr val="tx1"/>
                </a:solidFill>
              </a:rPr>
              <a:t>can be generated for events that need to be handled as they occur. </a:t>
            </a:r>
          </a:p>
          <a:p>
            <a:pPr lvl="1"/>
            <a:endParaRPr lang="en-US" altLang="en-US" dirty="0">
              <a:solidFill>
                <a:srgbClr val="128CAB"/>
              </a:solidFill>
              <a:ea typeface="ＭＳ Ｐゴシック" panose="020B0600070205080204" pitchFamily="34" charset="-128"/>
            </a:endParaRPr>
          </a:p>
          <a:p>
            <a:pPr lvl="1"/>
            <a:r>
              <a:rPr lang="en-US" altLang="en-US" dirty="0">
                <a:solidFill>
                  <a:srgbClr val="128CAB"/>
                </a:solidFill>
                <a:ea typeface="ＭＳ Ｐゴシック" panose="020B0600070205080204" pitchFamily="34" charset="-128"/>
              </a:rPr>
              <a:t>Standard interrupt requests (IRQ) </a:t>
            </a:r>
            <a:r>
              <a:rPr lang="en-US" altLang="en-US" dirty="0">
                <a:solidFill>
                  <a:schemeClr val="tx1"/>
                </a:solidFill>
                <a:ea typeface="ＭＳ Ｐゴシック" panose="020B0600070205080204" pitchFamily="34" charset="-128"/>
              </a:rPr>
              <a:t>can be generated for more general interrupt events.</a:t>
            </a:r>
          </a:p>
          <a:p>
            <a:pPr lvl="1"/>
            <a:endParaRPr lang="en-US" altLang="en-US" dirty="0">
              <a:solidFill>
                <a:schemeClr val="tx1"/>
              </a:solidFill>
              <a:ea typeface="ＭＳ Ｐゴシック" panose="020B0600070205080204" pitchFamily="34" charset="-128"/>
            </a:endParaRPr>
          </a:p>
          <a:p>
            <a:pPr lvl="1"/>
            <a:r>
              <a:rPr lang="en-US" altLang="en-US" dirty="0">
                <a:solidFill>
                  <a:schemeClr val="tx1"/>
                </a:solidFill>
                <a:ea typeface="ＭＳ Ｐゴシック" panose="020B0600070205080204" pitchFamily="34" charset="-128"/>
              </a:rPr>
              <a:t>As such – FIQs have a higher priority.</a:t>
            </a:r>
          </a:p>
          <a:p>
            <a:pPr lvl="2"/>
            <a:r>
              <a:rPr lang="en-US" altLang="en-US" dirty="0">
                <a:solidFill>
                  <a:schemeClr val="tx1"/>
                </a:solidFill>
                <a:ea typeface="ＭＳ Ｐゴシック" panose="020B0600070205080204" pitchFamily="34" charset="-128"/>
              </a:rPr>
              <a:t>FIQs can interrupt code servicing an IRQ, but not vice versa</a:t>
            </a:r>
          </a:p>
          <a:p>
            <a:pPr lvl="1"/>
            <a:endParaRPr lang="en-US" dirty="0"/>
          </a:p>
          <a:p>
            <a:pPr lvl="1"/>
            <a:endParaRPr lang="en-US" altLang="en-US" dirty="0">
              <a:ea typeface="ＭＳ Ｐゴシック" panose="020B0600070205080204" pitchFamily="34" charset="-128"/>
            </a:endParaRPr>
          </a:p>
        </p:txBody>
      </p:sp>
      <p:sp>
        <p:nvSpPr>
          <p:cNvPr id="5" name="TextBox 7">
            <a:extLst>
              <a:ext uri="{FF2B5EF4-FFF2-40B4-BE49-F238E27FC236}">
                <a16:creationId xmlns:a16="http://schemas.microsoft.com/office/drawing/2014/main" id="{47D7CCF5-4CA3-433B-A5EC-2595E4B36861}"/>
              </a:ext>
            </a:extLst>
          </p:cNvPr>
          <p:cNvSpPr txBox="1">
            <a:spLocks noChangeArrowheads="1"/>
          </p:cNvSpPr>
          <p:nvPr/>
        </p:nvSpPr>
        <p:spPr bwMode="auto">
          <a:xfrm>
            <a:off x="10319998" y="3217469"/>
            <a:ext cx="1632694" cy="646331"/>
          </a:xfrm>
          <a:prstGeom prst="roundRect">
            <a:avLst>
              <a:gd name="adj" fmla="val 10035"/>
            </a:avLst>
          </a:prstGeom>
          <a:solidFill>
            <a:schemeClr val="bg1">
              <a:lumMod val="95000"/>
            </a:schemeClr>
          </a:solidFill>
          <a:ln w="9525">
            <a:solidFill>
              <a:schemeClr val="bg1">
                <a:lumMod val="95000"/>
              </a:schemeClr>
            </a:solidFill>
            <a:miter lim="800000"/>
            <a:headEnd/>
            <a:tailEnd/>
          </a:ln>
          <a:effectLst>
            <a:outerShdw blurRad="50800" dist="76200" dir="2700000" algn="tl" rotWithShape="0">
              <a:prstClr val="black">
                <a:alpha val="40000"/>
              </a:prstClr>
            </a:outerShdw>
          </a:effectLst>
        </p:spPr>
        <p:txBody>
          <a:bodyPr wrap="none">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Inter-Process</a:t>
            </a:r>
          </a:p>
          <a:p>
            <a:pPr algn="ctr" eaLnBrk="1" hangingPunct="1"/>
            <a:r>
              <a:rPr lang="en-US" sz="1800" dirty="0">
                <a:solidFill>
                  <a:schemeClr val="bg1"/>
                </a:solidFill>
                <a:latin typeface="+mn-lt"/>
              </a:rPr>
              <a:t>Communication</a:t>
            </a:r>
          </a:p>
        </p:txBody>
      </p:sp>
      <p:grpSp>
        <p:nvGrpSpPr>
          <p:cNvPr id="6" name="Group 5">
            <a:extLst>
              <a:ext uri="{FF2B5EF4-FFF2-40B4-BE49-F238E27FC236}">
                <a16:creationId xmlns:a16="http://schemas.microsoft.com/office/drawing/2014/main" id="{AE9CE363-5E7F-409A-A774-04694CD7EDFE}"/>
              </a:ext>
            </a:extLst>
          </p:cNvPr>
          <p:cNvGrpSpPr/>
          <p:nvPr/>
        </p:nvGrpSpPr>
        <p:grpSpPr>
          <a:xfrm>
            <a:off x="8167138" y="1400373"/>
            <a:ext cx="1836000" cy="1200329"/>
            <a:chOff x="7140939" y="1486096"/>
            <a:chExt cx="1836000" cy="1200329"/>
          </a:xfrm>
          <a:solidFill>
            <a:schemeClr val="bg1">
              <a:lumMod val="95000"/>
            </a:schemeClr>
          </a:solidFill>
          <a:effectLst>
            <a:outerShdw blurRad="50800" dist="76200" dir="2700000" algn="tl" rotWithShape="0">
              <a:prstClr val="black">
                <a:alpha val="40000"/>
              </a:prstClr>
            </a:outerShdw>
          </a:effectLst>
        </p:grpSpPr>
        <p:sp>
          <p:nvSpPr>
            <p:cNvPr id="7" name="TextBox 4">
              <a:extLst>
                <a:ext uri="{FF2B5EF4-FFF2-40B4-BE49-F238E27FC236}">
                  <a16:creationId xmlns:a16="http://schemas.microsoft.com/office/drawing/2014/main" id="{06E707EF-34A9-47C7-A6A6-B98A048B6C7A}"/>
                </a:ext>
              </a:extLst>
            </p:cNvPr>
            <p:cNvSpPr txBox="1">
              <a:spLocks noChangeArrowheads="1"/>
            </p:cNvSpPr>
            <p:nvPr/>
          </p:nvSpPr>
          <p:spPr bwMode="auto">
            <a:xfrm>
              <a:off x="7140939" y="1486096"/>
              <a:ext cx="1836000" cy="1200329"/>
            </a:xfrm>
            <a:prstGeom prst="roundRect">
              <a:avLst>
                <a:gd name="adj" fmla="val 7145"/>
              </a:avLst>
            </a:prstGeom>
            <a:grpFill/>
            <a:ln w="0">
              <a:solidFill>
                <a:schemeClr val="bg1">
                  <a:lumMod val="95000"/>
                </a:schemeClr>
              </a:solidFill>
              <a:miter lim="800000"/>
              <a:headEnd/>
              <a:tailEnd/>
            </a:ln>
          </p:spPr>
          <p:txBody>
            <a:bodyPr wrap="none">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Memory Manager</a:t>
              </a: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p:txBody>
        </p:sp>
        <p:sp>
          <p:nvSpPr>
            <p:cNvPr id="8" name="TextBox 9">
              <a:extLst>
                <a:ext uri="{FF2B5EF4-FFF2-40B4-BE49-F238E27FC236}">
                  <a16:creationId xmlns:a16="http://schemas.microsoft.com/office/drawing/2014/main" id="{CD579093-AFC4-49A5-B582-482125BADCFC}"/>
                </a:ext>
              </a:extLst>
            </p:cNvPr>
            <p:cNvSpPr txBox="1">
              <a:spLocks noChangeArrowheads="1"/>
            </p:cNvSpPr>
            <p:nvPr/>
          </p:nvSpPr>
          <p:spPr bwMode="auto">
            <a:xfrm>
              <a:off x="7279480" y="1843274"/>
              <a:ext cx="1548000" cy="288000"/>
            </a:xfrm>
            <a:prstGeom prst="roundRect">
              <a:avLst/>
            </a:prstGeom>
            <a:grpFill/>
            <a:ln w="0">
              <a:solidFill>
                <a:schemeClr val="bg1">
                  <a:lumMod val="95000"/>
                </a:schemeClr>
              </a:solidFill>
              <a:miter lim="800000"/>
              <a:headEnd/>
              <a:tailEnd/>
            </a:ln>
          </p:spPr>
          <p:txBody>
            <a:bodyPr wrap="none"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independent</a:t>
              </a:r>
            </a:p>
          </p:txBody>
        </p:sp>
        <p:sp>
          <p:nvSpPr>
            <p:cNvPr id="9" name="TextBox 10">
              <a:extLst>
                <a:ext uri="{FF2B5EF4-FFF2-40B4-BE49-F238E27FC236}">
                  <a16:creationId xmlns:a16="http://schemas.microsoft.com/office/drawing/2014/main" id="{0C1956E1-CC99-49DF-9117-2A1E6E354A82}"/>
                </a:ext>
              </a:extLst>
            </p:cNvPr>
            <p:cNvSpPr txBox="1">
              <a:spLocks noChangeArrowheads="1"/>
            </p:cNvSpPr>
            <p:nvPr/>
          </p:nvSpPr>
          <p:spPr bwMode="auto">
            <a:xfrm>
              <a:off x="7298530" y="2290957"/>
              <a:ext cx="1548000" cy="288000"/>
            </a:xfrm>
            <a:prstGeom prst="roundRect">
              <a:avLst/>
            </a:prstGeom>
            <a:grpFill/>
            <a:ln w="0">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dependent</a:t>
              </a:r>
            </a:p>
          </p:txBody>
        </p:sp>
      </p:grpSp>
      <p:grpSp>
        <p:nvGrpSpPr>
          <p:cNvPr id="10" name="Group 9">
            <a:extLst>
              <a:ext uri="{FF2B5EF4-FFF2-40B4-BE49-F238E27FC236}">
                <a16:creationId xmlns:a16="http://schemas.microsoft.com/office/drawing/2014/main" id="{15B21D68-1B5F-42E1-970F-C3D183DB9201}"/>
              </a:ext>
            </a:extLst>
          </p:cNvPr>
          <p:cNvGrpSpPr/>
          <p:nvPr/>
        </p:nvGrpSpPr>
        <p:grpSpPr>
          <a:xfrm>
            <a:off x="8167138" y="4481704"/>
            <a:ext cx="1836000" cy="1200150"/>
            <a:chOff x="7169945" y="4338819"/>
            <a:chExt cx="2052637" cy="1200150"/>
          </a:xfrm>
          <a:solidFill>
            <a:schemeClr val="bg1">
              <a:lumMod val="95000"/>
            </a:schemeClr>
          </a:solidFill>
          <a:effectLst>
            <a:outerShdw blurRad="50800" dist="76200" dir="2700000" algn="tl" rotWithShape="0">
              <a:prstClr val="black">
                <a:alpha val="40000"/>
              </a:prstClr>
            </a:outerShdw>
          </a:effectLst>
        </p:grpSpPr>
        <p:sp>
          <p:nvSpPr>
            <p:cNvPr id="11" name="TextBox 8">
              <a:extLst>
                <a:ext uri="{FF2B5EF4-FFF2-40B4-BE49-F238E27FC236}">
                  <a16:creationId xmlns:a16="http://schemas.microsoft.com/office/drawing/2014/main" id="{5D341DEE-3D07-4E2F-958A-61663D9DDA1D}"/>
                </a:ext>
              </a:extLst>
            </p:cNvPr>
            <p:cNvSpPr txBox="1">
              <a:spLocks noChangeArrowheads="1"/>
            </p:cNvSpPr>
            <p:nvPr/>
          </p:nvSpPr>
          <p:spPr bwMode="auto">
            <a:xfrm>
              <a:off x="7169945" y="4338819"/>
              <a:ext cx="2052637" cy="1200150"/>
            </a:xfrm>
            <a:prstGeom prst="roundRect">
              <a:avLst>
                <a:gd name="adj" fmla="val 8334"/>
              </a:avLst>
            </a:prstGeom>
            <a:grpFill/>
            <a:ln w="9525">
              <a:solidFill>
                <a:schemeClr val="bg1">
                  <a:lumMod val="95000"/>
                </a:schemeClr>
              </a:solidFill>
              <a:miter lim="800000"/>
              <a:headEnd/>
              <a:tailEnd/>
            </a:ln>
          </p:spPr>
          <p:txBody>
            <a:bodyP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Network</a:t>
              </a: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p:txBody>
        </p:sp>
        <p:sp>
          <p:nvSpPr>
            <p:cNvPr id="12" name="TextBox 11">
              <a:extLst>
                <a:ext uri="{FF2B5EF4-FFF2-40B4-BE49-F238E27FC236}">
                  <a16:creationId xmlns:a16="http://schemas.microsoft.com/office/drawing/2014/main" id="{D7DB6FA8-8444-4467-BC4F-C8567F332F62}"/>
                </a:ext>
              </a:extLst>
            </p:cNvPr>
            <p:cNvSpPr txBox="1">
              <a:spLocks noChangeArrowheads="1"/>
            </p:cNvSpPr>
            <p:nvPr/>
          </p:nvSpPr>
          <p:spPr bwMode="auto">
            <a:xfrm>
              <a:off x="7355682" y="4757918"/>
              <a:ext cx="1728788" cy="288000"/>
            </a:xfrm>
            <a:prstGeom prst="roundRect">
              <a:avLst/>
            </a:prstGeom>
            <a:grpFill/>
            <a:ln w="9525">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Network Protocols</a:t>
              </a:r>
            </a:p>
          </p:txBody>
        </p:sp>
        <p:sp>
          <p:nvSpPr>
            <p:cNvPr id="13" name="TextBox 12">
              <a:extLst>
                <a:ext uri="{FF2B5EF4-FFF2-40B4-BE49-F238E27FC236}">
                  <a16:creationId xmlns:a16="http://schemas.microsoft.com/office/drawing/2014/main" id="{2E4DF780-B909-40D0-890E-DD98DAC57A8A}"/>
                </a:ext>
              </a:extLst>
            </p:cNvPr>
            <p:cNvSpPr txBox="1">
              <a:spLocks noChangeArrowheads="1"/>
            </p:cNvSpPr>
            <p:nvPr/>
          </p:nvSpPr>
          <p:spPr bwMode="auto">
            <a:xfrm>
              <a:off x="7360445" y="5124631"/>
              <a:ext cx="1728787" cy="288000"/>
            </a:xfrm>
            <a:prstGeom prst="roundRect">
              <a:avLst/>
            </a:prstGeom>
            <a:grpFill/>
            <a:ln w="9525">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Driver</a:t>
              </a:r>
            </a:p>
          </p:txBody>
        </p:sp>
      </p:grpSp>
      <p:grpSp>
        <p:nvGrpSpPr>
          <p:cNvPr id="14" name="Group 13">
            <a:extLst>
              <a:ext uri="{FF2B5EF4-FFF2-40B4-BE49-F238E27FC236}">
                <a16:creationId xmlns:a16="http://schemas.microsoft.com/office/drawing/2014/main" id="{98795182-A223-48C5-9A24-3D4716DD92D4}"/>
              </a:ext>
            </a:extLst>
          </p:cNvPr>
          <p:cNvGrpSpPr/>
          <p:nvPr/>
        </p:nvGrpSpPr>
        <p:grpSpPr>
          <a:xfrm>
            <a:off x="6022199" y="2940470"/>
            <a:ext cx="1836000" cy="1200329"/>
            <a:chOff x="4550569" y="2838450"/>
            <a:chExt cx="2052000" cy="1200329"/>
          </a:xfrm>
          <a:solidFill>
            <a:schemeClr val="bg1">
              <a:lumMod val="95000"/>
            </a:schemeClr>
          </a:solidFill>
          <a:effectLst>
            <a:outerShdw blurRad="50800" dist="76200" dir="2700000" algn="tl" rotWithShape="0">
              <a:prstClr val="black">
                <a:alpha val="40000"/>
              </a:prstClr>
            </a:outerShdw>
          </a:effectLst>
        </p:grpSpPr>
        <p:sp>
          <p:nvSpPr>
            <p:cNvPr id="15" name="TextBox 5">
              <a:extLst>
                <a:ext uri="{FF2B5EF4-FFF2-40B4-BE49-F238E27FC236}">
                  <a16:creationId xmlns:a16="http://schemas.microsoft.com/office/drawing/2014/main" id="{1FF51C9C-E72E-45A6-B522-B5A83B22FFF6}"/>
                </a:ext>
              </a:extLst>
            </p:cNvPr>
            <p:cNvSpPr txBox="1">
              <a:spLocks noChangeArrowheads="1"/>
            </p:cNvSpPr>
            <p:nvPr/>
          </p:nvSpPr>
          <p:spPr bwMode="auto">
            <a:xfrm>
              <a:off x="4550569" y="2838450"/>
              <a:ext cx="2052000" cy="1200329"/>
            </a:xfrm>
            <a:prstGeom prst="roundRect">
              <a:avLst>
                <a:gd name="adj" fmla="val 8335"/>
              </a:avLst>
            </a:prstGeom>
            <a:grpFill/>
            <a:ln w="9525">
              <a:solidFill>
                <a:schemeClr val="bg1">
                  <a:lumMod val="95000"/>
                </a:schemeClr>
              </a:solidFill>
              <a:miter lim="800000"/>
              <a:headEnd/>
              <a:tailEnd/>
            </a:ln>
          </p:spPr>
          <p:txBody>
            <a:bodyPr wrap="none">
              <a:noAutofit/>
            </a:bodyPr>
            <a:lstStyle>
              <a:defPPr>
                <a:defRPr lang="en-US"/>
              </a:defPPr>
              <a:lvl1pPr algn="ctr">
                <a:defRPr>
                  <a:solidFill>
                    <a:schemeClr val="bg1"/>
                  </a:solidFill>
                  <a:ea typeface="ＭＳ Ｐゴシック" charset="0"/>
                  <a:cs typeface="ＭＳ Ｐゴシック" charset="0"/>
                </a:defRPr>
              </a:lvl1pPr>
              <a:lvl2pPr marL="37931725" indent="-37474525" eaLnBrk="0" hangingPunct="0">
                <a:defRPr sz="2400">
                  <a:latin typeface="Tahoma" charset="0"/>
                  <a:ea typeface="ＭＳ Ｐゴシック" charset="0"/>
                </a:defRPr>
              </a:lvl2pPr>
              <a:lvl3pPr eaLnBrk="0" hangingPunct="0">
                <a:defRPr sz="2400">
                  <a:latin typeface="Tahoma" charset="0"/>
                  <a:ea typeface="ＭＳ Ｐゴシック" charset="0"/>
                </a:defRPr>
              </a:lvl3pPr>
              <a:lvl4pPr eaLnBrk="0" hangingPunct="0">
                <a:defRPr sz="2400">
                  <a:latin typeface="Tahoma" charset="0"/>
                  <a:ea typeface="ＭＳ Ｐゴシック" charset="0"/>
                </a:defRPr>
              </a:lvl4pPr>
              <a:lvl5pPr eaLnBrk="0" hangingPunct="0">
                <a:defRPr sz="2400">
                  <a:latin typeface="Tahoma" charset="0"/>
                  <a:ea typeface="ＭＳ Ｐゴシック" charset="0"/>
                </a:defRPr>
              </a:lvl5pPr>
              <a:lvl6pPr marL="457200" eaLnBrk="0" fontAlgn="base" hangingPunct="0">
                <a:spcBef>
                  <a:spcPct val="0"/>
                </a:spcBef>
                <a:spcAft>
                  <a:spcPct val="0"/>
                </a:spcAft>
                <a:defRPr sz="2400">
                  <a:latin typeface="Tahoma" charset="0"/>
                  <a:ea typeface="ＭＳ Ｐゴシック" charset="0"/>
                </a:defRPr>
              </a:lvl6pPr>
              <a:lvl7pPr marL="914400" eaLnBrk="0" fontAlgn="base" hangingPunct="0">
                <a:spcBef>
                  <a:spcPct val="0"/>
                </a:spcBef>
                <a:spcAft>
                  <a:spcPct val="0"/>
                </a:spcAft>
                <a:defRPr sz="2400">
                  <a:latin typeface="Tahoma" charset="0"/>
                  <a:ea typeface="ＭＳ Ｐゴシック" charset="0"/>
                </a:defRPr>
              </a:lvl7pPr>
              <a:lvl8pPr marL="1371600" eaLnBrk="0" fontAlgn="base" hangingPunct="0">
                <a:spcBef>
                  <a:spcPct val="0"/>
                </a:spcBef>
                <a:spcAft>
                  <a:spcPct val="0"/>
                </a:spcAft>
                <a:defRPr sz="2400">
                  <a:latin typeface="Tahoma" charset="0"/>
                  <a:ea typeface="ＭＳ Ｐゴシック" charset="0"/>
                </a:defRPr>
              </a:lvl8pPr>
              <a:lvl9pPr marL="1828800" eaLnBrk="0" fontAlgn="base" hangingPunct="0">
                <a:spcBef>
                  <a:spcPct val="0"/>
                </a:spcBef>
                <a:spcAft>
                  <a:spcPct val="0"/>
                </a:spcAft>
                <a:defRPr sz="2400">
                  <a:latin typeface="Tahoma" charset="0"/>
                  <a:ea typeface="ＭＳ Ｐゴシック" charset="0"/>
                </a:defRPr>
              </a:lvl9pPr>
            </a:lstStyle>
            <a:p>
              <a:r>
                <a:rPr lang="en-US" dirty="0"/>
                <a:t>Virtual File System</a:t>
              </a:r>
            </a:p>
            <a:p>
              <a:endParaRPr lang="en-US" dirty="0"/>
            </a:p>
            <a:p>
              <a:endParaRPr lang="en-US" dirty="0"/>
            </a:p>
            <a:p>
              <a:endParaRPr lang="en-US" dirty="0"/>
            </a:p>
          </p:txBody>
        </p:sp>
        <p:sp>
          <p:nvSpPr>
            <p:cNvPr id="16" name="TextBox 13">
              <a:extLst>
                <a:ext uri="{FF2B5EF4-FFF2-40B4-BE49-F238E27FC236}">
                  <a16:creationId xmlns:a16="http://schemas.microsoft.com/office/drawing/2014/main" id="{FA7E9D14-328D-4872-93DC-3AFB0E248575}"/>
                </a:ext>
              </a:extLst>
            </p:cNvPr>
            <p:cNvSpPr txBox="1">
              <a:spLocks noChangeArrowheads="1"/>
            </p:cNvSpPr>
            <p:nvPr/>
          </p:nvSpPr>
          <p:spPr bwMode="auto">
            <a:xfrm>
              <a:off x="4698208" y="3235324"/>
              <a:ext cx="1728000" cy="288000"/>
            </a:xfrm>
            <a:prstGeom prst="roundRect">
              <a:avLst/>
            </a:prstGeom>
            <a:grpFill/>
            <a:ln w="9525">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Logical File System</a:t>
              </a:r>
            </a:p>
          </p:txBody>
        </p:sp>
        <p:sp>
          <p:nvSpPr>
            <p:cNvPr id="17" name="TextBox 14">
              <a:extLst>
                <a:ext uri="{FF2B5EF4-FFF2-40B4-BE49-F238E27FC236}">
                  <a16:creationId xmlns:a16="http://schemas.microsoft.com/office/drawing/2014/main" id="{406E5468-D503-434A-83AC-7FE99AB516F4}"/>
                </a:ext>
              </a:extLst>
            </p:cNvPr>
            <p:cNvSpPr txBox="1">
              <a:spLocks noChangeArrowheads="1"/>
            </p:cNvSpPr>
            <p:nvPr/>
          </p:nvSpPr>
          <p:spPr bwMode="auto">
            <a:xfrm>
              <a:off x="4702970" y="3602037"/>
              <a:ext cx="1728788" cy="288000"/>
            </a:xfrm>
            <a:prstGeom prst="roundRect">
              <a:avLst/>
            </a:prstGeom>
            <a:grpFill/>
            <a:ln w="9525">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Drivers</a:t>
              </a:r>
            </a:p>
          </p:txBody>
        </p:sp>
      </p:grpSp>
      <p:grpSp>
        <p:nvGrpSpPr>
          <p:cNvPr id="18" name="Group 17">
            <a:extLst>
              <a:ext uri="{FF2B5EF4-FFF2-40B4-BE49-F238E27FC236}">
                <a16:creationId xmlns:a16="http://schemas.microsoft.com/office/drawing/2014/main" id="{659C955A-8026-4E9F-BE51-C0B684FB81AB}"/>
              </a:ext>
            </a:extLst>
          </p:cNvPr>
          <p:cNvGrpSpPr/>
          <p:nvPr/>
        </p:nvGrpSpPr>
        <p:grpSpPr>
          <a:xfrm>
            <a:off x="8167138" y="2940470"/>
            <a:ext cx="1836000" cy="1200329"/>
            <a:chOff x="7140939" y="1486096"/>
            <a:chExt cx="1836000" cy="1200329"/>
          </a:xfrm>
          <a:effectLst>
            <a:outerShdw blurRad="50800" dist="76200" dir="2700000" algn="tl" rotWithShape="0">
              <a:prstClr val="black">
                <a:alpha val="40000"/>
              </a:prstClr>
            </a:outerShdw>
          </a:effectLst>
        </p:grpSpPr>
        <p:sp>
          <p:nvSpPr>
            <p:cNvPr id="19" name="TextBox 4">
              <a:extLst>
                <a:ext uri="{FF2B5EF4-FFF2-40B4-BE49-F238E27FC236}">
                  <a16:creationId xmlns:a16="http://schemas.microsoft.com/office/drawing/2014/main" id="{544769B5-7DB8-47CF-BFBB-4521E88F9F66}"/>
                </a:ext>
              </a:extLst>
            </p:cNvPr>
            <p:cNvSpPr txBox="1">
              <a:spLocks noChangeArrowheads="1"/>
            </p:cNvSpPr>
            <p:nvPr/>
          </p:nvSpPr>
          <p:spPr bwMode="auto">
            <a:xfrm>
              <a:off x="7140939" y="1486096"/>
              <a:ext cx="1836000" cy="1200329"/>
            </a:xfrm>
            <a:prstGeom prst="roundRect">
              <a:avLst>
                <a:gd name="adj" fmla="val 7145"/>
              </a:avLst>
            </a:prstGeom>
            <a:solidFill>
              <a:srgbClr val="FFC000"/>
            </a:solidFill>
            <a:ln w="9525">
              <a:solidFill>
                <a:schemeClr val="tx1"/>
              </a:solidFill>
              <a:miter lim="800000"/>
              <a:headEnd/>
              <a:tailEnd/>
            </a:ln>
          </p:spPr>
          <p:txBody>
            <a:bodyPr wrap="none">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Process Scheduler</a:t>
              </a:r>
            </a:p>
          </p:txBody>
        </p:sp>
        <p:sp>
          <p:nvSpPr>
            <p:cNvPr id="20" name="TextBox 9">
              <a:extLst>
                <a:ext uri="{FF2B5EF4-FFF2-40B4-BE49-F238E27FC236}">
                  <a16:creationId xmlns:a16="http://schemas.microsoft.com/office/drawing/2014/main" id="{85EDFE92-D7E5-4776-B040-135978E2B8E2}"/>
                </a:ext>
              </a:extLst>
            </p:cNvPr>
            <p:cNvSpPr txBox="1">
              <a:spLocks noChangeArrowheads="1"/>
            </p:cNvSpPr>
            <p:nvPr/>
          </p:nvSpPr>
          <p:spPr bwMode="auto">
            <a:xfrm>
              <a:off x="7279480" y="1843274"/>
              <a:ext cx="1548000" cy="288000"/>
            </a:xfrm>
            <a:prstGeom prst="roundRect">
              <a:avLst/>
            </a:prstGeom>
            <a:solidFill>
              <a:srgbClr val="FFC000"/>
            </a:solidFill>
            <a:ln w="9525">
              <a:solidFill>
                <a:schemeClr val="tx1"/>
              </a:solidFill>
              <a:miter lim="800000"/>
              <a:headEnd/>
              <a:tailEnd/>
            </a:ln>
          </p:spPr>
          <p:txBody>
            <a:bodyPr wrap="none"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independent</a:t>
              </a:r>
            </a:p>
          </p:txBody>
        </p:sp>
        <p:sp>
          <p:nvSpPr>
            <p:cNvPr id="21" name="TextBox 10">
              <a:extLst>
                <a:ext uri="{FF2B5EF4-FFF2-40B4-BE49-F238E27FC236}">
                  <a16:creationId xmlns:a16="http://schemas.microsoft.com/office/drawing/2014/main" id="{12612A1A-D964-46B2-B713-D505EB9544A2}"/>
                </a:ext>
              </a:extLst>
            </p:cNvPr>
            <p:cNvSpPr txBox="1">
              <a:spLocks noChangeArrowheads="1"/>
            </p:cNvSpPr>
            <p:nvPr/>
          </p:nvSpPr>
          <p:spPr bwMode="auto">
            <a:xfrm>
              <a:off x="7298530" y="2290957"/>
              <a:ext cx="1548000" cy="288000"/>
            </a:xfrm>
            <a:prstGeom prst="roundRect">
              <a:avLst/>
            </a:prstGeom>
            <a:solidFill>
              <a:srgbClr val="C00000"/>
            </a:solidFill>
            <a:ln w="9525">
              <a:solidFill>
                <a:schemeClr val="tx1"/>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dependent</a:t>
              </a:r>
            </a:p>
          </p:txBody>
        </p:sp>
      </p:grpSp>
      <p:cxnSp>
        <p:nvCxnSpPr>
          <p:cNvPr id="22" name="Straight Arrow Connector 21">
            <a:extLst>
              <a:ext uri="{FF2B5EF4-FFF2-40B4-BE49-F238E27FC236}">
                <a16:creationId xmlns:a16="http://schemas.microsoft.com/office/drawing/2014/main" id="{00E32F9E-C227-476B-A99E-BA66DE58F94E}"/>
              </a:ext>
            </a:extLst>
          </p:cNvPr>
          <p:cNvCxnSpPr>
            <a:stCxn id="7" idx="2"/>
            <a:endCxn id="19" idx="0"/>
          </p:cNvCxnSpPr>
          <p:nvPr/>
        </p:nvCxnSpPr>
        <p:spPr>
          <a:xfrm>
            <a:off x="9085138" y="2600702"/>
            <a:ext cx="0" cy="339768"/>
          </a:xfrm>
          <a:prstGeom prst="straightConnector1">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944C3F4C-2959-40D7-ABFD-850393717131}"/>
              </a:ext>
            </a:extLst>
          </p:cNvPr>
          <p:cNvCxnSpPr>
            <a:stCxn id="19" idx="2"/>
            <a:endCxn id="11" idx="0"/>
          </p:cNvCxnSpPr>
          <p:nvPr/>
        </p:nvCxnSpPr>
        <p:spPr>
          <a:xfrm>
            <a:off x="9085138" y="4140799"/>
            <a:ext cx="0" cy="340905"/>
          </a:xfrm>
          <a:prstGeom prst="straightConnector1">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7A310249-14A7-4617-A852-BD013F089445}"/>
              </a:ext>
            </a:extLst>
          </p:cNvPr>
          <p:cNvCxnSpPr>
            <a:stCxn id="19" idx="1"/>
          </p:cNvCxnSpPr>
          <p:nvPr/>
        </p:nvCxnSpPr>
        <p:spPr>
          <a:xfrm flipH="1" flipV="1">
            <a:off x="7858199" y="3540634"/>
            <a:ext cx="308939" cy="1"/>
          </a:xfrm>
          <a:prstGeom prst="straightConnector1">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8A492A59-1E93-4982-80B8-F16687F4D35D}"/>
              </a:ext>
            </a:extLst>
          </p:cNvPr>
          <p:cNvCxnSpPr>
            <a:stCxn id="19" idx="3"/>
            <a:endCxn id="5" idx="1"/>
          </p:cNvCxnSpPr>
          <p:nvPr/>
        </p:nvCxnSpPr>
        <p:spPr>
          <a:xfrm>
            <a:off x="10003138" y="3540635"/>
            <a:ext cx="316860" cy="0"/>
          </a:xfrm>
          <a:prstGeom prst="straightConnector1">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6" name="Elbow Connector 94">
            <a:extLst>
              <a:ext uri="{FF2B5EF4-FFF2-40B4-BE49-F238E27FC236}">
                <a16:creationId xmlns:a16="http://schemas.microsoft.com/office/drawing/2014/main" id="{027A404D-F392-49A9-A107-611A42AED153}"/>
              </a:ext>
            </a:extLst>
          </p:cNvPr>
          <p:cNvCxnSpPr>
            <a:stCxn id="5" idx="0"/>
            <a:endCxn id="7" idx="3"/>
          </p:cNvCxnSpPr>
          <p:nvPr/>
        </p:nvCxnSpPr>
        <p:spPr>
          <a:xfrm rot="16200000" flipV="1">
            <a:off x="9961277" y="2042400"/>
            <a:ext cx="1216931" cy="1133207"/>
          </a:xfrm>
          <a:prstGeom prst="bentConnector2">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7" name="Elbow Connector 96">
            <a:extLst>
              <a:ext uri="{FF2B5EF4-FFF2-40B4-BE49-F238E27FC236}">
                <a16:creationId xmlns:a16="http://schemas.microsoft.com/office/drawing/2014/main" id="{2A8036F6-E60D-4AFD-ADC3-C03B3234BBAD}"/>
              </a:ext>
            </a:extLst>
          </p:cNvPr>
          <p:cNvCxnSpPr>
            <a:stCxn id="7" idx="1"/>
            <a:endCxn id="15" idx="0"/>
          </p:cNvCxnSpPr>
          <p:nvPr/>
        </p:nvCxnSpPr>
        <p:spPr>
          <a:xfrm rot="10800000" flipV="1">
            <a:off x="6940200" y="2000538"/>
            <a:ext cx="1226939" cy="939932"/>
          </a:xfrm>
          <a:prstGeom prst="bentConnector2">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8" name="Elbow Connector 98">
            <a:extLst>
              <a:ext uri="{FF2B5EF4-FFF2-40B4-BE49-F238E27FC236}">
                <a16:creationId xmlns:a16="http://schemas.microsoft.com/office/drawing/2014/main" id="{FBA56AC6-96C9-4599-8760-C864360488C4}"/>
              </a:ext>
            </a:extLst>
          </p:cNvPr>
          <p:cNvCxnSpPr>
            <a:stCxn id="11" idx="1"/>
            <a:endCxn id="15" idx="2"/>
          </p:cNvCxnSpPr>
          <p:nvPr/>
        </p:nvCxnSpPr>
        <p:spPr>
          <a:xfrm rot="10800000">
            <a:off x="6940200" y="4140799"/>
            <a:ext cx="1226939" cy="940980"/>
          </a:xfrm>
          <a:prstGeom prst="bentConnector2">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422941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Memory Manager</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5506893" cy="4086225"/>
          </a:xfrm>
        </p:spPr>
        <p:txBody>
          <a:bodyPr wrap="square" numCol="1" anchor="t" anchorCtr="0" compatLnSpc="1">
            <a:prstTxWarp prst="textNoShape">
              <a:avLst/>
            </a:prstTxWarp>
          </a:bodyPr>
          <a:lstStyle/>
          <a:p>
            <a:r>
              <a:rPr lang="en-US" dirty="0"/>
              <a:t>It is responsible for handling:</a:t>
            </a:r>
            <a:endParaRPr lang="en-US" altLang="en-US" dirty="0">
              <a:ea typeface="ＭＳ Ｐゴシック" panose="020B0600070205080204" pitchFamily="34" charset="-128"/>
            </a:endParaRPr>
          </a:p>
          <a:p>
            <a:pPr lvl="1"/>
            <a:r>
              <a:rPr lang="en-US" dirty="0">
                <a:solidFill>
                  <a:srgbClr val="128CAB"/>
                </a:solidFill>
              </a:rPr>
              <a:t>Large address space</a:t>
            </a:r>
            <a:r>
              <a:rPr lang="en-US" dirty="0"/>
              <a:t>: user processes can reference more RAM memory than what exists physically </a:t>
            </a:r>
          </a:p>
          <a:p>
            <a:pPr lvl="1"/>
            <a:r>
              <a:rPr lang="en-US" dirty="0">
                <a:solidFill>
                  <a:srgbClr val="128CAB"/>
                </a:solidFill>
              </a:rPr>
              <a:t>Protection</a:t>
            </a:r>
            <a:r>
              <a:rPr lang="en-US" dirty="0"/>
              <a:t>: the memory for a process is private and cannot be read or modified by another process; also, the memory manager prevents processes from overwriting code and read-only-data.</a:t>
            </a:r>
          </a:p>
          <a:p>
            <a:pPr lvl="1"/>
            <a:r>
              <a:rPr lang="en-US" dirty="0">
                <a:solidFill>
                  <a:srgbClr val="128CAB"/>
                </a:solidFill>
              </a:rPr>
              <a:t>Memory mapping</a:t>
            </a:r>
            <a:r>
              <a:rPr lang="en-US" dirty="0"/>
              <a:t>: processes can map a file into an area of virtual memory and access the file as memory.</a:t>
            </a:r>
            <a:endParaRPr lang="en-US" altLang="en-US" dirty="0">
              <a:ea typeface="ＭＳ Ｐゴシック" panose="020B0600070205080204" pitchFamily="34" charset="-128"/>
            </a:endParaRPr>
          </a:p>
        </p:txBody>
      </p:sp>
      <p:sp>
        <p:nvSpPr>
          <p:cNvPr id="5" name="TextBox 7">
            <a:extLst>
              <a:ext uri="{FF2B5EF4-FFF2-40B4-BE49-F238E27FC236}">
                <a16:creationId xmlns:a16="http://schemas.microsoft.com/office/drawing/2014/main" id="{FDED79D1-B587-417F-99E4-D7C0E70274A2}"/>
              </a:ext>
            </a:extLst>
          </p:cNvPr>
          <p:cNvSpPr txBox="1">
            <a:spLocks noChangeArrowheads="1"/>
          </p:cNvSpPr>
          <p:nvPr/>
        </p:nvSpPr>
        <p:spPr bwMode="auto">
          <a:xfrm>
            <a:off x="10319998" y="3217469"/>
            <a:ext cx="1632694" cy="646331"/>
          </a:xfrm>
          <a:prstGeom prst="roundRect">
            <a:avLst>
              <a:gd name="adj" fmla="val 10035"/>
            </a:avLst>
          </a:prstGeom>
          <a:solidFill>
            <a:schemeClr val="bg1">
              <a:lumMod val="95000"/>
            </a:schemeClr>
          </a:solidFill>
          <a:ln w="9525">
            <a:solidFill>
              <a:schemeClr val="bg1">
                <a:lumMod val="95000"/>
              </a:schemeClr>
            </a:solidFill>
            <a:miter lim="800000"/>
            <a:headEnd/>
            <a:tailEnd/>
          </a:ln>
          <a:effectLst>
            <a:outerShdw blurRad="50800" dist="76200" dir="2700000" algn="tl" rotWithShape="0">
              <a:prstClr val="black">
                <a:alpha val="40000"/>
              </a:prstClr>
            </a:outerShdw>
          </a:effectLst>
        </p:spPr>
        <p:txBody>
          <a:bodyPr wrap="none">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Inter-Process</a:t>
            </a:r>
          </a:p>
          <a:p>
            <a:pPr algn="ctr" eaLnBrk="1" hangingPunct="1"/>
            <a:r>
              <a:rPr lang="en-US" sz="1800" dirty="0">
                <a:solidFill>
                  <a:schemeClr val="bg1"/>
                </a:solidFill>
                <a:latin typeface="+mn-lt"/>
              </a:rPr>
              <a:t>Communication</a:t>
            </a:r>
          </a:p>
        </p:txBody>
      </p:sp>
      <p:grpSp>
        <p:nvGrpSpPr>
          <p:cNvPr id="6" name="Group 5">
            <a:extLst>
              <a:ext uri="{FF2B5EF4-FFF2-40B4-BE49-F238E27FC236}">
                <a16:creationId xmlns:a16="http://schemas.microsoft.com/office/drawing/2014/main" id="{D9F26FDF-5080-49C0-B8BC-E7E027B98999}"/>
              </a:ext>
            </a:extLst>
          </p:cNvPr>
          <p:cNvGrpSpPr/>
          <p:nvPr/>
        </p:nvGrpSpPr>
        <p:grpSpPr>
          <a:xfrm>
            <a:off x="8167138" y="1400373"/>
            <a:ext cx="1836000" cy="1200329"/>
            <a:chOff x="7140939" y="1486096"/>
            <a:chExt cx="1836000" cy="1200329"/>
          </a:xfrm>
          <a:effectLst>
            <a:outerShdw blurRad="50800" dist="76200" dir="2700000" algn="tl" rotWithShape="0">
              <a:prstClr val="black">
                <a:alpha val="40000"/>
              </a:prstClr>
            </a:outerShdw>
          </a:effectLst>
        </p:grpSpPr>
        <p:sp>
          <p:nvSpPr>
            <p:cNvPr id="7" name="TextBox 4">
              <a:extLst>
                <a:ext uri="{FF2B5EF4-FFF2-40B4-BE49-F238E27FC236}">
                  <a16:creationId xmlns:a16="http://schemas.microsoft.com/office/drawing/2014/main" id="{305881EF-B8CF-4E30-AB1C-FF6443842565}"/>
                </a:ext>
              </a:extLst>
            </p:cNvPr>
            <p:cNvSpPr txBox="1">
              <a:spLocks noChangeArrowheads="1"/>
            </p:cNvSpPr>
            <p:nvPr/>
          </p:nvSpPr>
          <p:spPr bwMode="auto">
            <a:xfrm>
              <a:off x="7140939" y="1486096"/>
              <a:ext cx="1836000" cy="1200329"/>
            </a:xfrm>
            <a:prstGeom prst="roundRect">
              <a:avLst>
                <a:gd name="adj" fmla="val 7145"/>
              </a:avLst>
            </a:prstGeom>
            <a:solidFill>
              <a:srgbClr val="FFC000"/>
            </a:solidFill>
            <a:ln w="0">
              <a:solidFill>
                <a:schemeClr val="tx1"/>
              </a:solidFill>
              <a:miter lim="800000"/>
              <a:headEnd/>
              <a:tailEnd/>
            </a:ln>
          </p:spPr>
          <p:txBody>
            <a:bodyPr wrap="none">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Memory Manager</a:t>
              </a: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p:txBody>
        </p:sp>
        <p:sp>
          <p:nvSpPr>
            <p:cNvPr id="8" name="TextBox 9">
              <a:extLst>
                <a:ext uri="{FF2B5EF4-FFF2-40B4-BE49-F238E27FC236}">
                  <a16:creationId xmlns:a16="http://schemas.microsoft.com/office/drawing/2014/main" id="{C5F116D3-D6EE-4B98-80BD-BCD84B522FEA}"/>
                </a:ext>
              </a:extLst>
            </p:cNvPr>
            <p:cNvSpPr txBox="1">
              <a:spLocks noChangeArrowheads="1"/>
            </p:cNvSpPr>
            <p:nvPr/>
          </p:nvSpPr>
          <p:spPr bwMode="auto">
            <a:xfrm>
              <a:off x="7279480" y="1843274"/>
              <a:ext cx="1548000" cy="288000"/>
            </a:xfrm>
            <a:prstGeom prst="roundRect">
              <a:avLst/>
            </a:prstGeom>
            <a:solidFill>
              <a:srgbClr val="FFC000"/>
            </a:solidFill>
            <a:ln w="0">
              <a:solidFill>
                <a:schemeClr val="tx1"/>
              </a:solidFill>
              <a:miter lim="800000"/>
              <a:headEnd/>
              <a:tailEnd/>
            </a:ln>
          </p:spPr>
          <p:txBody>
            <a:bodyPr wrap="none"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independent</a:t>
              </a:r>
            </a:p>
          </p:txBody>
        </p:sp>
        <p:sp>
          <p:nvSpPr>
            <p:cNvPr id="9" name="TextBox 10">
              <a:extLst>
                <a:ext uri="{FF2B5EF4-FFF2-40B4-BE49-F238E27FC236}">
                  <a16:creationId xmlns:a16="http://schemas.microsoft.com/office/drawing/2014/main" id="{060CF535-8A39-4B51-8DB8-62B0F1EC0B4E}"/>
                </a:ext>
              </a:extLst>
            </p:cNvPr>
            <p:cNvSpPr txBox="1">
              <a:spLocks noChangeArrowheads="1"/>
            </p:cNvSpPr>
            <p:nvPr/>
          </p:nvSpPr>
          <p:spPr bwMode="auto">
            <a:xfrm>
              <a:off x="7298530" y="2290957"/>
              <a:ext cx="1548000" cy="288000"/>
            </a:xfrm>
            <a:prstGeom prst="roundRect">
              <a:avLst/>
            </a:prstGeom>
            <a:solidFill>
              <a:srgbClr val="C00000"/>
            </a:solidFill>
            <a:ln w="0">
              <a:solidFill>
                <a:schemeClr val="tx1"/>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dependent</a:t>
              </a:r>
            </a:p>
          </p:txBody>
        </p:sp>
      </p:grpSp>
      <p:grpSp>
        <p:nvGrpSpPr>
          <p:cNvPr id="10" name="Group 9">
            <a:extLst>
              <a:ext uri="{FF2B5EF4-FFF2-40B4-BE49-F238E27FC236}">
                <a16:creationId xmlns:a16="http://schemas.microsoft.com/office/drawing/2014/main" id="{3B516E1E-F7D4-45A5-875E-178FC4A8BED3}"/>
              </a:ext>
            </a:extLst>
          </p:cNvPr>
          <p:cNvGrpSpPr/>
          <p:nvPr/>
        </p:nvGrpSpPr>
        <p:grpSpPr>
          <a:xfrm>
            <a:off x="8167138" y="4481704"/>
            <a:ext cx="1836000" cy="1200150"/>
            <a:chOff x="7169945" y="4338819"/>
            <a:chExt cx="2052637" cy="1200150"/>
          </a:xfrm>
          <a:solidFill>
            <a:schemeClr val="bg1">
              <a:lumMod val="95000"/>
            </a:schemeClr>
          </a:solidFill>
          <a:effectLst>
            <a:outerShdw blurRad="50800" dist="76200" dir="2700000" algn="tl" rotWithShape="0">
              <a:prstClr val="black">
                <a:alpha val="40000"/>
              </a:prstClr>
            </a:outerShdw>
          </a:effectLst>
        </p:grpSpPr>
        <p:sp>
          <p:nvSpPr>
            <p:cNvPr id="11" name="TextBox 8">
              <a:extLst>
                <a:ext uri="{FF2B5EF4-FFF2-40B4-BE49-F238E27FC236}">
                  <a16:creationId xmlns:a16="http://schemas.microsoft.com/office/drawing/2014/main" id="{F75367C4-8657-479C-A91F-1C88CF12E69A}"/>
                </a:ext>
              </a:extLst>
            </p:cNvPr>
            <p:cNvSpPr txBox="1">
              <a:spLocks noChangeArrowheads="1"/>
            </p:cNvSpPr>
            <p:nvPr/>
          </p:nvSpPr>
          <p:spPr bwMode="auto">
            <a:xfrm>
              <a:off x="7169945" y="4338819"/>
              <a:ext cx="2052637" cy="1200150"/>
            </a:xfrm>
            <a:prstGeom prst="roundRect">
              <a:avLst>
                <a:gd name="adj" fmla="val 8334"/>
              </a:avLst>
            </a:prstGeom>
            <a:grpFill/>
            <a:ln w="9525">
              <a:solidFill>
                <a:schemeClr val="bg1">
                  <a:lumMod val="95000"/>
                </a:schemeClr>
              </a:solidFill>
              <a:miter lim="800000"/>
              <a:headEnd/>
              <a:tailEnd/>
            </a:ln>
          </p:spPr>
          <p:txBody>
            <a:bodyP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Network</a:t>
              </a: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p:txBody>
        </p:sp>
        <p:sp>
          <p:nvSpPr>
            <p:cNvPr id="12" name="TextBox 11">
              <a:extLst>
                <a:ext uri="{FF2B5EF4-FFF2-40B4-BE49-F238E27FC236}">
                  <a16:creationId xmlns:a16="http://schemas.microsoft.com/office/drawing/2014/main" id="{1748EC83-2108-4846-A7E9-7E8980D029DE}"/>
                </a:ext>
              </a:extLst>
            </p:cNvPr>
            <p:cNvSpPr txBox="1">
              <a:spLocks noChangeArrowheads="1"/>
            </p:cNvSpPr>
            <p:nvPr/>
          </p:nvSpPr>
          <p:spPr bwMode="auto">
            <a:xfrm>
              <a:off x="7355682" y="4757918"/>
              <a:ext cx="1728788" cy="288000"/>
            </a:xfrm>
            <a:prstGeom prst="roundRect">
              <a:avLst/>
            </a:prstGeom>
            <a:grpFill/>
            <a:ln w="9525">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Network Protocols</a:t>
              </a:r>
            </a:p>
          </p:txBody>
        </p:sp>
        <p:sp>
          <p:nvSpPr>
            <p:cNvPr id="13" name="TextBox 12">
              <a:extLst>
                <a:ext uri="{FF2B5EF4-FFF2-40B4-BE49-F238E27FC236}">
                  <a16:creationId xmlns:a16="http://schemas.microsoft.com/office/drawing/2014/main" id="{0B8B43C8-6BB4-4B90-B1B1-F2F38E60E56B}"/>
                </a:ext>
              </a:extLst>
            </p:cNvPr>
            <p:cNvSpPr txBox="1">
              <a:spLocks noChangeArrowheads="1"/>
            </p:cNvSpPr>
            <p:nvPr/>
          </p:nvSpPr>
          <p:spPr bwMode="auto">
            <a:xfrm>
              <a:off x="7360445" y="5124631"/>
              <a:ext cx="1728787" cy="288000"/>
            </a:xfrm>
            <a:prstGeom prst="roundRect">
              <a:avLst/>
            </a:prstGeom>
            <a:grpFill/>
            <a:ln w="9525">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a:solidFill>
                    <a:schemeClr val="bg1"/>
                  </a:solidFill>
                  <a:latin typeface="+mn-lt"/>
                </a:rPr>
                <a:t>Hardware driver</a:t>
              </a:r>
            </a:p>
          </p:txBody>
        </p:sp>
      </p:grpSp>
      <p:grpSp>
        <p:nvGrpSpPr>
          <p:cNvPr id="14" name="Group 13">
            <a:extLst>
              <a:ext uri="{FF2B5EF4-FFF2-40B4-BE49-F238E27FC236}">
                <a16:creationId xmlns:a16="http://schemas.microsoft.com/office/drawing/2014/main" id="{DA9E1202-B594-48B5-9077-3D03154AC031}"/>
              </a:ext>
            </a:extLst>
          </p:cNvPr>
          <p:cNvGrpSpPr/>
          <p:nvPr/>
        </p:nvGrpSpPr>
        <p:grpSpPr>
          <a:xfrm>
            <a:off x="6022199" y="2940470"/>
            <a:ext cx="1836000" cy="1200329"/>
            <a:chOff x="4550569" y="2838450"/>
            <a:chExt cx="2052000" cy="1200329"/>
          </a:xfrm>
          <a:solidFill>
            <a:schemeClr val="bg1">
              <a:lumMod val="95000"/>
            </a:schemeClr>
          </a:solidFill>
          <a:effectLst>
            <a:outerShdw blurRad="50800" dist="76200" dir="2700000" algn="tl" rotWithShape="0">
              <a:prstClr val="black">
                <a:alpha val="40000"/>
              </a:prstClr>
            </a:outerShdw>
          </a:effectLst>
        </p:grpSpPr>
        <p:sp>
          <p:nvSpPr>
            <p:cNvPr id="15" name="TextBox 5">
              <a:extLst>
                <a:ext uri="{FF2B5EF4-FFF2-40B4-BE49-F238E27FC236}">
                  <a16:creationId xmlns:a16="http://schemas.microsoft.com/office/drawing/2014/main" id="{5245E94D-8581-4D4B-BD1D-CCE4569105A0}"/>
                </a:ext>
              </a:extLst>
            </p:cNvPr>
            <p:cNvSpPr txBox="1">
              <a:spLocks noChangeArrowheads="1"/>
            </p:cNvSpPr>
            <p:nvPr/>
          </p:nvSpPr>
          <p:spPr bwMode="auto">
            <a:xfrm>
              <a:off x="4550569" y="2838450"/>
              <a:ext cx="2052000" cy="1200329"/>
            </a:xfrm>
            <a:prstGeom prst="roundRect">
              <a:avLst>
                <a:gd name="adj" fmla="val 8335"/>
              </a:avLst>
            </a:prstGeom>
            <a:grpFill/>
            <a:ln w="9525">
              <a:solidFill>
                <a:schemeClr val="bg1">
                  <a:lumMod val="95000"/>
                </a:schemeClr>
              </a:solidFill>
              <a:miter lim="800000"/>
              <a:headEnd/>
              <a:tailEnd/>
            </a:ln>
          </p:spPr>
          <p:txBody>
            <a:bodyPr wrap="none">
              <a:noAutofit/>
            </a:bodyPr>
            <a:lstStyle>
              <a:defPPr>
                <a:defRPr lang="en-US"/>
              </a:defPPr>
              <a:lvl1pPr algn="ctr">
                <a:defRPr>
                  <a:solidFill>
                    <a:schemeClr val="bg1"/>
                  </a:solidFill>
                  <a:ea typeface="ＭＳ Ｐゴシック" charset="0"/>
                  <a:cs typeface="ＭＳ Ｐゴシック" charset="0"/>
                </a:defRPr>
              </a:lvl1pPr>
              <a:lvl2pPr marL="37931725" indent="-37474525" eaLnBrk="0" hangingPunct="0">
                <a:defRPr sz="2400">
                  <a:latin typeface="Tahoma" charset="0"/>
                  <a:ea typeface="ＭＳ Ｐゴシック" charset="0"/>
                </a:defRPr>
              </a:lvl2pPr>
              <a:lvl3pPr eaLnBrk="0" hangingPunct="0">
                <a:defRPr sz="2400">
                  <a:latin typeface="Tahoma" charset="0"/>
                  <a:ea typeface="ＭＳ Ｐゴシック" charset="0"/>
                </a:defRPr>
              </a:lvl3pPr>
              <a:lvl4pPr eaLnBrk="0" hangingPunct="0">
                <a:defRPr sz="2400">
                  <a:latin typeface="Tahoma" charset="0"/>
                  <a:ea typeface="ＭＳ Ｐゴシック" charset="0"/>
                </a:defRPr>
              </a:lvl4pPr>
              <a:lvl5pPr eaLnBrk="0" hangingPunct="0">
                <a:defRPr sz="2400">
                  <a:latin typeface="Tahoma" charset="0"/>
                  <a:ea typeface="ＭＳ Ｐゴシック" charset="0"/>
                </a:defRPr>
              </a:lvl5pPr>
              <a:lvl6pPr marL="457200" eaLnBrk="0" fontAlgn="base" hangingPunct="0">
                <a:spcBef>
                  <a:spcPct val="0"/>
                </a:spcBef>
                <a:spcAft>
                  <a:spcPct val="0"/>
                </a:spcAft>
                <a:defRPr sz="2400">
                  <a:latin typeface="Tahoma" charset="0"/>
                  <a:ea typeface="ＭＳ Ｐゴシック" charset="0"/>
                </a:defRPr>
              </a:lvl6pPr>
              <a:lvl7pPr marL="914400" eaLnBrk="0" fontAlgn="base" hangingPunct="0">
                <a:spcBef>
                  <a:spcPct val="0"/>
                </a:spcBef>
                <a:spcAft>
                  <a:spcPct val="0"/>
                </a:spcAft>
                <a:defRPr sz="2400">
                  <a:latin typeface="Tahoma" charset="0"/>
                  <a:ea typeface="ＭＳ Ｐゴシック" charset="0"/>
                </a:defRPr>
              </a:lvl7pPr>
              <a:lvl8pPr marL="1371600" eaLnBrk="0" fontAlgn="base" hangingPunct="0">
                <a:spcBef>
                  <a:spcPct val="0"/>
                </a:spcBef>
                <a:spcAft>
                  <a:spcPct val="0"/>
                </a:spcAft>
                <a:defRPr sz="2400">
                  <a:latin typeface="Tahoma" charset="0"/>
                  <a:ea typeface="ＭＳ Ｐゴシック" charset="0"/>
                </a:defRPr>
              </a:lvl8pPr>
              <a:lvl9pPr marL="1828800" eaLnBrk="0" fontAlgn="base" hangingPunct="0">
                <a:spcBef>
                  <a:spcPct val="0"/>
                </a:spcBef>
                <a:spcAft>
                  <a:spcPct val="0"/>
                </a:spcAft>
                <a:defRPr sz="2400">
                  <a:latin typeface="Tahoma" charset="0"/>
                  <a:ea typeface="ＭＳ Ｐゴシック" charset="0"/>
                </a:defRPr>
              </a:lvl9pPr>
            </a:lstStyle>
            <a:p>
              <a:r>
                <a:rPr lang="en-US" dirty="0"/>
                <a:t>Virtual File System</a:t>
              </a:r>
            </a:p>
            <a:p>
              <a:endParaRPr lang="en-US" dirty="0"/>
            </a:p>
            <a:p>
              <a:endParaRPr lang="en-US" dirty="0"/>
            </a:p>
            <a:p>
              <a:endParaRPr lang="en-US" dirty="0"/>
            </a:p>
          </p:txBody>
        </p:sp>
        <p:sp>
          <p:nvSpPr>
            <p:cNvPr id="16" name="TextBox 13">
              <a:extLst>
                <a:ext uri="{FF2B5EF4-FFF2-40B4-BE49-F238E27FC236}">
                  <a16:creationId xmlns:a16="http://schemas.microsoft.com/office/drawing/2014/main" id="{A1A652DF-891B-4B8A-8542-524413B7FFE7}"/>
                </a:ext>
              </a:extLst>
            </p:cNvPr>
            <p:cNvSpPr txBox="1">
              <a:spLocks noChangeArrowheads="1"/>
            </p:cNvSpPr>
            <p:nvPr/>
          </p:nvSpPr>
          <p:spPr bwMode="auto">
            <a:xfrm>
              <a:off x="4698208" y="3235324"/>
              <a:ext cx="1728000" cy="288000"/>
            </a:xfrm>
            <a:prstGeom prst="roundRect">
              <a:avLst/>
            </a:prstGeom>
            <a:grpFill/>
            <a:ln w="9525">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Logical File System</a:t>
              </a:r>
            </a:p>
          </p:txBody>
        </p:sp>
        <p:sp>
          <p:nvSpPr>
            <p:cNvPr id="17" name="TextBox 14">
              <a:extLst>
                <a:ext uri="{FF2B5EF4-FFF2-40B4-BE49-F238E27FC236}">
                  <a16:creationId xmlns:a16="http://schemas.microsoft.com/office/drawing/2014/main" id="{3A5B54BA-550A-48FE-8A6F-110A040F621A}"/>
                </a:ext>
              </a:extLst>
            </p:cNvPr>
            <p:cNvSpPr txBox="1">
              <a:spLocks noChangeArrowheads="1"/>
            </p:cNvSpPr>
            <p:nvPr/>
          </p:nvSpPr>
          <p:spPr bwMode="auto">
            <a:xfrm>
              <a:off x="4702970" y="3602037"/>
              <a:ext cx="1728788" cy="288000"/>
            </a:xfrm>
            <a:prstGeom prst="roundRect">
              <a:avLst/>
            </a:prstGeom>
            <a:grpFill/>
            <a:ln w="9525">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a:solidFill>
                    <a:schemeClr val="bg1"/>
                  </a:solidFill>
                  <a:latin typeface="+mn-lt"/>
                </a:rPr>
                <a:t>Hardware Drivers</a:t>
              </a:r>
            </a:p>
          </p:txBody>
        </p:sp>
      </p:grpSp>
      <p:grpSp>
        <p:nvGrpSpPr>
          <p:cNvPr id="18" name="Group 17">
            <a:extLst>
              <a:ext uri="{FF2B5EF4-FFF2-40B4-BE49-F238E27FC236}">
                <a16:creationId xmlns:a16="http://schemas.microsoft.com/office/drawing/2014/main" id="{5658F44B-7BB3-4C35-86BF-98E4B91BE9F1}"/>
              </a:ext>
            </a:extLst>
          </p:cNvPr>
          <p:cNvGrpSpPr/>
          <p:nvPr/>
        </p:nvGrpSpPr>
        <p:grpSpPr>
          <a:xfrm>
            <a:off x="8167138" y="2940470"/>
            <a:ext cx="1836000" cy="1200329"/>
            <a:chOff x="7140939" y="1486096"/>
            <a:chExt cx="1836000" cy="1200329"/>
          </a:xfrm>
          <a:solidFill>
            <a:schemeClr val="bg1">
              <a:lumMod val="95000"/>
            </a:schemeClr>
          </a:solidFill>
          <a:effectLst>
            <a:outerShdw blurRad="50800" dist="76200" dir="2700000" algn="tl" rotWithShape="0">
              <a:prstClr val="black">
                <a:alpha val="40000"/>
              </a:prstClr>
            </a:outerShdw>
          </a:effectLst>
        </p:grpSpPr>
        <p:sp>
          <p:nvSpPr>
            <p:cNvPr id="19" name="TextBox 4">
              <a:extLst>
                <a:ext uri="{FF2B5EF4-FFF2-40B4-BE49-F238E27FC236}">
                  <a16:creationId xmlns:a16="http://schemas.microsoft.com/office/drawing/2014/main" id="{F583130C-3721-433A-ACCE-B17F6B1B5AAE}"/>
                </a:ext>
              </a:extLst>
            </p:cNvPr>
            <p:cNvSpPr txBox="1">
              <a:spLocks noChangeArrowheads="1"/>
            </p:cNvSpPr>
            <p:nvPr/>
          </p:nvSpPr>
          <p:spPr bwMode="auto">
            <a:xfrm>
              <a:off x="7140939" y="1486096"/>
              <a:ext cx="1836000" cy="1200329"/>
            </a:xfrm>
            <a:prstGeom prst="roundRect">
              <a:avLst>
                <a:gd name="adj" fmla="val 7145"/>
              </a:avLst>
            </a:prstGeom>
            <a:grpFill/>
            <a:ln w="9525">
              <a:solidFill>
                <a:schemeClr val="bg1">
                  <a:lumMod val="95000"/>
                </a:schemeClr>
              </a:solidFill>
              <a:miter lim="800000"/>
              <a:headEnd/>
              <a:tailEnd/>
            </a:ln>
          </p:spPr>
          <p:txBody>
            <a:bodyPr wrap="none">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Process Scheduler</a:t>
              </a:r>
            </a:p>
          </p:txBody>
        </p:sp>
        <p:sp>
          <p:nvSpPr>
            <p:cNvPr id="20" name="TextBox 9">
              <a:extLst>
                <a:ext uri="{FF2B5EF4-FFF2-40B4-BE49-F238E27FC236}">
                  <a16:creationId xmlns:a16="http://schemas.microsoft.com/office/drawing/2014/main" id="{C82B77E2-D682-4E49-869C-95BAD002DCB3}"/>
                </a:ext>
              </a:extLst>
            </p:cNvPr>
            <p:cNvSpPr txBox="1">
              <a:spLocks noChangeArrowheads="1"/>
            </p:cNvSpPr>
            <p:nvPr/>
          </p:nvSpPr>
          <p:spPr bwMode="auto">
            <a:xfrm>
              <a:off x="7279480" y="1843274"/>
              <a:ext cx="1548000" cy="288000"/>
            </a:xfrm>
            <a:prstGeom prst="roundRect">
              <a:avLst/>
            </a:prstGeom>
            <a:grpFill/>
            <a:ln w="9525">
              <a:solidFill>
                <a:schemeClr val="bg1">
                  <a:lumMod val="95000"/>
                </a:schemeClr>
              </a:solidFill>
              <a:miter lim="800000"/>
              <a:headEnd/>
              <a:tailEnd/>
            </a:ln>
          </p:spPr>
          <p:txBody>
            <a:bodyPr wrap="none"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independent</a:t>
              </a:r>
            </a:p>
          </p:txBody>
        </p:sp>
        <p:sp>
          <p:nvSpPr>
            <p:cNvPr id="21" name="TextBox 10">
              <a:extLst>
                <a:ext uri="{FF2B5EF4-FFF2-40B4-BE49-F238E27FC236}">
                  <a16:creationId xmlns:a16="http://schemas.microsoft.com/office/drawing/2014/main" id="{79D352E8-C2AD-481D-B6D1-261A3847D0EC}"/>
                </a:ext>
              </a:extLst>
            </p:cNvPr>
            <p:cNvSpPr txBox="1">
              <a:spLocks noChangeArrowheads="1"/>
            </p:cNvSpPr>
            <p:nvPr/>
          </p:nvSpPr>
          <p:spPr bwMode="auto">
            <a:xfrm>
              <a:off x="7298530" y="2290957"/>
              <a:ext cx="1548000" cy="288000"/>
            </a:xfrm>
            <a:prstGeom prst="roundRect">
              <a:avLst/>
            </a:prstGeom>
            <a:grpFill/>
            <a:ln w="9525">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dependent</a:t>
              </a:r>
            </a:p>
          </p:txBody>
        </p:sp>
      </p:grpSp>
      <p:cxnSp>
        <p:nvCxnSpPr>
          <p:cNvPr id="22" name="Straight Arrow Connector 21">
            <a:extLst>
              <a:ext uri="{FF2B5EF4-FFF2-40B4-BE49-F238E27FC236}">
                <a16:creationId xmlns:a16="http://schemas.microsoft.com/office/drawing/2014/main" id="{C75B7D88-42FD-486B-9D57-339BD71AEDED}"/>
              </a:ext>
            </a:extLst>
          </p:cNvPr>
          <p:cNvCxnSpPr>
            <a:stCxn id="7" idx="2"/>
            <a:endCxn id="19" idx="0"/>
          </p:cNvCxnSpPr>
          <p:nvPr/>
        </p:nvCxnSpPr>
        <p:spPr>
          <a:xfrm>
            <a:off x="9085138" y="2600702"/>
            <a:ext cx="0" cy="339768"/>
          </a:xfrm>
          <a:prstGeom prst="straightConnector1">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CB0393B1-3851-416B-9B1A-D7C08E74915D}"/>
              </a:ext>
            </a:extLst>
          </p:cNvPr>
          <p:cNvCxnSpPr>
            <a:stCxn id="19" idx="2"/>
            <a:endCxn id="11" idx="0"/>
          </p:cNvCxnSpPr>
          <p:nvPr/>
        </p:nvCxnSpPr>
        <p:spPr>
          <a:xfrm>
            <a:off x="9085138" y="4140799"/>
            <a:ext cx="0" cy="340905"/>
          </a:xfrm>
          <a:prstGeom prst="straightConnector1">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92F32F2F-CE82-4630-8506-39274535AC19}"/>
              </a:ext>
            </a:extLst>
          </p:cNvPr>
          <p:cNvCxnSpPr>
            <a:stCxn id="19" idx="1"/>
          </p:cNvCxnSpPr>
          <p:nvPr/>
        </p:nvCxnSpPr>
        <p:spPr>
          <a:xfrm flipH="1" flipV="1">
            <a:off x="7858199" y="3540634"/>
            <a:ext cx="308939" cy="1"/>
          </a:xfrm>
          <a:prstGeom prst="straightConnector1">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78D8D373-CDC2-426A-BB16-E2F5C94604DE}"/>
              </a:ext>
            </a:extLst>
          </p:cNvPr>
          <p:cNvCxnSpPr>
            <a:stCxn id="19" idx="3"/>
            <a:endCxn id="5" idx="1"/>
          </p:cNvCxnSpPr>
          <p:nvPr/>
        </p:nvCxnSpPr>
        <p:spPr>
          <a:xfrm>
            <a:off x="10003138" y="3540635"/>
            <a:ext cx="316860" cy="0"/>
          </a:xfrm>
          <a:prstGeom prst="straightConnector1">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6" name="Elbow Connector 94">
            <a:extLst>
              <a:ext uri="{FF2B5EF4-FFF2-40B4-BE49-F238E27FC236}">
                <a16:creationId xmlns:a16="http://schemas.microsoft.com/office/drawing/2014/main" id="{60F50B94-4823-4E0D-B097-C1B617B538AC}"/>
              </a:ext>
            </a:extLst>
          </p:cNvPr>
          <p:cNvCxnSpPr>
            <a:stCxn id="5" idx="0"/>
            <a:endCxn id="7" idx="3"/>
          </p:cNvCxnSpPr>
          <p:nvPr/>
        </p:nvCxnSpPr>
        <p:spPr>
          <a:xfrm rot="16200000" flipV="1">
            <a:off x="9961277" y="2042400"/>
            <a:ext cx="1216931" cy="1133207"/>
          </a:xfrm>
          <a:prstGeom prst="bentConnector2">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7" name="Elbow Connector 96">
            <a:extLst>
              <a:ext uri="{FF2B5EF4-FFF2-40B4-BE49-F238E27FC236}">
                <a16:creationId xmlns:a16="http://schemas.microsoft.com/office/drawing/2014/main" id="{04CCE950-91B5-43A3-9EB4-91C687D3144F}"/>
              </a:ext>
            </a:extLst>
          </p:cNvPr>
          <p:cNvCxnSpPr>
            <a:stCxn id="7" idx="1"/>
            <a:endCxn id="15" idx="0"/>
          </p:cNvCxnSpPr>
          <p:nvPr/>
        </p:nvCxnSpPr>
        <p:spPr>
          <a:xfrm rot="10800000" flipV="1">
            <a:off x="6940200" y="2000538"/>
            <a:ext cx="1226939" cy="939932"/>
          </a:xfrm>
          <a:prstGeom prst="bentConnector2">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8" name="Elbow Connector 98">
            <a:extLst>
              <a:ext uri="{FF2B5EF4-FFF2-40B4-BE49-F238E27FC236}">
                <a16:creationId xmlns:a16="http://schemas.microsoft.com/office/drawing/2014/main" id="{401B636E-76B1-4FF2-BD34-2FD870D4EC1C}"/>
              </a:ext>
            </a:extLst>
          </p:cNvPr>
          <p:cNvCxnSpPr>
            <a:stCxn id="11" idx="1"/>
            <a:endCxn id="15" idx="2"/>
          </p:cNvCxnSpPr>
          <p:nvPr/>
        </p:nvCxnSpPr>
        <p:spPr>
          <a:xfrm rot="10800000">
            <a:off x="6940200" y="4140799"/>
            <a:ext cx="1226939" cy="940980"/>
          </a:xfrm>
          <a:prstGeom prst="bentConnector2">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34590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Memory Manager</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6" y="1639888"/>
            <a:ext cx="5345311" cy="4086225"/>
          </a:xfrm>
        </p:spPr>
        <p:txBody>
          <a:bodyPr wrap="square" numCol="1" anchor="t" anchorCtr="0" compatLnSpc="1">
            <a:prstTxWarp prst="textNoShape">
              <a:avLst/>
            </a:prstTxWarp>
          </a:bodyPr>
          <a:lstStyle/>
          <a:p>
            <a:r>
              <a:rPr lang="en-US" dirty="0"/>
              <a:t>It is responsible for handling:</a:t>
            </a:r>
            <a:endParaRPr lang="en-US" altLang="en-US" dirty="0">
              <a:ea typeface="ＭＳ Ｐゴシック" panose="020B0600070205080204" pitchFamily="34" charset="-128"/>
            </a:endParaRPr>
          </a:p>
          <a:p>
            <a:pPr marL="398145" lvl="1" indent="-166370"/>
            <a:r>
              <a:rPr lang="en-US" dirty="0">
                <a:solidFill>
                  <a:srgbClr val="128CAB"/>
                </a:solidFill>
              </a:rPr>
              <a:t>Fair access to physical memory</a:t>
            </a:r>
            <a:r>
              <a:rPr lang="en-US" dirty="0"/>
              <a:t>: it ensures that processes all have fair access to the memory resources, ensuring reasonable system performance.</a:t>
            </a:r>
            <a:endParaRPr lang="en-US" dirty="0">
              <a:cs typeface="Calibri"/>
            </a:endParaRPr>
          </a:p>
          <a:p>
            <a:pPr marL="398145" lvl="1" indent="-166370"/>
            <a:r>
              <a:rPr lang="en-US" dirty="0">
                <a:solidFill>
                  <a:srgbClr val="128CAB"/>
                </a:solidFill>
                <a:ea typeface="ＭＳ Ｐゴシック"/>
              </a:rPr>
              <a:t>Shared memory</a:t>
            </a:r>
            <a:r>
              <a:rPr lang="en-US" dirty="0">
                <a:ea typeface="ＭＳ Ｐゴシック"/>
              </a:rPr>
              <a:t>: it allows processes to share some portion of their memory (e.g., executable code is usually shared amongst processes).</a:t>
            </a:r>
            <a:endParaRPr lang="en-US" altLang="en-US" dirty="0">
              <a:ea typeface="ＭＳ Ｐゴシック"/>
              <a:cs typeface="Calibri"/>
            </a:endParaRPr>
          </a:p>
        </p:txBody>
      </p:sp>
      <p:sp>
        <p:nvSpPr>
          <p:cNvPr id="5" name="TextBox 7">
            <a:extLst>
              <a:ext uri="{FF2B5EF4-FFF2-40B4-BE49-F238E27FC236}">
                <a16:creationId xmlns:a16="http://schemas.microsoft.com/office/drawing/2014/main" id="{518FA029-8A5C-44DF-8337-783C3517B038}"/>
              </a:ext>
            </a:extLst>
          </p:cNvPr>
          <p:cNvSpPr txBox="1">
            <a:spLocks noChangeArrowheads="1"/>
          </p:cNvSpPr>
          <p:nvPr/>
        </p:nvSpPr>
        <p:spPr bwMode="auto">
          <a:xfrm>
            <a:off x="10319998" y="3217469"/>
            <a:ext cx="1632694" cy="646331"/>
          </a:xfrm>
          <a:prstGeom prst="roundRect">
            <a:avLst>
              <a:gd name="adj" fmla="val 10035"/>
            </a:avLst>
          </a:prstGeom>
          <a:solidFill>
            <a:schemeClr val="bg1">
              <a:lumMod val="95000"/>
            </a:schemeClr>
          </a:solidFill>
          <a:ln w="9525">
            <a:solidFill>
              <a:schemeClr val="bg1">
                <a:lumMod val="95000"/>
              </a:schemeClr>
            </a:solidFill>
            <a:miter lim="800000"/>
            <a:headEnd/>
            <a:tailEnd/>
          </a:ln>
          <a:effectLst>
            <a:outerShdw blurRad="50800" dist="76200" dir="2700000" algn="tl" rotWithShape="0">
              <a:prstClr val="black">
                <a:alpha val="40000"/>
              </a:prstClr>
            </a:outerShdw>
          </a:effectLst>
        </p:spPr>
        <p:txBody>
          <a:bodyPr wrap="none">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Inter-Process</a:t>
            </a:r>
          </a:p>
          <a:p>
            <a:pPr algn="ctr" eaLnBrk="1" hangingPunct="1"/>
            <a:r>
              <a:rPr lang="en-US" sz="1800" dirty="0">
                <a:solidFill>
                  <a:schemeClr val="bg1"/>
                </a:solidFill>
                <a:latin typeface="+mn-lt"/>
              </a:rPr>
              <a:t>Communication</a:t>
            </a:r>
          </a:p>
        </p:txBody>
      </p:sp>
      <p:grpSp>
        <p:nvGrpSpPr>
          <p:cNvPr id="6" name="Group 5">
            <a:extLst>
              <a:ext uri="{FF2B5EF4-FFF2-40B4-BE49-F238E27FC236}">
                <a16:creationId xmlns:a16="http://schemas.microsoft.com/office/drawing/2014/main" id="{F4FA19B6-5962-4C5E-854C-BE3505D81E4C}"/>
              </a:ext>
            </a:extLst>
          </p:cNvPr>
          <p:cNvGrpSpPr/>
          <p:nvPr/>
        </p:nvGrpSpPr>
        <p:grpSpPr>
          <a:xfrm>
            <a:off x="8167138" y="1400373"/>
            <a:ext cx="1836000" cy="1200329"/>
            <a:chOff x="7140939" y="1486096"/>
            <a:chExt cx="1836000" cy="1200329"/>
          </a:xfrm>
          <a:effectLst>
            <a:outerShdw blurRad="50800" dist="76200" dir="2700000" algn="tl" rotWithShape="0">
              <a:prstClr val="black">
                <a:alpha val="40000"/>
              </a:prstClr>
            </a:outerShdw>
          </a:effectLst>
        </p:grpSpPr>
        <p:sp>
          <p:nvSpPr>
            <p:cNvPr id="7" name="TextBox 4">
              <a:extLst>
                <a:ext uri="{FF2B5EF4-FFF2-40B4-BE49-F238E27FC236}">
                  <a16:creationId xmlns:a16="http://schemas.microsoft.com/office/drawing/2014/main" id="{75FAA1B9-77AD-4CCA-81AC-52019975504C}"/>
                </a:ext>
              </a:extLst>
            </p:cNvPr>
            <p:cNvSpPr txBox="1">
              <a:spLocks noChangeArrowheads="1"/>
            </p:cNvSpPr>
            <p:nvPr/>
          </p:nvSpPr>
          <p:spPr bwMode="auto">
            <a:xfrm>
              <a:off x="7140939" y="1486096"/>
              <a:ext cx="1836000" cy="1200329"/>
            </a:xfrm>
            <a:prstGeom prst="roundRect">
              <a:avLst>
                <a:gd name="adj" fmla="val 7145"/>
              </a:avLst>
            </a:prstGeom>
            <a:solidFill>
              <a:srgbClr val="FFC000"/>
            </a:solidFill>
            <a:ln w="0">
              <a:solidFill>
                <a:schemeClr val="tx1"/>
              </a:solidFill>
              <a:miter lim="800000"/>
              <a:headEnd/>
              <a:tailEnd/>
            </a:ln>
          </p:spPr>
          <p:txBody>
            <a:bodyPr wrap="none">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Memory Manager</a:t>
              </a: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p:txBody>
        </p:sp>
        <p:sp>
          <p:nvSpPr>
            <p:cNvPr id="8" name="TextBox 9">
              <a:extLst>
                <a:ext uri="{FF2B5EF4-FFF2-40B4-BE49-F238E27FC236}">
                  <a16:creationId xmlns:a16="http://schemas.microsoft.com/office/drawing/2014/main" id="{934DA18E-DC20-43AF-88E6-5749DBE156D0}"/>
                </a:ext>
              </a:extLst>
            </p:cNvPr>
            <p:cNvSpPr txBox="1">
              <a:spLocks noChangeArrowheads="1"/>
            </p:cNvSpPr>
            <p:nvPr/>
          </p:nvSpPr>
          <p:spPr bwMode="auto">
            <a:xfrm>
              <a:off x="7279480" y="1843274"/>
              <a:ext cx="1548000" cy="288000"/>
            </a:xfrm>
            <a:prstGeom prst="roundRect">
              <a:avLst/>
            </a:prstGeom>
            <a:solidFill>
              <a:srgbClr val="FFC000"/>
            </a:solidFill>
            <a:ln w="0">
              <a:solidFill>
                <a:schemeClr val="tx1"/>
              </a:solidFill>
              <a:miter lim="800000"/>
              <a:headEnd/>
              <a:tailEnd/>
            </a:ln>
          </p:spPr>
          <p:txBody>
            <a:bodyPr wrap="none"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independent</a:t>
              </a:r>
            </a:p>
          </p:txBody>
        </p:sp>
        <p:sp>
          <p:nvSpPr>
            <p:cNvPr id="9" name="TextBox 10">
              <a:extLst>
                <a:ext uri="{FF2B5EF4-FFF2-40B4-BE49-F238E27FC236}">
                  <a16:creationId xmlns:a16="http://schemas.microsoft.com/office/drawing/2014/main" id="{FB864E76-9F6B-46A4-9034-8EBB747A6CAC}"/>
                </a:ext>
              </a:extLst>
            </p:cNvPr>
            <p:cNvSpPr txBox="1">
              <a:spLocks noChangeArrowheads="1"/>
            </p:cNvSpPr>
            <p:nvPr/>
          </p:nvSpPr>
          <p:spPr bwMode="auto">
            <a:xfrm>
              <a:off x="7298530" y="2290957"/>
              <a:ext cx="1548000" cy="288000"/>
            </a:xfrm>
            <a:prstGeom prst="roundRect">
              <a:avLst/>
            </a:prstGeom>
            <a:solidFill>
              <a:srgbClr val="C00000"/>
            </a:solidFill>
            <a:ln w="0">
              <a:solidFill>
                <a:schemeClr val="tx1"/>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dependent</a:t>
              </a:r>
            </a:p>
          </p:txBody>
        </p:sp>
      </p:grpSp>
      <p:grpSp>
        <p:nvGrpSpPr>
          <p:cNvPr id="10" name="Group 9">
            <a:extLst>
              <a:ext uri="{FF2B5EF4-FFF2-40B4-BE49-F238E27FC236}">
                <a16:creationId xmlns:a16="http://schemas.microsoft.com/office/drawing/2014/main" id="{2DBAFCAD-4E5E-4DE5-BE18-C557BFB52D13}"/>
              </a:ext>
            </a:extLst>
          </p:cNvPr>
          <p:cNvGrpSpPr/>
          <p:nvPr/>
        </p:nvGrpSpPr>
        <p:grpSpPr>
          <a:xfrm>
            <a:off x="8167138" y="4481704"/>
            <a:ext cx="1836000" cy="1200150"/>
            <a:chOff x="7169945" y="4338819"/>
            <a:chExt cx="2052637" cy="1200150"/>
          </a:xfrm>
          <a:solidFill>
            <a:schemeClr val="bg1">
              <a:lumMod val="95000"/>
            </a:schemeClr>
          </a:solidFill>
          <a:effectLst>
            <a:outerShdw blurRad="50800" dist="76200" dir="2700000" algn="tl" rotWithShape="0">
              <a:prstClr val="black">
                <a:alpha val="40000"/>
              </a:prstClr>
            </a:outerShdw>
          </a:effectLst>
        </p:grpSpPr>
        <p:sp>
          <p:nvSpPr>
            <p:cNvPr id="11" name="TextBox 8">
              <a:extLst>
                <a:ext uri="{FF2B5EF4-FFF2-40B4-BE49-F238E27FC236}">
                  <a16:creationId xmlns:a16="http://schemas.microsoft.com/office/drawing/2014/main" id="{DEB78315-021B-4A26-949D-28D0B3787018}"/>
                </a:ext>
              </a:extLst>
            </p:cNvPr>
            <p:cNvSpPr txBox="1">
              <a:spLocks noChangeArrowheads="1"/>
            </p:cNvSpPr>
            <p:nvPr/>
          </p:nvSpPr>
          <p:spPr bwMode="auto">
            <a:xfrm>
              <a:off x="7169945" y="4338819"/>
              <a:ext cx="2052637" cy="1200150"/>
            </a:xfrm>
            <a:prstGeom prst="roundRect">
              <a:avLst>
                <a:gd name="adj" fmla="val 8334"/>
              </a:avLst>
            </a:prstGeom>
            <a:grpFill/>
            <a:ln w="9525">
              <a:solidFill>
                <a:schemeClr val="bg1">
                  <a:lumMod val="95000"/>
                </a:schemeClr>
              </a:solidFill>
              <a:miter lim="800000"/>
              <a:headEnd/>
              <a:tailEnd/>
            </a:ln>
          </p:spPr>
          <p:txBody>
            <a:bodyP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Network</a:t>
              </a: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p:txBody>
        </p:sp>
        <p:sp>
          <p:nvSpPr>
            <p:cNvPr id="12" name="TextBox 11">
              <a:extLst>
                <a:ext uri="{FF2B5EF4-FFF2-40B4-BE49-F238E27FC236}">
                  <a16:creationId xmlns:a16="http://schemas.microsoft.com/office/drawing/2014/main" id="{03BEA9C0-6BE5-428C-A2C3-A72FA01FF56E}"/>
                </a:ext>
              </a:extLst>
            </p:cNvPr>
            <p:cNvSpPr txBox="1">
              <a:spLocks noChangeArrowheads="1"/>
            </p:cNvSpPr>
            <p:nvPr/>
          </p:nvSpPr>
          <p:spPr bwMode="auto">
            <a:xfrm>
              <a:off x="7355682" y="4757918"/>
              <a:ext cx="1728788" cy="288000"/>
            </a:xfrm>
            <a:prstGeom prst="roundRect">
              <a:avLst/>
            </a:prstGeom>
            <a:grpFill/>
            <a:ln w="9525">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Network Protocols</a:t>
              </a:r>
            </a:p>
          </p:txBody>
        </p:sp>
        <p:sp>
          <p:nvSpPr>
            <p:cNvPr id="13" name="TextBox 12">
              <a:extLst>
                <a:ext uri="{FF2B5EF4-FFF2-40B4-BE49-F238E27FC236}">
                  <a16:creationId xmlns:a16="http://schemas.microsoft.com/office/drawing/2014/main" id="{CB2D73CA-5289-49CD-99A2-0957060225EA}"/>
                </a:ext>
              </a:extLst>
            </p:cNvPr>
            <p:cNvSpPr txBox="1">
              <a:spLocks noChangeArrowheads="1"/>
            </p:cNvSpPr>
            <p:nvPr/>
          </p:nvSpPr>
          <p:spPr bwMode="auto">
            <a:xfrm>
              <a:off x="7360445" y="5124631"/>
              <a:ext cx="1728787" cy="288000"/>
            </a:xfrm>
            <a:prstGeom prst="roundRect">
              <a:avLst/>
            </a:prstGeom>
            <a:grpFill/>
            <a:ln w="9525">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a:solidFill>
                    <a:schemeClr val="bg1"/>
                  </a:solidFill>
                  <a:latin typeface="+mn-lt"/>
                </a:rPr>
                <a:t>Hardware driver</a:t>
              </a:r>
            </a:p>
          </p:txBody>
        </p:sp>
      </p:grpSp>
      <p:grpSp>
        <p:nvGrpSpPr>
          <p:cNvPr id="14" name="Group 13">
            <a:extLst>
              <a:ext uri="{FF2B5EF4-FFF2-40B4-BE49-F238E27FC236}">
                <a16:creationId xmlns:a16="http://schemas.microsoft.com/office/drawing/2014/main" id="{777E0617-E2F3-43D1-A215-DBD79F6C2CC7}"/>
              </a:ext>
            </a:extLst>
          </p:cNvPr>
          <p:cNvGrpSpPr/>
          <p:nvPr/>
        </p:nvGrpSpPr>
        <p:grpSpPr>
          <a:xfrm>
            <a:off x="6022199" y="2940470"/>
            <a:ext cx="1836000" cy="1200329"/>
            <a:chOff x="4550569" y="2838450"/>
            <a:chExt cx="2052000" cy="1200329"/>
          </a:xfrm>
          <a:solidFill>
            <a:schemeClr val="bg1">
              <a:lumMod val="95000"/>
            </a:schemeClr>
          </a:solidFill>
          <a:effectLst>
            <a:outerShdw blurRad="50800" dist="76200" dir="2700000" algn="tl" rotWithShape="0">
              <a:prstClr val="black">
                <a:alpha val="40000"/>
              </a:prstClr>
            </a:outerShdw>
          </a:effectLst>
        </p:grpSpPr>
        <p:sp>
          <p:nvSpPr>
            <p:cNvPr id="15" name="TextBox 5">
              <a:extLst>
                <a:ext uri="{FF2B5EF4-FFF2-40B4-BE49-F238E27FC236}">
                  <a16:creationId xmlns:a16="http://schemas.microsoft.com/office/drawing/2014/main" id="{90E98347-358E-4707-B6E6-B14EA77B507D}"/>
                </a:ext>
              </a:extLst>
            </p:cNvPr>
            <p:cNvSpPr txBox="1">
              <a:spLocks noChangeArrowheads="1"/>
            </p:cNvSpPr>
            <p:nvPr/>
          </p:nvSpPr>
          <p:spPr bwMode="auto">
            <a:xfrm>
              <a:off x="4550569" y="2838450"/>
              <a:ext cx="2052000" cy="1200329"/>
            </a:xfrm>
            <a:prstGeom prst="roundRect">
              <a:avLst>
                <a:gd name="adj" fmla="val 8335"/>
              </a:avLst>
            </a:prstGeom>
            <a:grpFill/>
            <a:ln w="9525">
              <a:solidFill>
                <a:schemeClr val="bg1">
                  <a:lumMod val="95000"/>
                </a:schemeClr>
              </a:solidFill>
              <a:miter lim="800000"/>
              <a:headEnd/>
              <a:tailEnd/>
            </a:ln>
          </p:spPr>
          <p:txBody>
            <a:bodyPr wrap="none">
              <a:noAutofit/>
            </a:bodyPr>
            <a:lstStyle>
              <a:defPPr>
                <a:defRPr lang="en-US"/>
              </a:defPPr>
              <a:lvl1pPr algn="ctr">
                <a:defRPr>
                  <a:solidFill>
                    <a:schemeClr val="bg1"/>
                  </a:solidFill>
                  <a:ea typeface="ＭＳ Ｐゴシック" charset="0"/>
                  <a:cs typeface="ＭＳ Ｐゴシック" charset="0"/>
                </a:defRPr>
              </a:lvl1pPr>
              <a:lvl2pPr marL="37931725" indent="-37474525" eaLnBrk="0" hangingPunct="0">
                <a:defRPr sz="2400">
                  <a:latin typeface="Tahoma" charset="0"/>
                  <a:ea typeface="ＭＳ Ｐゴシック" charset="0"/>
                </a:defRPr>
              </a:lvl2pPr>
              <a:lvl3pPr eaLnBrk="0" hangingPunct="0">
                <a:defRPr sz="2400">
                  <a:latin typeface="Tahoma" charset="0"/>
                  <a:ea typeface="ＭＳ Ｐゴシック" charset="0"/>
                </a:defRPr>
              </a:lvl3pPr>
              <a:lvl4pPr eaLnBrk="0" hangingPunct="0">
                <a:defRPr sz="2400">
                  <a:latin typeface="Tahoma" charset="0"/>
                  <a:ea typeface="ＭＳ Ｐゴシック" charset="0"/>
                </a:defRPr>
              </a:lvl4pPr>
              <a:lvl5pPr eaLnBrk="0" hangingPunct="0">
                <a:defRPr sz="2400">
                  <a:latin typeface="Tahoma" charset="0"/>
                  <a:ea typeface="ＭＳ Ｐゴシック" charset="0"/>
                </a:defRPr>
              </a:lvl5pPr>
              <a:lvl6pPr marL="457200" eaLnBrk="0" fontAlgn="base" hangingPunct="0">
                <a:spcBef>
                  <a:spcPct val="0"/>
                </a:spcBef>
                <a:spcAft>
                  <a:spcPct val="0"/>
                </a:spcAft>
                <a:defRPr sz="2400">
                  <a:latin typeface="Tahoma" charset="0"/>
                  <a:ea typeface="ＭＳ Ｐゴシック" charset="0"/>
                </a:defRPr>
              </a:lvl6pPr>
              <a:lvl7pPr marL="914400" eaLnBrk="0" fontAlgn="base" hangingPunct="0">
                <a:spcBef>
                  <a:spcPct val="0"/>
                </a:spcBef>
                <a:spcAft>
                  <a:spcPct val="0"/>
                </a:spcAft>
                <a:defRPr sz="2400">
                  <a:latin typeface="Tahoma" charset="0"/>
                  <a:ea typeface="ＭＳ Ｐゴシック" charset="0"/>
                </a:defRPr>
              </a:lvl7pPr>
              <a:lvl8pPr marL="1371600" eaLnBrk="0" fontAlgn="base" hangingPunct="0">
                <a:spcBef>
                  <a:spcPct val="0"/>
                </a:spcBef>
                <a:spcAft>
                  <a:spcPct val="0"/>
                </a:spcAft>
                <a:defRPr sz="2400">
                  <a:latin typeface="Tahoma" charset="0"/>
                  <a:ea typeface="ＭＳ Ｐゴシック" charset="0"/>
                </a:defRPr>
              </a:lvl8pPr>
              <a:lvl9pPr marL="1828800" eaLnBrk="0" fontAlgn="base" hangingPunct="0">
                <a:spcBef>
                  <a:spcPct val="0"/>
                </a:spcBef>
                <a:spcAft>
                  <a:spcPct val="0"/>
                </a:spcAft>
                <a:defRPr sz="2400">
                  <a:latin typeface="Tahoma" charset="0"/>
                  <a:ea typeface="ＭＳ Ｐゴシック" charset="0"/>
                </a:defRPr>
              </a:lvl9pPr>
            </a:lstStyle>
            <a:p>
              <a:r>
                <a:rPr lang="en-US" dirty="0"/>
                <a:t>Virtual File System</a:t>
              </a:r>
            </a:p>
            <a:p>
              <a:endParaRPr lang="en-US" dirty="0"/>
            </a:p>
            <a:p>
              <a:endParaRPr lang="en-US" dirty="0"/>
            </a:p>
            <a:p>
              <a:endParaRPr lang="en-US" dirty="0"/>
            </a:p>
          </p:txBody>
        </p:sp>
        <p:sp>
          <p:nvSpPr>
            <p:cNvPr id="16" name="TextBox 13">
              <a:extLst>
                <a:ext uri="{FF2B5EF4-FFF2-40B4-BE49-F238E27FC236}">
                  <a16:creationId xmlns:a16="http://schemas.microsoft.com/office/drawing/2014/main" id="{39C16F57-5C8F-470B-925F-EC5748FE4236}"/>
                </a:ext>
              </a:extLst>
            </p:cNvPr>
            <p:cNvSpPr txBox="1">
              <a:spLocks noChangeArrowheads="1"/>
            </p:cNvSpPr>
            <p:nvPr/>
          </p:nvSpPr>
          <p:spPr bwMode="auto">
            <a:xfrm>
              <a:off x="4698208" y="3235324"/>
              <a:ext cx="1728000" cy="288000"/>
            </a:xfrm>
            <a:prstGeom prst="roundRect">
              <a:avLst/>
            </a:prstGeom>
            <a:grpFill/>
            <a:ln w="9525">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Logical File System</a:t>
              </a:r>
            </a:p>
          </p:txBody>
        </p:sp>
        <p:sp>
          <p:nvSpPr>
            <p:cNvPr id="17" name="TextBox 14">
              <a:extLst>
                <a:ext uri="{FF2B5EF4-FFF2-40B4-BE49-F238E27FC236}">
                  <a16:creationId xmlns:a16="http://schemas.microsoft.com/office/drawing/2014/main" id="{251054F5-8CE7-46A1-A577-64F95F7185D0}"/>
                </a:ext>
              </a:extLst>
            </p:cNvPr>
            <p:cNvSpPr txBox="1">
              <a:spLocks noChangeArrowheads="1"/>
            </p:cNvSpPr>
            <p:nvPr/>
          </p:nvSpPr>
          <p:spPr bwMode="auto">
            <a:xfrm>
              <a:off x="4702970" y="3602037"/>
              <a:ext cx="1728788" cy="288000"/>
            </a:xfrm>
            <a:prstGeom prst="roundRect">
              <a:avLst/>
            </a:prstGeom>
            <a:grpFill/>
            <a:ln w="9525">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a:solidFill>
                    <a:schemeClr val="bg1"/>
                  </a:solidFill>
                  <a:latin typeface="+mn-lt"/>
                </a:rPr>
                <a:t>Hardware Drivers</a:t>
              </a:r>
            </a:p>
          </p:txBody>
        </p:sp>
      </p:grpSp>
      <p:grpSp>
        <p:nvGrpSpPr>
          <p:cNvPr id="18" name="Group 17">
            <a:extLst>
              <a:ext uri="{FF2B5EF4-FFF2-40B4-BE49-F238E27FC236}">
                <a16:creationId xmlns:a16="http://schemas.microsoft.com/office/drawing/2014/main" id="{EEE15A9D-4B85-451C-BAE7-57A5B78736FE}"/>
              </a:ext>
            </a:extLst>
          </p:cNvPr>
          <p:cNvGrpSpPr/>
          <p:nvPr/>
        </p:nvGrpSpPr>
        <p:grpSpPr>
          <a:xfrm>
            <a:off x="8167138" y="2940470"/>
            <a:ext cx="1836000" cy="1200329"/>
            <a:chOff x="7140939" y="1486096"/>
            <a:chExt cx="1836000" cy="1200329"/>
          </a:xfrm>
          <a:solidFill>
            <a:schemeClr val="bg1">
              <a:lumMod val="95000"/>
            </a:schemeClr>
          </a:solidFill>
          <a:effectLst>
            <a:outerShdw blurRad="50800" dist="76200" dir="2700000" algn="tl" rotWithShape="0">
              <a:prstClr val="black">
                <a:alpha val="40000"/>
              </a:prstClr>
            </a:outerShdw>
          </a:effectLst>
        </p:grpSpPr>
        <p:sp>
          <p:nvSpPr>
            <p:cNvPr id="19" name="TextBox 4">
              <a:extLst>
                <a:ext uri="{FF2B5EF4-FFF2-40B4-BE49-F238E27FC236}">
                  <a16:creationId xmlns:a16="http://schemas.microsoft.com/office/drawing/2014/main" id="{322D2B14-E45F-4996-9E73-EDD06E947E4F}"/>
                </a:ext>
              </a:extLst>
            </p:cNvPr>
            <p:cNvSpPr txBox="1">
              <a:spLocks noChangeArrowheads="1"/>
            </p:cNvSpPr>
            <p:nvPr/>
          </p:nvSpPr>
          <p:spPr bwMode="auto">
            <a:xfrm>
              <a:off x="7140939" y="1486096"/>
              <a:ext cx="1836000" cy="1200329"/>
            </a:xfrm>
            <a:prstGeom prst="roundRect">
              <a:avLst>
                <a:gd name="adj" fmla="val 7145"/>
              </a:avLst>
            </a:prstGeom>
            <a:grpFill/>
            <a:ln w="9525">
              <a:solidFill>
                <a:schemeClr val="bg1">
                  <a:lumMod val="95000"/>
                </a:schemeClr>
              </a:solidFill>
              <a:miter lim="800000"/>
              <a:headEnd/>
              <a:tailEnd/>
            </a:ln>
          </p:spPr>
          <p:txBody>
            <a:bodyPr wrap="none">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Process Scheduler</a:t>
              </a:r>
            </a:p>
          </p:txBody>
        </p:sp>
        <p:sp>
          <p:nvSpPr>
            <p:cNvPr id="20" name="TextBox 9">
              <a:extLst>
                <a:ext uri="{FF2B5EF4-FFF2-40B4-BE49-F238E27FC236}">
                  <a16:creationId xmlns:a16="http://schemas.microsoft.com/office/drawing/2014/main" id="{5777785D-D9FB-4F70-B0B0-B237D806F28E}"/>
                </a:ext>
              </a:extLst>
            </p:cNvPr>
            <p:cNvSpPr txBox="1">
              <a:spLocks noChangeArrowheads="1"/>
            </p:cNvSpPr>
            <p:nvPr/>
          </p:nvSpPr>
          <p:spPr bwMode="auto">
            <a:xfrm>
              <a:off x="7279480" y="1843274"/>
              <a:ext cx="1548000" cy="288000"/>
            </a:xfrm>
            <a:prstGeom prst="roundRect">
              <a:avLst/>
            </a:prstGeom>
            <a:grpFill/>
            <a:ln w="9525">
              <a:solidFill>
                <a:schemeClr val="bg1">
                  <a:lumMod val="95000"/>
                </a:schemeClr>
              </a:solidFill>
              <a:miter lim="800000"/>
              <a:headEnd/>
              <a:tailEnd/>
            </a:ln>
          </p:spPr>
          <p:txBody>
            <a:bodyPr wrap="none"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independent</a:t>
              </a:r>
            </a:p>
          </p:txBody>
        </p:sp>
        <p:sp>
          <p:nvSpPr>
            <p:cNvPr id="21" name="TextBox 10">
              <a:extLst>
                <a:ext uri="{FF2B5EF4-FFF2-40B4-BE49-F238E27FC236}">
                  <a16:creationId xmlns:a16="http://schemas.microsoft.com/office/drawing/2014/main" id="{FB4A034D-7930-494D-8237-4E783AC2B81B}"/>
                </a:ext>
              </a:extLst>
            </p:cNvPr>
            <p:cNvSpPr txBox="1">
              <a:spLocks noChangeArrowheads="1"/>
            </p:cNvSpPr>
            <p:nvPr/>
          </p:nvSpPr>
          <p:spPr bwMode="auto">
            <a:xfrm>
              <a:off x="7298530" y="2290957"/>
              <a:ext cx="1548000" cy="288000"/>
            </a:xfrm>
            <a:prstGeom prst="roundRect">
              <a:avLst/>
            </a:prstGeom>
            <a:grpFill/>
            <a:ln w="9525">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dependent</a:t>
              </a:r>
            </a:p>
          </p:txBody>
        </p:sp>
      </p:grpSp>
      <p:cxnSp>
        <p:nvCxnSpPr>
          <p:cNvPr id="22" name="Straight Arrow Connector 21">
            <a:extLst>
              <a:ext uri="{FF2B5EF4-FFF2-40B4-BE49-F238E27FC236}">
                <a16:creationId xmlns:a16="http://schemas.microsoft.com/office/drawing/2014/main" id="{98BCF7BD-D72A-4F24-8EC1-5CED2CAA4CE9}"/>
              </a:ext>
            </a:extLst>
          </p:cNvPr>
          <p:cNvCxnSpPr>
            <a:stCxn id="7" idx="2"/>
            <a:endCxn id="19" idx="0"/>
          </p:cNvCxnSpPr>
          <p:nvPr/>
        </p:nvCxnSpPr>
        <p:spPr>
          <a:xfrm>
            <a:off x="9085138" y="2600702"/>
            <a:ext cx="0" cy="339768"/>
          </a:xfrm>
          <a:prstGeom prst="straightConnector1">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25C52132-CDE8-4A44-A60F-22DCF10B8779}"/>
              </a:ext>
            </a:extLst>
          </p:cNvPr>
          <p:cNvCxnSpPr>
            <a:stCxn id="19" idx="2"/>
            <a:endCxn id="11" idx="0"/>
          </p:cNvCxnSpPr>
          <p:nvPr/>
        </p:nvCxnSpPr>
        <p:spPr>
          <a:xfrm>
            <a:off x="9085138" y="4140799"/>
            <a:ext cx="0" cy="340905"/>
          </a:xfrm>
          <a:prstGeom prst="straightConnector1">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DCDDEB8B-DAE5-4AF5-A27F-B9796722A4C5}"/>
              </a:ext>
            </a:extLst>
          </p:cNvPr>
          <p:cNvCxnSpPr>
            <a:stCxn id="19" idx="1"/>
          </p:cNvCxnSpPr>
          <p:nvPr/>
        </p:nvCxnSpPr>
        <p:spPr>
          <a:xfrm flipH="1" flipV="1">
            <a:off x="7858199" y="3540634"/>
            <a:ext cx="308939" cy="1"/>
          </a:xfrm>
          <a:prstGeom prst="straightConnector1">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68D02EEA-0285-43E4-9DF4-63D991D981D0}"/>
              </a:ext>
            </a:extLst>
          </p:cNvPr>
          <p:cNvCxnSpPr>
            <a:stCxn id="19" idx="3"/>
            <a:endCxn id="5" idx="1"/>
          </p:cNvCxnSpPr>
          <p:nvPr/>
        </p:nvCxnSpPr>
        <p:spPr>
          <a:xfrm>
            <a:off x="10003138" y="3540635"/>
            <a:ext cx="316860" cy="0"/>
          </a:xfrm>
          <a:prstGeom prst="straightConnector1">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6" name="Elbow Connector 94">
            <a:extLst>
              <a:ext uri="{FF2B5EF4-FFF2-40B4-BE49-F238E27FC236}">
                <a16:creationId xmlns:a16="http://schemas.microsoft.com/office/drawing/2014/main" id="{7EB8B621-E571-4BF8-AAF7-5631BC8C0F1F}"/>
              </a:ext>
            </a:extLst>
          </p:cNvPr>
          <p:cNvCxnSpPr>
            <a:stCxn id="5" idx="0"/>
            <a:endCxn id="7" idx="3"/>
          </p:cNvCxnSpPr>
          <p:nvPr/>
        </p:nvCxnSpPr>
        <p:spPr>
          <a:xfrm rot="16200000" flipV="1">
            <a:off x="9961277" y="2042400"/>
            <a:ext cx="1216931" cy="1133207"/>
          </a:xfrm>
          <a:prstGeom prst="bentConnector2">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7" name="Elbow Connector 96">
            <a:extLst>
              <a:ext uri="{FF2B5EF4-FFF2-40B4-BE49-F238E27FC236}">
                <a16:creationId xmlns:a16="http://schemas.microsoft.com/office/drawing/2014/main" id="{EB0E3030-6225-4BC9-B5C5-73117E364FD7}"/>
              </a:ext>
            </a:extLst>
          </p:cNvPr>
          <p:cNvCxnSpPr>
            <a:stCxn id="7" idx="1"/>
            <a:endCxn id="15" idx="0"/>
          </p:cNvCxnSpPr>
          <p:nvPr/>
        </p:nvCxnSpPr>
        <p:spPr>
          <a:xfrm rot="10800000" flipV="1">
            <a:off x="6940200" y="2000538"/>
            <a:ext cx="1226939" cy="939932"/>
          </a:xfrm>
          <a:prstGeom prst="bentConnector2">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8" name="Elbow Connector 98">
            <a:extLst>
              <a:ext uri="{FF2B5EF4-FFF2-40B4-BE49-F238E27FC236}">
                <a16:creationId xmlns:a16="http://schemas.microsoft.com/office/drawing/2014/main" id="{D704AC9A-D91C-40BF-8D49-2078DDE80270}"/>
              </a:ext>
            </a:extLst>
          </p:cNvPr>
          <p:cNvCxnSpPr>
            <a:stCxn id="11" idx="1"/>
            <a:endCxn id="15" idx="2"/>
          </p:cNvCxnSpPr>
          <p:nvPr/>
        </p:nvCxnSpPr>
        <p:spPr>
          <a:xfrm rot="10800000">
            <a:off x="6940200" y="4140799"/>
            <a:ext cx="1226939" cy="940980"/>
          </a:xfrm>
          <a:prstGeom prst="bentConnector2">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034068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Memory Manager</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5451475" cy="4086225"/>
          </a:xfrm>
        </p:spPr>
        <p:txBody>
          <a:bodyPr wrap="square" numCol="1" anchor="t" anchorCtr="0" compatLnSpc="1">
            <a:prstTxWarp prst="textNoShape">
              <a:avLst/>
            </a:prstTxWarp>
          </a:bodyPr>
          <a:lstStyle/>
          <a:p>
            <a:r>
              <a:rPr lang="en-US" dirty="0"/>
              <a:t>It uses the Memory Management Unit (</a:t>
            </a:r>
            <a:r>
              <a:rPr lang="en-US" dirty="0" err="1"/>
              <a:t>MMU</a:t>
            </a:r>
            <a:r>
              <a:rPr lang="en-US" dirty="0"/>
              <a:t>) to map virtual addresses to physical addresses.</a:t>
            </a:r>
            <a:endParaRPr lang="en-US" altLang="en-US" dirty="0">
              <a:ea typeface="ＭＳ Ｐゴシック" panose="020B0600070205080204" pitchFamily="34" charset="-128"/>
            </a:endParaRPr>
          </a:p>
          <a:p>
            <a:pPr lvl="1"/>
            <a:r>
              <a:rPr lang="en-US" dirty="0"/>
              <a:t>It is conventional for a Linux system to have a form of MMU support.</a:t>
            </a:r>
          </a:p>
          <a:p>
            <a:r>
              <a:rPr lang="en-US" dirty="0"/>
              <a:t>Advantages:</a:t>
            </a:r>
            <a:endParaRPr lang="en-US" altLang="en-US" dirty="0">
              <a:ea typeface="ＭＳ Ｐゴシック" panose="020B0600070205080204" pitchFamily="34" charset="-128"/>
            </a:endParaRPr>
          </a:p>
          <a:p>
            <a:pPr lvl="1"/>
            <a:r>
              <a:rPr lang="en-US" dirty="0"/>
              <a:t>Processes can be moved among physical memory maintaining the same virtual addresses.	</a:t>
            </a:r>
          </a:p>
          <a:p>
            <a:pPr lvl="1"/>
            <a:r>
              <a:rPr lang="en-US" dirty="0"/>
              <a:t>The same physical memory may be shared among different processes.</a:t>
            </a:r>
            <a:endParaRPr lang="en-US" altLang="en-US" dirty="0">
              <a:ea typeface="ＭＳ Ｐゴシック" panose="020B0600070205080204" pitchFamily="34" charset="-128"/>
            </a:endParaRPr>
          </a:p>
          <a:p>
            <a:pPr lvl="1"/>
            <a:endParaRPr lang="en-US" altLang="en-US" dirty="0">
              <a:ea typeface="ＭＳ Ｐゴシック" panose="020B0600070205080204" pitchFamily="34" charset="-128"/>
            </a:endParaRPr>
          </a:p>
        </p:txBody>
      </p:sp>
      <p:sp>
        <p:nvSpPr>
          <p:cNvPr id="5" name="TextBox 7">
            <a:extLst>
              <a:ext uri="{FF2B5EF4-FFF2-40B4-BE49-F238E27FC236}">
                <a16:creationId xmlns:a16="http://schemas.microsoft.com/office/drawing/2014/main" id="{81540922-13C3-4BA0-BABE-42E3F5F85493}"/>
              </a:ext>
            </a:extLst>
          </p:cNvPr>
          <p:cNvSpPr txBox="1">
            <a:spLocks noChangeArrowheads="1"/>
          </p:cNvSpPr>
          <p:nvPr/>
        </p:nvSpPr>
        <p:spPr bwMode="auto">
          <a:xfrm>
            <a:off x="10319998" y="3217469"/>
            <a:ext cx="1632694" cy="646331"/>
          </a:xfrm>
          <a:prstGeom prst="roundRect">
            <a:avLst>
              <a:gd name="adj" fmla="val 10035"/>
            </a:avLst>
          </a:prstGeom>
          <a:solidFill>
            <a:schemeClr val="bg1">
              <a:lumMod val="95000"/>
            </a:schemeClr>
          </a:solidFill>
          <a:ln w="9525">
            <a:solidFill>
              <a:schemeClr val="bg1">
                <a:lumMod val="95000"/>
              </a:schemeClr>
            </a:solidFill>
            <a:miter lim="800000"/>
            <a:headEnd/>
            <a:tailEnd/>
          </a:ln>
          <a:effectLst>
            <a:outerShdw blurRad="50800" dist="76200" dir="2700000" algn="tl" rotWithShape="0">
              <a:prstClr val="black">
                <a:alpha val="40000"/>
              </a:prstClr>
            </a:outerShdw>
          </a:effectLst>
        </p:spPr>
        <p:txBody>
          <a:bodyPr wrap="none">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Inter-Process</a:t>
            </a:r>
          </a:p>
          <a:p>
            <a:pPr algn="ctr" eaLnBrk="1" hangingPunct="1"/>
            <a:r>
              <a:rPr lang="en-US" sz="1800" dirty="0">
                <a:solidFill>
                  <a:schemeClr val="bg1"/>
                </a:solidFill>
                <a:latin typeface="+mn-lt"/>
              </a:rPr>
              <a:t>Communication</a:t>
            </a:r>
          </a:p>
        </p:txBody>
      </p:sp>
      <p:grpSp>
        <p:nvGrpSpPr>
          <p:cNvPr id="6" name="Group 5">
            <a:extLst>
              <a:ext uri="{FF2B5EF4-FFF2-40B4-BE49-F238E27FC236}">
                <a16:creationId xmlns:a16="http://schemas.microsoft.com/office/drawing/2014/main" id="{C22D05CB-116A-4243-ACF9-24C994442130}"/>
              </a:ext>
            </a:extLst>
          </p:cNvPr>
          <p:cNvGrpSpPr/>
          <p:nvPr/>
        </p:nvGrpSpPr>
        <p:grpSpPr>
          <a:xfrm>
            <a:off x="8167138" y="1400373"/>
            <a:ext cx="1836000" cy="1200329"/>
            <a:chOff x="7140939" y="1486096"/>
            <a:chExt cx="1836000" cy="1200329"/>
          </a:xfrm>
          <a:effectLst>
            <a:outerShdw blurRad="50800" dist="76200" dir="2700000" algn="tl" rotWithShape="0">
              <a:prstClr val="black">
                <a:alpha val="40000"/>
              </a:prstClr>
            </a:outerShdw>
          </a:effectLst>
        </p:grpSpPr>
        <p:sp>
          <p:nvSpPr>
            <p:cNvPr id="7" name="TextBox 4">
              <a:extLst>
                <a:ext uri="{FF2B5EF4-FFF2-40B4-BE49-F238E27FC236}">
                  <a16:creationId xmlns:a16="http://schemas.microsoft.com/office/drawing/2014/main" id="{2705DD68-9636-4401-8F7E-74FB56044E12}"/>
                </a:ext>
              </a:extLst>
            </p:cNvPr>
            <p:cNvSpPr txBox="1">
              <a:spLocks noChangeArrowheads="1"/>
            </p:cNvSpPr>
            <p:nvPr/>
          </p:nvSpPr>
          <p:spPr bwMode="auto">
            <a:xfrm>
              <a:off x="7140939" y="1486096"/>
              <a:ext cx="1836000" cy="1200329"/>
            </a:xfrm>
            <a:prstGeom prst="roundRect">
              <a:avLst>
                <a:gd name="adj" fmla="val 7145"/>
              </a:avLst>
            </a:prstGeom>
            <a:solidFill>
              <a:srgbClr val="FFC000"/>
            </a:solidFill>
            <a:ln w="0">
              <a:solidFill>
                <a:schemeClr val="tx1"/>
              </a:solidFill>
              <a:miter lim="800000"/>
              <a:headEnd/>
              <a:tailEnd/>
            </a:ln>
          </p:spPr>
          <p:txBody>
            <a:bodyPr wrap="none">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Memory Manager</a:t>
              </a: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p:txBody>
        </p:sp>
        <p:sp>
          <p:nvSpPr>
            <p:cNvPr id="8" name="TextBox 9">
              <a:extLst>
                <a:ext uri="{FF2B5EF4-FFF2-40B4-BE49-F238E27FC236}">
                  <a16:creationId xmlns:a16="http://schemas.microsoft.com/office/drawing/2014/main" id="{1152496D-4F75-4C60-AD7E-557D1505904D}"/>
                </a:ext>
              </a:extLst>
            </p:cNvPr>
            <p:cNvSpPr txBox="1">
              <a:spLocks noChangeArrowheads="1"/>
            </p:cNvSpPr>
            <p:nvPr/>
          </p:nvSpPr>
          <p:spPr bwMode="auto">
            <a:xfrm>
              <a:off x="7279480" y="1843274"/>
              <a:ext cx="1548000" cy="288000"/>
            </a:xfrm>
            <a:prstGeom prst="roundRect">
              <a:avLst/>
            </a:prstGeom>
            <a:solidFill>
              <a:srgbClr val="FFC000"/>
            </a:solidFill>
            <a:ln w="0">
              <a:solidFill>
                <a:schemeClr val="tx1"/>
              </a:solidFill>
              <a:miter lim="800000"/>
              <a:headEnd/>
              <a:tailEnd/>
            </a:ln>
          </p:spPr>
          <p:txBody>
            <a:bodyPr wrap="none"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independent</a:t>
              </a:r>
            </a:p>
          </p:txBody>
        </p:sp>
        <p:sp>
          <p:nvSpPr>
            <p:cNvPr id="9" name="TextBox 10">
              <a:extLst>
                <a:ext uri="{FF2B5EF4-FFF2-40B4-BE49-F238E27FC236}">
                  <a16:creationId xmlns:a16="http://schemas.microsoft.com/office/drawing/2014/main" id="{4829F84E-F17E-4A22-9498-E96272936C74}"/>
                </a:ext>
              </a:extLst>
            </p:cNvPr>
            <p:cNvSpPr txBox="1">
              <a:spLocks noChangeArrowheads="1"/>
            </p:cNvSpPr>
            <p:nvPr/>
          </p:nvSpPr>
          <p:spPr bwMode="auto">
            <a:xfrm>
              <a:off x="7298530" y="2290957"/>
              <a:ext cx="1548000" cy="288000"/>
            </a:xfrm>
            <a:prstGeom prst="roundRect">
              <a:avLst/>
            </a:prstGeom>
            <a:solidFill>
              <a:srgbClr val="C00000"/>
            </a:solidFill>
            <a:ln w="0">
              <a:solidFill>
                <a:schemeClr val="tx1"/>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dependent</a:t>
              </a:r>
            </a:p>
          </p:txBody>
        </p:sp>
      </p:grpSp>
      <p:grpSp>
        <p:nvGrpSpPr>
          <p:cNvPr id="10" name="Group 9">
            <a:extLst>
              <a:ext uri="{FF2B5EF4-FFF2-40B4-BE49-F238E27FC236}">
                <a16:creationId xmlns:a16="http://schemas.microsoft.com/office/drawing/2014/main" id="{70827A8F-4C72-4A83-944F-FBE76E52483D}"/>
              </a:ext>
            </a:extLst>
          </p:cNvPr>
          <p:cNvGrpSpPr/>
          <p:nvPr/>
        </p:nvGrpSpPr>
        <p:grpSpPr>
          <a:xfrm>
            <a:off x="8167138" y="4481704"/>
            <a:ext cx="1836000" cy="1200150"/>
            <a:chOff x="7169945" y="4338819"/>
            <a:chExt cx="2052637" cy="1200150"/>
          </a:xfrm>
          <a:solidFill>
            <a:schemeClr val="bg1">
              <a:lumMod val="95000"/>
            </a:schemeClr>
          </a:solidFill>
          <a:effectLst>
            <a:outerShdw blurRad="50800" dist="76200" dir="2700000" algn="tl" rotWithShape="0">
              <a:prstClr val="black">
                <a:alpha val="40000"/>
              </a:prstClr>
            </a:outerShdw>
          </a:effectLst>
        </p:grpSpPr>
        <p:sp>
          <p:nvSpPr>
            <p:cNvPr id="11" name="TextBox 8">
              <a:extLst>
                <a:ext uri="{FF2B5EF4-FFF2-40B4-BE49-F238E27FC236}">
                  <a16:creationId xmlns:a16="http://schemas.microsoft.com/office/drawing/2014/main" id="{5BC64C57-A6F9-491C-A76B-39AAB27FD49B}"/>
                </a:ext>
              </a:extLst>
            </p:cNvPr>
            <p:cNvSpPr txBox="1">
              <a:spLocks noChangeArrowheads="1"/>
            </p:cNvSpPr>
            <p:nvPr/>
          </p:nvSpPr>
          <p:spPr bwMode="auto">
            <a:xfrm>
              <a:off x="7169945" y="4338819"/>
              <a:ext cx="2052637" cy="1200150"/>
            </a:xfrm>
            <a:prstGeom prst="roundRect">
              <a:avLst>
                <a:gd name="adj" fmla="val 8334"/>
              </a:avLst>
            </a:prstGeom>
            <a:grpFill/>
            <a:ln w="9525">
              <a:solidFill>
                <a:schemeClr val="bg1">
                  <a:lumMod val="95000"/>
                </a:schemeClr>
              </a:solidFill>
              <a:miter lim="800000"/>
              <a:headEnd/>
              <a:tailEnd/>
            </a:ln>
          </p:spPr>
          <p:txBody>
            <a:bodyP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Network</a:t>
              </a: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p:txBody>
        </p:sp>
        <p:sp>
          <p:nvSpPr>
            <p:cNvPr id="12" name="TextBox 11">
              <a:extLst>
                <a:ext uri="{FF2B5EF4-FFF2-40B4-BE49-F238E27FC236}">
                  <a16:creationId xmlns:a16="http://schemas.microsoft.com/office/drawing/2014/main" id="{9284DE46-EE2A-424A-8778-4BCA67CA3E26}"/>
                </a:ext>
              </a:extLst>
            </p:cNvPr>
            <p:cNvSpPr txBox="1">
              <a:spLocks noChangeArrowheads="1"/>
            </p:cNvSpPr>
            <p:nvPr/>
          </p:nvSpPr>
          <p:spPr bwMode="auto">
            <a:xfrm>
              <a:off x="7355682" y="4757918"/>
              <a:ext cx="1728788" cy="288000"/>
            </a:xfrm>
            <a:prstGeom prst="roundRect">
              <a:avLst/>
            </a:prstGeom>
            <a:grpFill/>
            <a:ln w="9525">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Network Protocols</a:t>
              </a:r>
            </a:p>
          </p:txBody>
        </p:sp>
        <p:sp>
          <p:nvSpPr>
            <p:cNvPr id="13" name="TextBox 12">
              <a:extLst>
                <a:ext uri="{FF2B5EF4-FFF2-40B4-BE49-F238E27FC236}">
                  <a16:creationId xmlns:a16="http://schemas.microsoft.com/office/drawing/2014/main" id="{D919EAC5-B7C4-4E81-8F56-DF08E20D1E33}"/>
                </a:ext>
              </a:extLst>
            </p:cNvPr>
            <p:cNvSpPr txBox="1">
              <a:spLocks noChangeArrowheads="1"/>
            </p:cNvSpPr>
            <p:nvPr/>
          </p:nvSpPr>
          <p:spPr bwMode="auto">
            <a:xfrm>
              <a:off x="7360445" y="5124631"/>
              <a:ext cx="1728787" cy="288000"/>
            </a:xfrm>
            <a:prstGeom prst="roundRect">
              <a:avLst/>
            </a:prstGeom>
            <a:grpFill/>
            <a:ln w="9525">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a:solidFill>
                    <a:schemeClr val="bg1"/>
                  </a:solidFill>
                  <a:latin typeface="+mn-lt"/>
                </a:rPr>
                <a:t>Hardware driver</a:t>
              </a:r>
            </a:p>
          </p:txBody>
        </p:sp>
      </p:grpSp>
      <p:grpSp>
        <p:nvGrpSpPr>
          <p:cNvPr id="14" name="Group 13">
            <a:extLst>
              <a:ext uri="{FF2B5EF4-FFF2-40B4-BE49-F238E27FC236}">
                <a16:creationId xmlns:a16="http://schemas.microsoft.com/office/drawing/2014/main" id="{8ABDF13C-6E69-4B9E-A70D-8B0BC02F98A0}"/>
              </a:ext>
            </a:extLst>
          </p:cNvPr>
          <p:cNvGrpSpPr/>
          <p:nvPr/>
        </p:nvGrpSpPr>
        <p:grpSpPr>
          <a:xfrm>
            <a:off x="6022199" y="2940470"/>
            <a:ext cx="1836000" cy="1200329"/>
            <a:chOff x="4550569" y="2838450"/>
            <a:chExt cx="2052000" cy="1200329"/>
          </a:xfrm>
          <a:solidFill>
            <a:schemeClr val="bg1">
              <a:lumMod val="95000"/>
            </a:schemeClr>
          </a:solidFill>
          <a:effectLst>
            <a:outerShdw blurRad="50800" dist="76200" dir="2700000" algn="tl" rotWithShape="0">
              <a:prstClr val="black">
                <a:alpha val="40000"/>
              </a:prstClr>
            </a:outerShdw>
          </a:effectLst>
        </p:grpSpPr>
        <p:sp>
          <p:nvSpPr>
            <p:cNvPr id="15" name="TextBox 5">
              <a:extLst>
                <a:ext uri="{FF2B5EF4-FFF2-40B4-BE49-F238E27FC236}">
                  <a16:creationId xmlns:a16="http://schemas.microsoft.com/office/drawing/2014/main" id="{F98983AA-3A55-4B40-992E-3FC96DBAC99C}"/>
                </a:ext>
              </a:extLst>
            </p:cNvPr>
            <p:cNvSpPr txBox="1">
              <a:spLocks noChangeArrowheads="1"/>
            </p:cNvSpPr>
            <p:nvPr/>
          </p:nvSpPr>
          <p:spPr bwMode="auto">
            <a:xfrm>
              <a:off x="4550569" y="2838450"/>
              <a:ext cx="2052000" cy="1200329"/>
            </a:xfrm>
            <a:prstGeom prst="roundRect">
              <a:avLst>
                <a:gd name="adj" fmla="val 8335"/>
              </a:avLst>
            </a:prstGeom>
            <a:grpFill/>
            <a:ln w="9525">
              <a:solidFill>
                <a:schemeClr val="bg1">
                  <a:lumMod val="95000"/>
                </a:schemeClr>
              </a:solidFill>
              <a:miter lim="800000"/>
              <a:headEnd/>
              <a:tailEnd/>
            </a:ln>
          </p:spPr>
          <p:txBody>
            <a:bodyPr wrap="none">
              <a:noAutofit/>
            </a:bodyPr>
            <a:lstStyle>
              <a:defPPr>
                <a:defRPr lang="en-US"/>
              </a:defPPr>
              <a:lvl1pPr algn="ctr">
                <a:defRPr>
                  <a:solidFill>
                    <a:schemeClr val="bg1"/>
                  </a:solidFill>
                  <a:ea typeface="ＭＳ Ｐゴシック" charset="0"/>
                  <a:cs typeface="ＭＳ Ｐゴシック" charset="0"/>
                </a:defRPr>
              </a:lvl1pPr>
              <a:lvl2pPr marL="37931725" indent="-37474525" eaLnBrk="0" hangingPunct="0">
                <a:defRPr sz="2400">
                  <a:latin typeface="Tahoma" charset="0"/>
                  <a:ea typeface="ＭＳ Ｐゴシック" charset="0"/>
                </a:defRPr>
              </a:lvl2pPr>
              <a:lvl3pPr eaLnBrk="0" hangingPunct="0">
                <a:defRPr sz="2400">
                  <a:latin typeface="Tahoma" charset="0"/>
                  <a:ea typeface="ＭＳ Ｐゴシック" charset="0"/>
                </a:defRPr>
              </a:lvl3pPr>
              <a:lvl4pPr eaLnBrk="0" hangingPunct="0">
                <a:defRPr sz="2400">
                  <a:latin typeface="Tahoma" charset="0"/>
                  <a:ea typeface="ＭＳ Ｐゴシック" charset="0"/>
                </a:defRPr>
              </a:lvl4pPr>
              <a:lvl5pPr eaLnBrk="0" hangingPunct="0">
                <a:defRPr sz="2400">
                  <a:latin typeface="Tahoma" charset="0"/>
                  <a:ea typeface="ＭＳ Ｐゴシック" charset="0"/>
                </a:defRPr>
              </a:lvl5pPr>
              <a:lvl6pPr marL="457200" eaLnBrk="0" fontAlgn="base" hangingPunct="0">
                <a:spcBef>
                  <a:spcPct val="0"/>
                </a:spcBef>
                <a:spcAft>
                  <a:spcPct val="0"/>
                </a:spcAft>
                <a:defRPr sz="2400">
                  <a:latin typeface="Tahoma" charset="0"/>
                  <a:ea typeface="ＭＳ Ｐゴシック" charset="0"/>
                </a:defRPr>
              </a:lvl6pPr>
              <a:lvl7pPr marL="914400" eaLnBrk="0" fontAlgn="base" hangingPunct="0">
                <a:spcBef>
                  <a:spcPct val="0"/>
                </a:spcBef>
                <a:spcAft>
                  <a:spcPct val="0"/>
                </a:spcAft>
                <a:defRPr sz="2400">
                  <a:latin typeface="Tahoma" charset="0"/>
                  <a:ea typeface="ＭＳ Ｐゴシック" charset="0"/>
                </a:defRPr>
              </a:lvl7pPr>
              <a:lvl8pPr marL="1371600" eaLnBrk="0" fontAlgn="base" hangingPunct="0">
                <a:spcBef>
                  <a:spcPct val="0"/>
                </a:spcBef>
                <a:spcAft>
                  <a:spcPct val="0"/>
                </a:spcAft>
                <a:defRPr sz="2400">
                  <a:latin typeface="Tahoma" charset="0"/>
                  <a:ea typeface="ＭＳ Ｐゴシック" charset="0"/>
                </a:defRPr>
              </a:lvl8pPr>
              <a:lvl9pPr marL="1828800" eaLnBrk="0" fontAlgn="base" hangingPunct="0">
                <a:spcBef>
                  <a:spcPct val="0"/>
                </a:spcBef>
                <a:spcAft>
                  <a:spcPct val="0"/>
                </a:spcAft>
                <a:defRPr sz="2400">
                  <a:latin typeface="Tahoma" charset="0"/>
                  <a:ea typeface="ＭＳ Ｐゴシック" charset="0"/>
                </a:defRPr>
              </a:lvl9pPr>
            </a:lstStyle>
            <a:p>
              <a:r>
                <a:rPr lang="en-US" dirty="0"/>
                <a:t>Virtual File System</a:t>
              </a:r>
            </a:p>
            <a:p>
              <a:endParaRPr lang="en-US" dirty="0"/>
            </a:p>
            <a:p>
              <a:endParaRPr lang="en-US" dirty="0"/>
            </a:p>
            <a:p>
              <a:endParaRPr lang="en-US" dirty="0"/>
            </a:p>
          </p:txBody>
        </p:sp>
        <p:sp>
          <p:nvSpPr>
            <p:cNvPr id="16" name="TextBox 13">
              <a:extLst>
                <a:ext uri="{FF2B5EF4-FFF2-40B4-BE49-F238E27FC236}">
                  <a16:creationId xmlns:a16="http://schemas.microsoft.com/office/drawing/2014/main" id="{B82A884A-FDCD-4C67-BE14-78F0A2B21D82}"/>
                </a:ext>
              </a:extLst>
            </p:cNvPr>
            <p:cNvSpPr txBox="1">
              <a:spLocks noChangeArrowheads="1"/>
            </p:cNvSpPr>
            <p:nvPr/>
          </p:nvSpPr>
          <p:spPr bwMode="auto">
            <a:xfrm>
              <a:off x="4698208" y="3235324"/>
              <a:ext cx="1728000" cy="288000"/>
            </a:xfrm>
            <a:prstGeom prst="roundRect">
              <a:avLst/>
            </a:prstGeom>
            <a:grpFill/>
            <a:ln w="9525">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Logical File System</a:t>
              </a:r>
            </a:p>
          </p:txBody>
        </p:sp>
        <p:sp>
          <p:nvSpPr>
            <p:cNvPr id="17" name="TextBox 14">
              <a:extLst>
                <a:ext uri="{FF2B5EF4-FFF2-40B4-BE49-F238E27FC236}">
                  <a16:creationId xmlns:a16="http://schemas.microsoft.com/office/drawing/2014/main" id="{F616CFB4-AFFF-4DE1-A0D5-9FDCCAAC37D1}"/>
                </a:ext>
              </a:extLst>
            </p:cNvPr>
            <p:cNvSpPr txBox="1">
              <a:spLocks noChangeArrowheads="1"/>
            </p:cNvSpPr>
            <p:nvPr/>
          </p:nvSpPr>
          <p:spPr bwMode="auto">
            <a:xfrm>
              <a:off x="4702970" y="3602037"/>
              <a:ext cx="1728788" cy="288000"/>
            </a:xfrm>
            <a:prstGeom prst="roundRect">
              <a:avLst/>
            </a:prstGeom>
            <a:grpFill/>
            <a:ln w="9525">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a:solidFill>
                    <a:schemeClr val="bg1"/>
                  </a:solidFill>
                  <a:latin typeface="+mn-lt"/>
                </a:rPr>
                <a:t>Hardware Drivers</a:t>
              </a:r>
            </a:p>
          </p:txBody>
        </p:sp>
      </p:grpSp>
      <p:grpSp>
        <p:nvGrpSpPr>
          <p:cNvPr id="18" name="Group 17">
            <a:extLst>
              <a:ext uri="{FF2B5EF4-FFF2-40B4-BE49-F238E27FC236}">
                <a16:creationId xmlns:a16="http://schemas.microsoft.com/office/drawing/2014/main" id="{6550CC84-961A-493D-92A8-EFED8F3C3798}"/>
              </a:ext>
            </a:extLst>
          </p:cNvPr>
          <p:cNvGrpSpPr/>
          <p:nvPr/>
        </p:nvGrpSpPr>
        <p:grpSpPr>
          <a:xfrm>
            <a:off x="8167138" y="2940470"/>
            <a:ext cx="1836000" cy="1200329"/>
            <a:chOff x="7140939" y="1486096"/>
            <a:chExt cx="1836000" cy="1200329"/>
          </a:xfrm>
          <a:solidFill>
            <a:schemeClr val="bg1">
              <a:lumMod val="95000"/>
            </a:schemeClr>
          </a:solidFill>
          <a:effectLst>
            <a:outerShdw blurRad="50800" dist="76200" dir="2700000" algn="tl" rotWithShape="0">
              <a:prstClr val="black">
                <a:alpha val="40000"/>
              </a:prstClr>
            </a:outerShdw>
          </a:effectLst>
        </p:grpSpPr>
        <p:sp>
          <p:nvSpPr>
            <p:cNvPr id="19" name="TextBox 4">
              <a:extLst>
                <a:ext uri="{FF2B5EF4-FFF2-40B4-BE49-F238E27FC236}">
                  <a16:creationId xmlns:a16="http://schemas.microsoft.com/office/drawing/2014/main" id="{9721E789-1C25-491B-85F2-2619D5E64627}"/>
                </a:ext>
              </a:extLst>
            </p:cNvPr>
            <p:cNvSpPr txBox="1">
              <a:spLocks noChangeArrowheads="1"/>
            </p:cNvSpPr>
            <p:nvPr/>
          </p:nvSpPr>
          <p:spPr bwMode="auto">
            <a:xfrm>
              <a:off x="7140939" y="1486096"/>
              <a:ext cx="1836000" cy="1200329"/>
            </a:xfrm>
            <a:prstGeom prst="roundRect">
              <a:avLst>
                <a:gd name="adj" fmla="val 7145"/>
              </a:avLst>
            </a:prstGeom>
            <a:grpFill/>
            <a:ln w="9525">
              <a:solidFill>
                <a:schemeClr val="bg1">
                  <a:lumMod val="95000"/>
                </a:schemeClr>
              </a:solidFill>
              <a:miter lim="800000"/>
              <a:headEnd/>
              <a:tailEnd/>
            </a:ln>
          </p:spPr>
          <p:txBody>
            <a:bodyPr wrap="none">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Process Scheduler</a:t>
              </a:r>
            </a:p>
          </p:txBody>
        </p:sp>
        <p:sp>
          <p:nvSpPr>
            <p:cNvPr id="20" name="TextBox 9">
              <a:extLst>
                <a:ext uri="{FF2B5EF4-FFF2-40B4-BE49-F238E27FC236}">
                  <a16:creationId xmlns:a16="http://schemas.microsoft.com/office/drawing/2014/main" id="{437BA7CC-1FC9-4523-864F-8E7BD9207F22}"/>
                </a:ext>
              </a:extLst>
            </p:cNvPr>
            <p:cNvSpPr txBox="1">
              <a:spLocks noChangeArrowheads="1"/>
            </p:cNvSpPr>
            <p:nvPr/>
          </p:nvSpPr>
          <p:spPr bwMode="auto">
            <a:xfrm>
              <a:off x="7279480" y="1843274"/>
              <a:ext cx="1548000" cy="288000"/>
            </a:xfrm>
            <a:prstGeom prst="roundRect">
              <a:avLst/>
            </a:prstGeom>
            <a:grpFill/>
            <a:ln w="9525">
              <a:solidFill>
                <a:schemeClr val="bg1">
                  <a:lumMod val="95000"/>
                </a:schemeClr>
              </a:solidFill>
              <a:miter lim="800000"/>
              <a:headEnd/>
              <a:tailEnd/>
            </a:ln>
          </p:spPr>
          <p:txBody>
            <a:bodyPr wrap="none"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independent</a:t>
              </a:r>
            </a:p>
          </p:txBody>
        </p:sp>
        <p:sp>
          <p:nvSpPr>
            <p:cNvPr id="21" name="TextBox 10">
              <a:extLst>
                <a:ext uri="{FF2B5EF4-FFF2-40B4-BE49-F238E27FC236}">
                  <a16:creationId xmlns:a16="http://schemas.microsoft.com/office/drawing/2014/main" id="{B5885877-2067-4CE5-A619-4E1EE47A7A35}"/>
                </a:ext>
              </a:extLst>
            </p:cNvPr>
            <p:cNvSpPr txBox="1">
              <a:spLocks noChangeArrowheads="1"/>
            </p:cNvSpPr>
            <p:nvPr/>
          </p:nvSpPr>
          <p:spPr bwMode="auto">
            <a:xfrm>
              <a:off x="7298530" y="2290957"/>
              <a:ext cx="1548000" cy="288000"/>
            </a:xfrm>
            <a:prstGeom prst="roundRect">
              <a:avLst/>
            </a:prstGeom>
            <a:grpFill/>
            <a:ln w="9525">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dependent</a:t>
              </a:r>
            </a:p>
          </p:txBody>
        </p:sp>
      </p:grpSp>
      <p:cxnSp>
        <p:nvCxnSpPr>
          <p:cNvPr id="22" name="Straight Arrow Connector 21">
            <a:extLst>
              <a:ext uri="{FF2B5EF4-FFF2-40B4-BE49-F238E27FC236}">
                <a16:creationId xmlns:a16="http://schemas.microsoft.com/office/drawing/2014/main" id="{FCBA60D0-5A68-49B4-A81B-7A7C9C9BEB8C}"/>
              </a:ext>
            </a:extLst>
          </p:cNvPr>
          <p:cNvCxnSpPr>
            <a:stCxn id="7" idx="2"/>
            <a:endCxn id="19" idx="0"/>
          </p:cNvCxnSpPr>
          <p:nvPr/>
        </p:nvCxnSpPr>
        <p:spPr>
          <a:xfrm>
            <a:off x="9085138" y="2600702"/>
            <a:ext cx="0" cy="339768"/>
          </a:xfrm>
          <a:prstGeom prst="straightConnector1">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70501A7A-4E17-413E-942E-61FCDD2311F9}"/>
              </a:ext>
            </a:extLst>
          </p:cNvPr>
          <p:cNvCxnSpPr>
            <a:stCxn id="19" idx="2"/>
            <a:endCxn id="11" idx="0"/>
          </p:cNvCxnSpPr>
          <p:nvPr/>
        </p:nvCxnSpPr>
        <p:spPr>
          <a:xfrm>
            <a:off x="9085138" y="4140799"/>
            <a:ext cx="0" cy="340905"/>
          </a:xfrm>
          <a:prstGeom prst="straightConnector1">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C80925ED-804E-4309-A8A9-B1E83E7136B9}"/>
              </a:ext>
            </a:extLst>
          </p:cNvPr>
          <p:cNvCxnSpPr>
            <a:stCxn id="19" idx="1"/>
          </p:cNvCxnSpPr>
          <p:nvPr/>
        </p:nvCxnSpPr>
        <p:spPr>
          <a:xfrm flipH="1" flipV="1">
            <a:off x="7858199" y="3540634"/>
            <a:ext cx="308939" cy="1"/>
          </a:xfrm>
          <a:prstGeom prst="straightConnector1">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63F8A837-07C1-4D4C-893F-31C5CBA8984A}"/>
              </a:ext>
            </a:extLst>
          </p:cNvPr>
          <p:cNvCxnSpPr>
            <a:stCxn id="19" idx="3"/>
            <a:endCxn id="5" idx="1"/>
          </p:cNvCxnSpPr>
          <p:nvPr/>
        </p:nvCxnSpPr>
        <p:spPr>
          <a:xfrm>
            <a:off x="10003138" y="3540635"/>
            <a:ext cx="316860" cy="0"/>
          </a:xfrm>
          <a:prstGeom prst="straightConnector1">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6" name="Elbow Connector 94">
            <a:extLst>
              <a:ext uri="{FF2B5EF4-FFF2-40B4-BE49-F238E27FC236}">
                <a16:creationId xmlns:a16="http://schemas.microsoft.com/office/drawing/2014/main" id="{CD255E94-C529-456F-BEC8-4AEC205A0A55}"/>
              </a:ext>
            </a:extLst>
          </p:cNvPr>
          <p:cNvCxnSpPr>
            <a:stCxn id="5" idx="0"/>
            <a:endCxn id="7" idx="3"/>
          </p:cNvCxnSpPr>
          <p:nvPr/>
        </p:nvCxnSpPr>
        <p:spPr>
          <a:xfrm rot="16200000" flipV="1">
            <a:off x="9961277" y="2042400"/>
            <a:ext cx="1216931" cy="1133207"/>
          </a:xfrm>
          <a:prstGeom prst="bentConnector2">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7" name="Elbow Connector 96">
            <a:extLst>
              <a:ext uri="{FF2B5EF4-FFF2-40B4-BE49-F238E27FC236}">
                <a16:creationId xmlns:a16="http://schemas.microsoft.com/office/drawing/2014/main" id="{055FC7DE-40B4-4C13-B705-818887874213}"/>
              </a:ext>
            </a:extLst>
          </p:cNvPr>
          <p:cNvCxnSpPr>
            <a:stCxn id="7" idx="1"/>
            <a:endCxn id="15" idx="0"/>
          </p:cNvCxnSpPr>
          <p:nvPr/>
        </p:nvCxnSpPr>
        <p:spPr>
          <a:xfrm rot="10800000" flipV="1">
            <a:off x="6940200" y="2000538"/>
            <a:ext cx="1226939" cy="939932"/>
          </a:xfrm>
          <a:prstGeom prst="bentConnector2">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8" name="Elbow Connector 98">
            <a:extLst>
              <a:ext uri="{FF2B5EF4-FFF2-40B4-BE49-F238E27FC236}">
                <a16:creationId xmlns:a16="http://schemas.microsoft.com/office/drawing/2014/main" id="{BFA1EE5E-2CDC-43CB-B577-2A21A32ADEAF}"/>
              </a:ext>
            </a:extLst>
          </p:cNvPr>
          <p:cNvCxnSpPr>
            <a:stCxn id="11" idx="1"/>
            <a:endCxn id="15" idx="2"/>
          </p:cNvCxnSpPr>
          <p:nvPr/>
        </p:nvCxnSpPr>
        <p:spPr>
          <a:xfrm rot="10800000">
            <a:off x="6940200" y="4140799"/>
            <a:ext cx="1226939" cy="940980"/>
          </a:xfrm>
          <a:prstGeom prst="bentConnector2">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792200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Memory Manager</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5603875" cy="4086225"/>
          </a:xfrm>
        </p:spPr>
        <p:txBody>
          <a:bodyPr wrap="square" numCol="1" anchor="t" anchorCtr="0" compatLnSpc="1">
            <a:prstTxWarp prst="textNoShape">
              <a:avLst/>
            </a:prstTxWarp>
          </a:bodyPr>
          <a:lstStyle/>
          <a:p>
            <a:r>
              <a:rPr lang="en-US" dirty="0"/>
              <a:t>It swaps process memory out to a paging file when it is not in use:</a:t>
            </a:r>
            <a:endParaRPr lang="en-US" altLang="en-US" dirty="0">
              <a:ea typeface="ＭＳ Ｐゴシック" panose="020B0600070205080204" pitchFamily="34" charset="-128"/>
            </a:endParaRPr>
          </a:p>
          <a:p>
            <a:pPr lvl="1"/>
            <a:r>
              <a:rPr lang="en-US" dirty="0"/>
              <a:t>Processes using more memory than physically available can be executed.</a:t>
            </a:r>
          </a:p>
          <a:p>
            <a:r>
              <a:rPr lang="en-US" dirty="0"/>
              <a:t>The </a:t>
            </a:r>
            <a:r>
              <a:rPr lang="en-US" sz="2000" dirty="0" err="1">
                <a:latin typeface="Courier" charset="0"/>
                <a:ea typeface="Courier" charset="0"/>
                <a:cs typeface="Courier" charset="0"/>
              </a:rPr>
              <a:t>kswapd</a:t>
            </a:r>
            <a:r>
              <a:rPr lang="en-US" sz="2000" dirty="0"/>
              <a:t> </a:t>
            </a:r>
            <a:r>
              <a:rPr lang="en-US" dirty="0"/>
              <a:t>Kernel-space process (also known as a daemon) is used for this purpose.</a:t>
            </a:r>
            <a:endParaRPr lang="en-US" altLang="en-US" dirty="0">
              <a:ea typeface="ＭＳ Ｐゴシック" panose="020B0600070205080204" pitchFamily="34" charset="-128"/>
            </a:endParaRPr>
          </a:p>
          <a:p>
            <a:pPr lvl="1"/>
            <a:r>
              <a:rPr lang="en-US" dirty="0"/>
              <a:t>It checks if there are any physical memory pages that haven’t been referenced recently .</a:t>
            </a:r>
          </a:p>
          <a:p>
            <a:pPr lvl="1"/>
            <a:r>
              <a:rPr lang="en-US" dirty="0"/>
              <a:t>These pages are evicted from physical memory and stored in a paging file.</a:t>
            </a:r>
            <a:endParaRPr lang="en-US" altLang="en-US" dirty="0">
              <a:ea typeface="ＭＳ Ｐゴシック" panose="020B0600070205080204" pitchFamily="34" charset="-128"/>
            </a:endParaRPr>
          </a:p>
          <a:p>
            <a:pPr lvl="1"/>
            <a:endParaRPr lang="en-US" altLang="en-US" dirty="0">
              <a:ea typeface="ＭＳ Ｐゴシック" panose="020B0600070205080204" pitchFamily="34" charset="-128"/>
            </a:endParaRPr>
          </a:p>
        </p:txBody>
      </p:sp>
      <p:sp>
        <p:nvSpPr>
          <p:cNvPr id="5" name="TextBox 7">
            <a:extLst>
              <a:ext uri="{FF2B5EF4-FFF2-40B4-BE49-F238E27FC236}">
                <a16:creationId xmlns:a16="http://schemas.microsoft.com/office/drawing/2014/main" id="{0D76AD7F-BEDE-4F87-ABD4-C7822813515E}"/>
              </a:ext>
            </a:extLst>
          </p:cNvPr>
          <p:cNvSpPr txBox="1">
            <a:spLocks noChangeArrowheads="1"/>
          </p:cNvSpPr>
          <p:nvPr/>
        </p:nvSpPr>
        <p:spPr bwMode="auto">
          <a:xfrm>
            <a:off x="10319998" y="3217469"/>
            <a:ext cx="1632694" cy="646331"/>
          </a:xfrm>
          <a:prstGeom prst="roundRect">
            <a:avLst>
              <a:gd name="adj" fmla="val 10035"/>
            </a:avLst>
          </a:prstGeom>
          <a:solidFill>
            <a:schemeClr val="bg1">
              <a:lumMod val="95000"/>
            </a:schemeClr>
          </a:solidFill>
          <a:ln w="9525">
            <a:solidFill>
              <a:schemeClr val="bg1">
                <a:lumMod val="95000"/>
              </a:schemeClr>
            </a:solidFill>
            <a:miter lim="800000"/>
            <a:headEnd/>
            <a:tailEnd/>
          </a:ln>
          <a:effectLst>
            <a:outerShdw blurRad="50800" dist="76200" dir="2700000" algn="tl" rotWithShape="0">
              <a:prstClr val="black">
                <a:alpha val="40000"/>
              </a:prstClr>
            </a:outerShdw>
          </a:effectLst>
        </p:spPr>
        <p:txBody>
          <a:bodyPr wrap="none">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Inter-Process</a:t>
            </a:r>
          </a:p>
          <a:p>
            <a:pPr algn="ctr" eaLnBrk="1" hangingPunct="1"/>
            <a:r>
              <a:rPr lang="en-US" sz="1800" dirty="0">
                <a:solidFill>
                  <a:schemeClr val="bg1"/>
                </a:solidFill>
                <a:latin typeface="+mn-lt"/>
              </a:rPr>
              <a:t>Communication</a:t>
            </a:r>
          </a:p>
        </p:txBody>
      </p:sp>
      <p:grpSp>
        <p:nvGrpSpPr>
          <p:cNvPr id="6" name="Group 5">
            <a:extLst>
              <a:ext uri="{FF2B5EF4-FFF2-40B4-BE49-F238E27FC236}">
                <a16:creationId xmlns:a16="http://schemas.microsoft.com/office/drawing/2014/main" id="{D03087F2-43C1-4D02-BCCB-250861B9222E}"/>
              </a:ext>
            </a:extLst>
          </p:cNvPr>
          <p:cNvGrpSpPr/>
          <p:nvPr/>
        </p:nvGrpSpPr>
        <p:grpSpPr>
          <a:xfrm>
            <a:off x="8167138" y="1400373"/>
            <a:ext cx="1836000" cy="1200329"/>
            <a:chOff x="7140939" y="1486096"/>
            <a:chExt cx="1836000" cy="1200329"/>
          </a:xfrm>
          <a:effectLst>
            <a:outerShdw blurRad="50800" dist="76200" dir="2700000" algn="tl" rotWithShape="0">
              <a:prstClr val="black">
                <a:alpha val="40000"/>
              </a:prstClr>
            </a:outerShdw>
          </a:effectLst>
        </p:grpSpPr>
        <p:sp>
          <p:nvSpPr>
            <p:cNvPr id="7" name="TextBox 4">
              <a:extLst>
                <a:ext uri="{FF2B5EF4-FFF2-40B4-BE49-F238E27FC236}">
                  <a16:creationId xmlns:a16="http://schemas.microsoft.com/office/drawing/2014/main" id="{7A91DACD-4E73-49A3-B20D-A2B026F1D08E}"/>
                </a:ext>
              </a:extLst>
            </p:cNvPr>
            <p:cNvSpPr txBox="1">
              <a:spLocks noChangeArrowheads="1"/>
            </p:cNvSpPr>
            <p:nvPr/>
          </p:nvSpPr>
          <p:spPr bwMode="auto">
            <a:xfrm>
              <a:off x="7140939" y="1486096"/>
              <a:ext cx="1836000" cy="1200329"/>
            </a:xfrm>
            <a:prstGeom prst="roundRect">
              <a:avLst>
                <a:gd name="adj" fmla="val 7145"/>
              </a:avLst>
            </a:prstGeom>
            <a:solidFill>
              <a:srgbClr val="FFC000"/>
            </a:solidFill>
            <a:ln w="0">
              <a:solidFill>
                <a:schemeClr val="tx1"/>
              </a:solidFill>
              <a:miter lim="800000"/>
              <a:headEnd/>
              <a:tailEnd/>
            </a:ln>
          </p:spPr>
          <p:txBody>
            <a:bodyPr wrap="none">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Memory Manager</a:t>
              </a: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p:txBody>
        </p:sp>
        <p:sp>
          <p:nvSpPr>
            <p:cNvPr id="8" name="TextBox 9">
              <a:extLst>
                <a:ext uri="{FF2B5EF4-FFF2-40B4-BE49-F238E27FC236}">
                  <a16:creationId xmlns:a16="http://schemas.microsoft.com/office/drawing/2014/main" id="{8E39D42B-E487-40FF-B176-6E1DCD1B63A0}"/>
                </a:ext>
              </a:extLst>
            </p:cNvPr>
            <p:cNvSpPr txBox="1">
              <a:spLocks noChangeArrowheads="1"/>
            </p:cNvSpPr>
            <p:nvPr/>
          </p:nvSpPr>
          <p:spPr bwMode="auto">
            <a:xfrm>
              <a:off x="7279480" y="1843274"/>
              <a:ext cx="1548000" cy="288000"/>
            </a:xfrm>
            <a:prstGeom prst="roundRect">
              <a:avLst/>
            </a:prstGeom>
            <a:solidFill>
              <a:srgbClr val="FFC000"/>
            </a:solidFill>
            <a:ln w="0">
              <a:solidFill>
                <a:schemeClr val="tx1"/>
              </a:solidFill>
              <a:miter lim="800000"/>
              <a:headEnd/>
              <a:tailEnd/>
            </a:ln>
          </p:spPr>
          <p:txBody>
            <a:bodyPr wrap="none"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independent</a:t>
              </a:r>
            </a:p>
          </p:txBody>
        </p:sp>
        <p:sp>
          <p:nvSpPr>
            <p:cNvPr id="9" name="TextBox 10">
              <a:extLst>
                <a:ext uri="{FF2B5EF4-FFF2-40B4-BE49-F238E27FC236}">
                  <a16:creationId xmlns:a16="http://schemas.microsoft.com/office/drawing/2014/main" id="{4F30CBBC-0557-45DF-B705-6AFD7BC7480C}"/>
                </a:ext>
              </a:extLst>
            </p:cNvPr>
            <p:cNvSpPr txBox="1">
              <a:spLocks noChangeArrowheads="1"/>
            </p:cNvSpPr>
            <p:nvPr/>
          </p:nvSpPr>
          <p:spPr bwMode="auto">
            <a:xfrm>
              <a:off x="7298530" y="2290957"/>
              <a:ext cx="1548000" cy="288000"/>
            </a:xfrm>
            <a:prstGeom prst="roundRect">
              <a:avLst/>
            </a:prstGeom>
            <a:solidFill>
              <a:srgbClr val="C00000"/>
            </a:solidFill>
            <a:ln w="0">
              <a:solidFill>
                <a:schemeClr val="tx1"/>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dependent</a:t>
              </a:r>
            </a:p>
          </p:txBody>
        </p:sp>
      </p:grpSp>
      <p:grpSp>
        <p:nvGrpSpPr>
          <p:cNvPr id="10" name="Group 9">
            <a:extLst>
              <a:ext uri="{FF2B5EF4-FFF2-40B4-BE49-F238E27FC236}">
                <a16:creationId xmlns:a16="http://schemas.microsoft.com/office/drawing/2014/main" id="{727850EE-B096-45A4-9510-43F270C20124}"/>
              </a:ext>
            </a:extLst>
          </p:cNvPr>
          <p:cNvGrpSpPr/>
          <p:nvPr/>
        </p:nvGrpSpPr>
        <p:grpSpPr>
          <a:xfrm>
            <a:off x="8167138" y="4481704"/>
            <a:ext cx="1836000" cy="1200150"/>
            <a:chOff x="7169945" y="4338819"/>
            <a:chExt cx="2052637" cy="1200150"/>
          </a:xfrm>
          <a:solidFill>
            <a:schemeClr val="bg1">
              <a:lumMod val="95000"/>
            </a:schemeClr>
          </a:solidFill>
          <a:effectLst>
            <a:outerShdw blurRad="50800" dist="76200" dir="2700000" algn="tl" rotWithShape="0">
              <a:prstClr val="black">
                <a:alpha val="40000"/>
              </a:prstClr>
            </a:outerShdw>
          </a:effectLst>
        </p:grpSpPr>
        <p:sp>
          <p:nvSpPr>
            <p:cNvPr id="11" name="TextBox 8">
              <a:extLst>
                <a:ext uri="{FF2B5EF4-FFF2-40B4-BE49-F238E27FC236}">
                  <a16:creationId xmlns:a16="http://schemas.microsoft.com/office/drawing/2014/main" id="{1E8C5127-E4BE-4B9F-A8EC-FDDFEDE37545}"/>
                </a:ext>
              </a:extLst>
            </p:cNvPr>
            <p:cNvSpPr txBox="1">
              <a:spLocks noChangeArrowheads="1"/>
            </p:cNvSpPr>
            <p:nvPr/>
          </p:nvSpPr>
          <p:spPr bwMode="auto">
            <a:xfrm>
              <a:off x="7169945" y="4338819"/>
              <a:ext cx="2052637" cy="1200150"/>
            </a:xfrm>
            <a:prstGeom prst="roundRect">
              <a:avLst>
                <a:gd name="adj" fmla="val 8334"/>
              </a:avLst>
            </a:prstGeom>
            <a:grpFill/>
            <a:ln w="9525">
              <a:solidFill>
                <a:schemeClr val="bg1">
                  <a:lumMod val="95000"/>
                </a:schemeClr>
              </a:solidFill>
              <a:miter lim="800000"/>
              <a:headEnd/>
              <a:tailEnd/>
            </a:ln>
          </p:spPr>
          <p:txBody>
            <a:bodyP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Network</a:t>
              </a: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p:txBody>
        </p:sp>
        <p:sp>
          <p:nvSpPr>
            <p:cNvPr id="12" name="TextBox 11">
              <a:extLst>
                <a:ext uri="{FF2B5EF4-FFF2-40B4-BE49-F238E27FC236}">
                  <a16:creationId xmlns:a16="http://schemas.microsoft.com/office/drawing/2014/main" id="{D02A8FB1-A959-4C99-B09D-3DCF752DBD17}"/>
                </a:ext>
              </a:extLst>
            </p:cNvPr>
            <p:cNvSpPr txBox="1">
              <a:spLocks noChangeArrowheads="1"/>
            </p:cNvSpPr>
            <p:nvPr/>
          </p:nvSpPr>
          <p:spPr bwMode="auto">
            <a:xfrm>
              <a:off x="7355682" y="4757918"/>
              <a:ext cx="1728788" cy="288000"/>
            </a:xfrm>
            <a:prstGeom prst="roundRect">
              <a:avLst/>
            </a:prstGeom>
            <a:grpFill/>
            <a:ln w="9525">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Network Protocols</a:t>
              </a:r>
            </a:p>
          </p:txBody>
        </p:sp>
        <p:sp>
          <p:nvSpPr>
            <p:cNvPr id="13" name="TextBox 12">
              <a:extLst>
                <a:ext uri="{FF2B5EF4-FFF2-40B4-BE49-F238E27FC236}">
                  <a16:creationId xmlns:a16="http://schemas.microsoft.com/office/drawing/2014/main" id="{167353B3-9D9D-44AD-88B1-6E8E4361816F}"/>
                </a:ext>
              </a:extLst>
            </p:cNvPr>
            <p:cNvSpPr txBox="1">
              <a:spLocks noChangeArrowheads="1"/>
            </p:cNvSpPr>
            <p:nvPr/>
          </p:nvSpPr>
          <p:spPr bwMode="auto">
            <a:xfrm>
              <a:off x="7360445" y="5124631"/>
              <a:ext cx="1728787" cy="288000"/>
            </a:xfrm>
            <a:prstGeom prst="roundRect">
              <a:avLst/>
            </a:prstGeom>
            <a:grpFill/>
            <a:ln w="9525">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a:solidFill>
                    <a:schemeClr val="bg1"/>
                  </a:solidFill>
                  <a:latin typeface="+mn-lt"/>
                </a:rPr>
                <a:t>Hardware driver</a:t>
              </a:r>
            </a:p>
          </p:txBody>
        </p:sp>
      </p:grpSp>
      <p:grpSp>
        <p:nvGrpSpPr>
          <p:cNvPr id="14" name="Group 13">
            <a:extLst>
              <a:ext uri="{FF2B5EF4-FFF2-40B4-BE49-F238E27FC236}">
                <a16:creationId xmlns:a16="http://schemas.microsoft.com/office/drawing/2014/main" id="{38C7DA2A-4A61-4981-AC05-EDB46B5C8632}"/>
              </a:ext>
            </a:extLst>
          </p:cNvPr>
          <p:cNvGrpSpPr/>
          <p:nvPr/>
        </p:nvGrpSpPr>
        <p:grpSpPr>
          <a:xfrm>
            <a:off x="6022199" y="2940470"/>
            <a:ext cx="1836000" cy="1200329"/>
            <a:chOff x="4550569" y="2838450"/>
            <a:chExt cx="2052000" cy="1200329"/>
          </a:xfrm>
          <a:solidFill>
            <a:schemeClr val="bg1">
              <a:lumMod val="95000"/>
            </a:schemeClr>
          </a:solidFill>
          <a:effectLst>
            <a:outerShdw blurRad="50800" dist="76200" dir="2700000" algn="tl" rotWithShape="0">
              <a:prstClr val="black">
                <a:alpha val="40000"/>
              </a:prstClr>
            </a:outerShdw>
          </a:effectLst>
        </p:grpSpPr>
        <p:sp>
          <p:nvSpPr>
            <p:cNvPr id="15" name="TextBox 5">
              <a:extLst>
                <a:ext uri="{FF2B5EF4-FFF2-40B4-BE49-F238E27FC236}">
                  <a16:creationId xmlns:a16="http://schemas.microsoft.com/office/drawing/2014/main" id="{D631D1AF-F2A5-442F-9081-3D42E4AD0008}"/>
                </a:ext>
              </a:extLst>
            </p:cNvPr>
            <p:cNvSpPr txBox="1">
              <a:spLocks noChangeArrowheads="1"/>
            </p:cNvSpPr>
            <p:nvPr/>
          </p:nvSpPr>
          <p:spPr bwMode="auto">
            <a:xfrm>
              <a:off x="4550569" y="2838450"/>
              <a:ext cx="2052000" cy="1200329"/>
            </a:xfrm>
            <a:prstGeom prst="roundRect">
              <a:avLst>
                <a:gd name="adj" fmla="val 8335"/>
              </a:avLst>
            </a:prstGeom>
            <a:grpFill/>
            <a:ln w="9525">
              <a:solidFill>
                <a:schemeClr val="bg1">
                  <a:lumMod val="95000"/>
                </a:schemeClr>
              </a:solidFill>
              <a:miter lim="800000"/>
              <a:headEnd/>
              <a:tailEnd/>
            </a:ln>
          </p:spPr>
          <p:txBody>
            <a:bodyPr wrap="none">
              <a:noAutofit/>
            </a:bodyPr>
            <a:lstStyle>
              <a:defPPr>
                <a:defRPr lang="en-US"/>
              </a:defPPr>
              <a:lvl1pPr algn="ctr">
                <a:defRPr>
                  <a:solidFill>
                    <a:schemeClr val="bg1"/>
                  </a:solidFill>
                  <a:ea typeface="ＭＳ Ｐゴシック" charset="0"/>
                  <a:cs typeface="ＭＳ Ｐゴシック" charset="0"/>
                </a:defRPr>
              </a:lvl1pPr>
              <a:lvl2pPr marL="37931725" indent="-37474525" eaLnBrk="0" hangingPunct="0">
                <a:defRPr sz="2400">
                  <a:latin typeface="Tahoma" charset="0"/>
                  <a:ea typeface="ＭＳ Ｐゴシック" charset="0"/>
                </a:defRPr>
              </a:lvl2pPr>
              <a:lvl3pPr eaLnBrk="0" hangingPunct="0">
                <a:defRPr sz="2400">
                  <a:latin typeface="Tahoma" charset="0"/>
                  <a:ea typeface="ＭＳ Ｐゴシック" charset="0"/>
                </a:defRPr>
              </a:lvl3pPr>
              <a:lvl4pPr eaLnBrk="0" hangingPunct="0">
                <a:defRPr sz="2400">
                  <a:latin typeface="Tahoma" charset="0"/>
                  <a:ea typeface="ＭＳ Ｐゴシック" charset="0"/>
                </a:defRPr>
              </a:lvl4pPr>
              <a:lvl5pPr eaLnBrk="0" hangingPunct="0">
                <a:defRPr sz="2400">
                  <a:latin typeface="Tahoma" charset="0"/>
                  <a:ea typeface="ＭＳ Ｐゴシック" charset="0"/>
                </a:defRPr>
              </a:lvl5pPr>
              <a:lvl6pPr marL="457200" eaLnBrk="0" fontAlgn="base" hangingPunct="0">
                <a:spcBef>
                  <a:spcPct val="0"/>
                </a:spcBef>
                <a:spcAft>
                  <a:spcPct val="0"/>
                </a:spcAft>
                <a:defRPr sz="2400">
                  <a:latin typeface="Tahoma" charset="0"/>
                  <a:ea typeface="ＭＳ Ｐゴシック" charset="0"/>
                </a:defRPr>
              </a:lvl6pPr>
              <a:lvl7pPr marL="914400" eaLnBrk="0" fontAlgn="base" hangingPunct="0">
                <a:spcBef>
                  <a:spcPct val="0"/>
                </a:spcBef>
                <a:spcAft>
                  <a:spcPct val="0"/>
                </a:spcAft>
                <a:defRPr sz="2400">
                  <a:latin typeface="Tahoma" charset="0"/>
                  <a:ea typeface="ＭＳ Ｐゴシック" charset="0"/>
                </a:defRPr>
              </a:lvl7pPr>
              <a:lvl8pPr marL="1371600" eaLnBrk="0" fontAlgn="base" hangingPunct="0">
                <a:spcBef>
                  <a:spcPct val="0"/>
                </a:spcBef>
                <a:spcAft>
                  <a:spcPct val="0"/>
                </a:spcAft>
                <a:defRPr sz="2400">
                  <a:latin typeface="Tahoma" charset="0"/>
                  <a:ea typeface="ＭＳ Ｐゴシック" charset="0"/>
                </a:defRPr>
              </a:lvl8pPr>
              <a:lvl9pPr marL="1828800" eaLnBrk="0" fontAlgn="base" hangingPunct="0">
                <a:spcBef>
                  <a:spcPct val="0"/>
                </a:spcBef>
                <a:spcAft>
                  <a:spcPct val="0"/>
                </a:spcAft>
                <a:defRPr sz="2400">
                  <a:latin typeface="Tahoma" charset="0"/>
                  <a:ea typeface="ＭＳ Ｐゴシック" charset="0"/>
                </a:defRPr>
              </a:lvl9pPr>
            </a:lstStyle>
            <a:p>
              <a:r>
                <a:rPr lang="en-US" dirty="0"/>
                <a:t>Virtual File System</a:t>
              </a:r>
            </a:p>
            <a:p>
              <a:endParaRPr lang="en-US" dirty="0"/>
            </a:p>
            <a:p>
              <a:endParaRPr lang="en-US" dirty="0"/>
            </a:p>
            <a:p>
              <a:endParaRPr lang="en-US" dirty="0"/>
            </a:p>
          </p:txBody>
        </p:sp>
        <p:sp>
          <p:nvSpPr>
            <p:cNvPr id="16" name="TextBox 13">
              <a:extLst>
                <a:ext uri="{FF2B5EF4-FFF2-40B4-BE49-F238E27FC236}">
                  <a16:creationId xmlns:a16="http://schemas.microsoft.com/office/drawing/2014/main" id="{2FABFFBC-1D2B-4B30-8D1E-8A36A150EBF5}"/>
                </a:ext>
              </a:extLst>
            </p:cNvPr>
            <p:cNvSpPr txBox="1">
              <a:spLocks noChangeArrowheads="1"/>
            </p:cNvSpPr>
            <p:nvPr/>
          </p:nvSpPr>
          <p:spPr bwMode="auto">
            <a:xfrm>
              <a:off x="4698208" y="3235324"/>
              <a:ext cx="1728000" cy="288000"/>
            </a:xfrm>
            <a:prstGeom prst="roundRect">
              <a:avLst/>
            </a:prstGeom>
            <a:grpFill/>
            <a:ln w="9525">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Logical File System</a:t>
              </a:r>
            </a:p>
          </p:txBody>
        </p:sp>
        <p:sp>
          <p:nvSpPr>
            <p:cNvPr id="17" name="TextBox 14">
              <a:extLst>
                <a:ext uri="{FF2B5EF4-FFF2-40B4-BE49-F238E27FC236}">
                  <a16:creationId xmlns:a16="http://schemas.microsoft.com/office/drawing/2014/main" id="{C0A81463-88DA-4C98-922F-3EC0E06F9AC7}"/>
                </a:ext>
              </a:extLst>
            </p:cNvPr>
            <p:cNvSpPr txBox="1">
              <a:spLocks noChangeArrowheads="1"/>
            </p:cNvSpPr>
            <p:nvPr/>
          </p:nvSpPr>
          <p:spPr bwMode="auto">
            <a:xfrm>
              <a:off x="4702970" y="3602037"/>
              <a:ext cx="1728788" cy="288000"/>
            </a:xfrm>
            <a:prstGeom prst="roundRect">
              <a:avLst/>
            </a:prstGeom>
            <a:grpFill/>
            <a:ln w="9525">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a:solidFill>
                    <a:schemeClr val="bg1"/>
                  </a:solidFill>
                  <a:latin typeface="+mn-lt"/>
                </a:rPr>
                <a:t>Hardware Drivers</a:t>
              </a:r>
            </a:p>
          </p:txBody>
        </p:sp>
      </p:grpSp>
      <p:grpSp>
        <p:nvGrpSpPr>
          <p:cNvPr id="18" name="Group 17">
            <a:extLst>
              <a:ext uri="{FF2B5EF4-FFF2-40B4-BE49-F238E27FC236}">
                <a16:creationId xmlns:a16="http://schemas.microsoft.com/office/drawing/2014/main" id="{7A7C369D-BBAB-4B09-B628-1C453EF2D8C4}"/>
              </a:ext>
            </a:extLst>
          </p:cNvPr>
          <p:cNvGrpSpPr/>
          <p:nvPr/>
        </p:nvGrpSpPr>
        <p:grpSpPr>
          <a:xfrm>
            <a:off x="8167138" y="2940470"/>
            <a:ext cx="1836000" cy="1200329"/>
            <a:chOff x="7140939" y="1486096"/>
            <a:chExt cx="1836000" cy="1200329"/>
          </a:xfrm>
          <a:solidFill>
            <a:schemeClr val="bg1">
              <a:lumMod val="95000"/>
            </a:schemeClr>
          </a:solidFill>
          <a:effectLst>
            <a:outerShdw blurRad="50800" dist="76200" dir="2700000" algn="tl" rotWithShape="0">
              <a:prstClr val="black">
                <a:alpha val="40000"/>
              </a:prstClr>
            </a:outerShdw>
          </a:effectLst>
        </p:grpSpPr>
        <p:sp>
          <p:nvSpPr>
            <p:cNvPr id="19" name="TextBox 4">
              <a:extLst>
                <a:ext uri="{FF2B5EF4-FFF2-40B4-BE49-F238E27FC236}">
                  <a16:creationId xmlns:a16="http://schemas.microsoft.com/office/drawing/2014/main" id="{10A1B436-8C4F-46FA-BEC0-600EFD5B5610}"/>
                </a:ext>
              </a:extLst>
            </p:cNvPr>
            <p:cNvSpPr txBox="1">
              <a:spLocks noChangeArrowheads="1"/>
            </p:cNvSpPr>
            <p:nvPr/>
          </p:nvSpPr>
          <p:spPr bwMode="auto">
            <a:xfrm>
              <a:off x="7140939" y="1486096"/>
              <a:ext cx="1836000" cy="1200329"/>
            </a:xfrm>
            <a:prstGeom prst="roundRect">
              <a:avLst>
                <a:gd name="adj" fmla="val 7145"/>
              </a:avLst>
            </a:prstGeom>
            <a:grpFill/>
            <a:ln w="9525">
              <a:solidFill>
                <a:schemeClr val="bg1">
                  <a:lumMod val="95000"/>
                </a:schemeClr>
              </a:solidFill>
              <a:miter lim="800000"/>
              <a:headEnd/>
              <a:tailEnd/>
            </a:ln>
          </p:spPr>
          <p:txBody>
            <a:bodyPr wrap="none">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Process Scheduler</a:t>
              </a:r>
            </a:p>
          </p:txBody>
        </p:sp>
        <p:sp>
          <p:nvSpPr>
            <p:cNvPr id="20" name="TextBox 9">
              <a:extLst>
                <a:ext uri="{FF2B5EF4-FFF2-40B4-BE49-F238E27FC236}">
                  <a16:creationId xmlns:a16="http://schemas.microsoft.com/office/drawing/2014/main" id="{912FADD5-6E05-41E9-A053-BE2FFFA463F3}"/>
                </a:ext>
              </a:extLst>
            </p:cNvPr>
            <p:cNvSpPr txBox="1">
              <a:spLocks noChangeArrowheads="1"/>
            </p:cNvSpPr>
            <p:nvPr/>
          </p:nvSpPr>
          <p:spPr bwMode="auto">
            <a:xfrm>
              <a:off x="7279480" y="1843274"/>
              <a:ext cx="1548000" cy="288000"/>
            </a:xfrm>
            <a:prstGeom prst="roundRect">
              <a:avLst/>
            </a:prstGeom>
            <a:grpFill/>
            <a:ln w="9525">
              <a:solidFill>
                <a:schemeClr val="bg1">
                  <a:lumMod val="95000"/>
                </a:schemeClr>
              </a:solidFill>
              <a:miter lim="800000"/>
              <a:headEnd/>
              <a:tailEnd/>
            </a:ln>
          </p:spPr>
          <p:txBody>
            <a:bodyPr wrap="none"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independent</a:t>
              </a:r>
            </a:p>
          </p:txBody>
        </p:sp>
        <p:sp>
          <p:nvSpPr>
            <p:cNvPr id="21" name="TextBox 10">
              <a:extLst>
                <a:ext uri="{FF2B5EF4-FFF2-40B4-BE49-F238E27FC236}">
                  <a16:creationId xmlns:a16="http://schemas.microsoft.com/office/drawing/2014/main" id="{4121E1A7-47C1-4D10-BB95-91177331605F}"/>
                </a:ext>
              </a:extLst>
            </p:cNvPr>
            <p:cNvSpPr txBox="1">
              <a:spLocks noChangeArrowheads="1"/>
            </p:cNvSpPr>
            <p:nvPr/>
          </p:nvSpPr>
          <p:spPr bwMode="auto">
            <a:xfrm>
              <a:off x="7298530" y="2290957"/>
              <a:ext cx="1548000" cy="288000"/>
            </a:xfrm>
            <a:prstGeom prst="roundRect">
              <a:avLst/>
            </a:prstGeom>
            <a:grpFill/>
            <a:ln w="9525">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dependent</a:t>
              </a:r>
            </a:p>
          </p:txBody>
        </p:sp>
      </p:grpSp>
      <p:cxnSp>
        <p:nvCxnSpPr>
          <p:cNvPr id="22" name="Straight Arrow Connector 21">
            <a:extLst>
              <a:ext uri="{FF2B5EF4-FFF2-40B4-BE49-F238E27FC236}">
                <a16:creationId xmlns:a16="http://schemas.microsoft.com/office/drawing/2014/main" id="{5A029FFF-82FD-40EA-BBDE-C934B8E437DA}"/>
              </a:ext>
            </a:extLst>
          </p:cNvPr>
          <p:cNvCxnSpPr>
            <a:stCxn id="7" idx="2"/>
            <a:endCxn id="19" idx="0"/>
          </p:cNvCxnSpPr>
          <p:nvPr/>
        </p:nvCxnSpPr>
        <p:spPr>
          <a:xfrm>
            <a:off x="9085138" y="2600702"/>
            <a:ext cx="0" cy="339768"/>
          </a:xfrm>
          <a:prstGeom prst="straightConnector1">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73BF6C6C-6B67-4AAF-A09B-342F21B8C840}"/>
              </a:ext>
            </a:extLst>
          </p:cNvPr>
          <p:cNvCxnSpPr>
            <a:stCxn id="19" idx="2"/>
            <a:endCxn id="11" idx="0"/>
          </p:cNvCxnSpPr>
          <p:nvPr/>
        </p:nvCxnSpPr>
        <p:spPr>
          <a:xfrm>
            <a:off x="9085138" y="4140799"/>
            <a:ext cx="0" cy="340905"/>
          </a:xfrm>
          <a:prstGeom prst="straightConnector1">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9AB9C0F9-C7C4-4716-8006-FC46069705E4}"/>
              </a:ext>
            </a:extLst>
          </p:cNvPr>
          <p:cNvCxnSpPr>
            <a:stCxn id="19" idx="1"/>
          </p:cNvCxnSpPr>
          <p:nvPr/>
        </p:nvCxnSpPr>
        <p:spPr>
          <a:xfrm flipH="1" flipV="1">
            <a:off x="7858199" y="3540634"/>
            <a:ext cx="308939" cy="1"/>
          </a:xfrm>
          <a:prstGeom prst="straightConnector1">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978A2916-69DE-49E4-9F80-F4A73115B37A}"/>
              </a:ext>
            </a:extLst>
          </p:cNvPr>
          <p:cNvCxnSpPr>
            <a:stCxn id="19" idx="3"/>
            <a:endCxn id="5" idx="1"/>
          </p:cNvCxnSpPr>
          <p:nvPr/>
        </p:nvCxnSpPr>
        <p:spPr>
          <a:xfrm>
            <a:off x="10003138" y="3540635"/>
            <a:ext cx="316860" cy="0"/>
          </a:xfrm>
          <a:prstGeom prst="straightConnector1">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6" name="Elbow Connector 94">
            <a:extLst>
              <a:ext uri="{FF2B5EF4-FFF2-40B4-BE49-F238E27FC236}">
                <a16:creationId xmlns:a16="http://schemas.microsoft.com/office/drawing/2014/main" id="{B83399C6-42FF-4EEE-86EF-35C7A039B15E}"/>
              </a:ext>
            </a:extLst>
          </p:cNvPr>
          <p:cNvCxnSpPr>
            <a:stCxn id="5" idx="0"/>
            <a:endCxn id="7" idx="3"/>
          </p:cNvCxnSpPr>
          <p:nvPr/>
        </p:nvCxnSpPr>
        <p:spPr>
          <a:xfrm rot="16200000" flipV="1">
            <a:off x="9961277" y="2042400"/>
            <a:ext cx="1216931" cy="1133207"/>
          </a:xfrm>
          <a:prstGeom prst="bentConnector2">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7" name="Elbow Connector 96">
            <a:extLst>
              <a:ext uri="{FF2B5EF4-FFF2-40B4-BE49-F238E27FC236}">
                <a16:creationId xmlns:a16="http://schemas.microsoft.com/office/drawing/2014/main" id="{E4B993F5-37EE-43FD-8A12-1C461DCD77ED}"/>
              </a:ext>
            </a:extLst>
          </p:cNvPr>
          <p:cNvCxnSpPr>
            <a:stCxn id="7" idx="1"/>
            <a:endCxn id="15" idx="0"/>
          </p:cNvCxnSpPr>
          <p:nvPr/>
        </p:nvCxnSpPr>
        <p:spPr>
          <a:xfrm rot="10800000" flipV="1">
            <a:off x="6940200" y="2000538"/>
            <a:ext cx="1226939" cy="939932"/>
          </a:xfrm>
          <a:prstGeom prst="bentConnector2">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8" name="Elbow Connector 98">
            <a:extLst>
              <a:ext uri="{FF2B5EF4-FFF2-40B4-BE49-F238E27FC236}">
                <a16:creationId xmlns:a16="http://schemas.microsoft.com/office/drawing/2014/main" id="{DC5080FC-D766-44A7-84DE-3DA0CC86B6ED}"/>
              </a:ext>
            </a:extLst>
          </p:cNvPr>
          <p:cNvCxnSpPr>
            <a:stCxn id="11" idx="1"/>
            <a:endCxn id="15" idx="2"/>
          </p:cNvCxnSpPr>
          <p:nvPr/>
        </p:nvCxnSpPr>
        <p:spPr>
          <a:xfrm rot="10800000">
            <a:off x="6940200" y="4140799"/>
            <a:ext cx="1226939" cy="940980"/>
          </a:xfrm>
          <a:prstGeom prst="bentConnector2">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384173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Memory Manager</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6" y="1639888"/>
            <a:ext cx="5345312" cy="4086225"/>
          </a:xfrm>
        </p:spPr>
        <p:txBody>
          <a:bodyPr wrap="square" numCol="1" anchor="t" anchorCtr="0" compatLnSpc="1">
            <a:prstTxWarp prst="textNoShape">
              <a:avLst/>
            </a:prstTxWarp>
          </a:bodyPr>
          <a:lstStyle/>
          <a:p>
            <a:r>
              <a:rPr lang="en-US" dirty="0"/>
              <a:t>The </a:t>
            </a:r>
            <a:r>
              <a:rPr lang="en-US" dirty="0" err="1"/>
              <a:t>MMU</a:t>
            </a:r>
            <a:r>
              <a:rPr lang="en-US" dirty="0"/>
              <a:t> detects when a user process accesses a memory address that is not currently mapped to a physical memory location. </a:t>
            </a:r>
          </a:p>
          <a:p>
            <a:r>
              <a:rPr lang="en-US" dirty="0"/>
              <a:t>The </a:t>
            </a:r>
            <a:r>
              <a:rPr lang="en-US" dirty="0" err="1"/>
              <a:t>MMU</a:t>
            </a:r>
            <a:r>
              <a:rPr lang="en-US" dirty="0"/>
              <a:t> notifies the Linux Kernel the event known as </a:t>
            </a:r>
            <a:r>
              <a:rPr lang="en-US" dirty="0">
                <a:solidFill>
                  <a:srgbClr val="128CAB"/>
                </a:solidFill>
              </a:rPr>
              <a:t>page fault.</a:t>
            </a:r>
          </a:p>
          <a:p>
            <a:r>
              <a:rPr lang="en-US" dirty="0"/>
              <a:t>The memory manager subsystem resolves the page fault.</a:t>
            </a:r>
            <a:endParaRPr lang="en-US" altLang="en-US" dirty="0">
              <a:ea typeface="ＭＳ Ｐゴシック" panose="020B0600070205080204" pitchFamily="34" charset="-128"/>
            </a:endParaRPr>
          </a:p>
        </p:txBody>
      </p:sp>
      <p:sp>
        <p:nvSpPr>
          <p:cNvPr id="5" name="TextBox 7">
            <a:extLst>
              <a:ext uri="{FF2B5EF4-FFF2-40B4-BE49-F238E27FC236}">
                <a16:creationId xmlns:a16="http://schemas.microsoft.com/office/drawing/2014/main" id="{F90D3DB8-1E0E-43E9-9694-E54B0F0BEE6C}"/>
              </a:ext>
            </a:extLst>
          </p:cNvPr>
          <p:cNvSpPr txBox="1">
            <a:spLocks noChangeArrowheads="1"/>
          </p:cNvSpPr>
          <p:nvPr/>
        </p:nvSpPr>
        <p:spPr bwMode="auto">
          <a:xfrm>
            <a:off x="10319998" y="3217469"/>
            <a:ext cx="1632694" cy="646331"/>
          </a:xfrm>
          <a:prstGeom prst="roundRect">
            <a:avLst>
              <a:gd name="adj" fmla="val 10035"/>
            </a:avLst>
          </a:prstGeom>
          <a:solidFill>
            <a:schemeClr val="bg1">
              <a:lumMod val="95000"/>
            </a:schemeClr>
          </a:solidFill>
          <a:ln w="9525">
            <a:solidFill>
              <a:schemeClr val="bg1">
                <a:lumMod val="95000"/>
              </a:schemeClr>
            </a:solidFill>
            <a:miter lim="800000"/>
            <a:headEnd/>
            <a:tailEnd/>
          </a:ln>
          <a:effectLst>
            <a:outerShdw blurRad="50800" dist="76200" dir="2700000" algn="tl" rotWithShape="0">
              <a:prstClr val="black">
                <a:alpha val="40000"/>
              </a:prstClr>
            </a:outerShdw>
          </a:effectLst>
        </p:spPr>
        <p:txBody>
          <a:bodyPr wrap="none">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Inter-Process</a:t>
            </a:r>
          </a:p>
          <a:p>
            <a:pPr algn="ctr" eaLnBrk="1" hangingPunct="1"/>
            <a:r>
              <a:rPr lang="en-US" sz="1800" dirty="0">
                <a:solidFill>
                  <a:schemeClr val="bg1"/>
                </a:solidFill>
                <a:latin typeface="+mn-lt"/>
              </a:rPr>
              <a:t>Communication</a:t>
            </a:r>
          </a:p>
        </p:txBody>
      </p:sp>
      <p:grpSp>
        <p:nvGrpSpPr>
          <p:cNvPr id="6" name="Group 5">
            <a:extLst>
              <a:ext uri="{FF2B5EF4-FFF2-40B4-BE49-F238E27FC236}">
                <a16:creationId xmlns:a16="http://schemas.microsoft.com/office/drawing/2014/main" id="{DEA0C788-AEC5-4D3E-9F3F-CA253612F39F}"/>
              </a:ext>
            </a:extLst>
          </p:cNvPr>
          <p:cNvGrpSpPr/>
          <p:nvPr/>
        </p:nvGrpSpPr>
        <p:grpSpPr>
          <a:xfrm>
            <a:off x="8167138" y="1400373"/>
            <a:ext cx="1836000" cy="1200329"/>
            <a:chOff x="7140939" y="1486096"/>
            <a:chExt cx="1836000" cy="1200329"/>
          </a:xfrm>
          <a:effectLst>
            <a:outerShdw blurRad="50800" dist="76200" dir="2700000" algn="tl" rotWithShape="0">
              <a:prstClr val="black">
                <a:alpha val="40000"/>
              </a:prstClr>
            </a:outerShdw>
          </a:effectLst>
        </p:grpSpPr>
        <p:sp>
          <p:nvSpPr>
            <p:cNvPr id="7" name="TextBox 4">
              <a:extLst>
                <a:ext uri="{FF2B5EF4-FFF2-40B4-BE49-F238E27FC236}">
                  <a16:creationId xmlns:a16="http://schemas.microsoft.com/office/drawing/2014/main" id="{A938B0B7-2C3D-4E97-8FAB-39E44BA00835}"/>
                </a:ext>
              </a:extLst>
            </p:cNvPr>
            <p:cNvSpPr txBox="1">
              <a:spLocks noChangeArrowheads="1"/>
            </p:cNvSpPr>
            <p:nvPr/>
          </p:nvSpPr>
          <p:spPr bwMode="auto">
            <a:xfrm>
              <a:off x="7140939" y="1486096"/>
              <a:ext cx="1836000" cy="1200329"/>
            </a:xfrm>
            <a:prstGeom prst="roundRect">
              <a:avLst>
                <a:gd name="adj" fmla="val 7145"/>
              </a:avLst>
            </a:prstGeom>
            <a:solidFill>
              <a:srgbClr val="FFC000"/>
            </a:solidFill>
            <a:ln w="0">
              <a:solidFill>
                <a:schemeClr val="tx1"/>
              </a:solidFill>
              <a:miter lim="800000"/>
              <a:headEnd/>
              <a:tailEnd/>
            </a:ln>
          </p:spPr>
          <p:txBody>
            <a:bodyPr wrap="none">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Memory Manager</a:t>
              </a: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p:txBody>
        </p:sp>
        <p:sp>
          <p:nvSpPr>
            <p:cNvPr id="8" name="TextBox 9">
              <a:extLst>
                <a:ext uri="{FF2B5EF4-FFF2-40B4-BE49-F238E27FC236}">
                  <a16:creationId xmlns:a16="http://schemas.microsoft.com/office/drawing/2014/main" id="{160DB73C-B276-4BE4-B9F5-734B62D35ACD}"/>
                </a:ext>
              </a:extLst>
            </p:cNvPr>
            <p:cNvSpPr txBox="1">
              <a:spLocks noChangeArrowheads="1"/>
            </p:cNvSpPr>
            <p:nvPr/>
          </p:nvSpPr>
          <p:spPr bwMode="auto">
            <a:xfrm>
              <a:off x="7279480" y="1843274"/>
              <a:ext cx="1548000" cy="288000"/>
            </a:xfrm>
            <a:prstGeom prst="roundRect">
              <a:avLst/>
            </a:prstGeom>
            <a:solidFill>
              <a:srgbClr val="FFC000"/>
            </a:solidFill>
            <a:ln w="0">
              <a:solidFill>
                <a:schemeClr val="tx1"/>
              </a:solidFill>
              <a:miter lim="800000"/>
              <a:headEnd/>
              <a:tailEnd/>
            </a:ln>
          </p:spPr>
          <p:txBody>
            <a:bodyPr wrap="none"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independent</a:t>
              </a:r>
            </a:p>
          </p:txBody>
        </p:sp>
        <p:sp>
          <p:nvSpPr>
            <p:cNvPr id="9" name="TextBox 10">
              <a:extLst>
                <a:ext uri="{FF2B5EF4-FFF2-40B4-BE49-F238E27FC236}">
                  <a16:creationId xmlns:a16="http://schemas.microsoft.com/office/drawing/2014/main" id="{8D12554D-87E4-4A0C-8C10-697E249E12F2}"/>
                </a:ext>
              </a:extLst>
            </p:cNvPr>
            <p:cNvSpPr txBox="1">
              <a:spLocks noChangeArrowheads="1"/>
            </p:cNvSpPr>
            <p:nvPr/>
          </p:nvSpPr>
          <p:spPr bwMode="auto">
            <a:xfrm>
              <a:off x="7298530" y="2290957"/>
              <a:ext cx="1548000" cy="288000"/>
            </a:xfrm>
            <a:prstGeom prst="roundRect">
              <a:avLst/>
            </a:prstGeom>
            <a:solidFill>
              <a:srgbClr val="C00000"/>
            </a:solidFill>
            <a:ln w="0">
              <a:solidFill>
                <a:schemeClr val="tx1"/>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dependent</a:t>
              </a:r>
            </a:p>
          </p:txBody>
        </p:sp>
      </p:grpSp>
      <p:grpSp>
        <p:nvGrpSpPr>
          <p:cNvPr id="10" name="Group 9">
            <a:extLst>
              <a:ext uri="{FF2B5EF4-FFF2-40B4-BE49-F238E27FC236}">
                <a16:creationId xmlns:a16="http://schemas.microsoft.com/office/drawing/2014/main" id="{555497DC-2BC6-40A4-9C6D-9F32AF5B6DCA}"/>
              </a:ext>
            </a:extLst>
          </p:cNvPr>
          <p:cNvGrpSpPr/>
          <p:nvPr/>
        </p:nvGrpSpPr>
        <p:grpSpPr>
          <a:xfrm>
            <a:off x="8167138" y="4481704"/>
            <a:ext cx="1836000" cy="1200150"/>
            <a:chOff x="7169945" y="4338819"/>
            <a:chExt cx="2052637" cy="1200150"/>
          </a:xfrm>
          <a:solidFill>
            <a:schemeClr val="bg1">
              <a:lumMod val="95000"/>
            </a:schemeClr>
          </a:solidFill>
          <a:effectLst>
            <a:outerShdw blurRad="50800" dist="76200" dir="2700000" algn="tl" rotWithShape="0">
              <a:prstClr val="black">
                <a:alpha val="40000"/>
              </a:prstClr>
            </a:outerShdw>
          </a:effectLst>
        </p:grpSpPr>
        <p:sp>
          <p:nvSpPr>
            <p:cNvPr id="11" name="TextBox 8">
              <a:extLst>
                <a:ext uri="{FF2B5EF4-FFF2-40B4-BE49-F238E27FC236}">
                  <a16:creationId xmlns:a16="http://schemas.microsoft.com/office/drawing/2014/main" id="{C8F71D98-B401-40D9-8AB9-32A3191C6507}"/>
                </a:ext>
              </a:extLst>
            </p:cNvPr>
            <p:cNvSpPr txBox="1">
              <a:spLocks noChangeArrowheads="1"/>
            </p:cNvSpPr>
            <p:nvPr/>
          </p:nvSpPr>
          <p:spPr bwMode="auto">
            <a:xfrm>
              <a:off x="7169945" y="4338819"/>
              <a:ext cx="2052637" cy="1200150"/>
            </a:xfrm>
            <a:prstGeom prst="roundRect">
              <a:avLst>
                <a:gd name="adj" fmla="val 8334"/>
              </a:avLst>
            </a:prstGeom>
            <a:grpFill/>
            <a:ln w="9525">
              <a:solidFill>
                <a:schemeClr val="bg1">
                  <a:lumMod val="95000"/>
                </a:schemeClr>
              </a:solidFill>
              <a:miter lim="800000"/>
              <a:headEnd/>
              <a:tailEnd/>
            </a:ln>
          </p:spPr>
          <p:txBody>
            <a:bodyP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Network</a:t>
              </a: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p:txBody>
        </p:sp>
        <p:sp>
          <p:nvSpPr>
            <p:cNvPr id="12" name="TextBox 11">
              <a:extLst>
                <a:ext uri="{FF2B5EF4-FFF2-40B4-BE49-F238E27FC236}">
                  <a16:creationId xmlns:a16="http://schemas.microsoft.com/office/drawing/2014/main" id="{BA239022-CAA6-4BA0-B47A-2A855B5DAEBF}"/>
                </a:ext>
              </a:extLst>
            </p:cNvPr>
            <p:cNvSpPr txBox="1">
              <a:spLocks noChangeArrowheads="1"/>
            </p:cNvSpPr>
            <p:nvPr/>
          </p:nvSpPr>
          <p:spPr bwMode="auto">
            <a:xfrm>
              <a:off x="7355682" y="4757918"/>
              <a:ext cx="1728788" cy="288000"/>
            </a:xfrm>
            <a:prstGeom prst="roundRect">
              <a:avLst/>
            </a:prstGeom>
            <a:grpFill/>
            <a:ln w="9525">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Network Protocols</a:t>
              </a:r>
            </a:p>
          </p:txBody>
        </p:sp>
        <p:sp>
          <p:nvSpPr>
            <p:cNvPr id="13" name="TextBox 12">
              <a:extLst>
                <a:ext uri="{FF2B5EF4-FFF2-40B4-BE49-F238E27FC236}">
                  <a16:creationId xmlns:a16="http://schemas.microsoft.com/office/drawing/2014/main" id="{3BD01122-9A07-44AD-83ED-F6C5AFE20559}"/>
                </a:ext>
              </a:extLst>
            </p:cNvPr>
            <p:cNvSpPr txBox="1">
              <a:spLocks noChangeArrowheads="1"/>
            </p:cNvSpPr>
            <p:nvPr/>
          </p:nvSpPr>
          <p:spPr bwMode="auto">
            <a:xfrm>
              <a:off x="7360445" y="5124631"/>
              <a:ext cx="1728787" cy="288000"/>
            </a:xfrm>
            <a:prstGeom prst="roundRect">
              <a:avLst/>
            </a:prstGeom>
            <a:grpFill/>
            <a:ln w="9525">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a:solidFill>
                    <a:schemeClr val="bg1"/>
                  </a:solidFill>
                  <a:latin typeface="+mn-lt"/>
                </a:rPr>
                <a:t>Hardware driver</a:t>
              </a:r>
            </a:p>
          </p:txBody>
        </p:sp>
      </p:grpSp>
      <p:grpSp>
        <p:nvGrpSpPr>
          <p:cNvPr id="14" name="Group 13">
            <a:extLst>
              <a:ext uri="{FF2B5EF4-FFF2-40B4-BE49-F238E27FC236}">
                <a16:creationId xmlns:a16="http://schemas.microsoft.com/office/drawing/2014/main" id="{458A13A9-974C-45C6-B9B3-86C5C8074E42}"/>
              </a:ext>
            </a:extLst>
          </p:cNvPr>
          <p:cNvGrpSpPr/>
          <p:nvPr/>
        </p:nvGrpSpPr>
        <p:grpSpPr>
          <a:xfrm>
            <a:off x="6022199" y="2940470"/>
            <a:ext cx="1836000" cy="1200329"/>
            <a:chOff x="4550569" y="2838450"/>
            <a:chExt cx="2052000" cy="1200329"/>
          </a:xfrm>
          <a:solidFill>
            <a:schemeClr val="bg1">
              <a:lumMod val="95000"/>
            </a:schemeClr>
          </a:solidFill>
          <a:effectLst>
            <a:outerShdw blurRad="50800" dist="76200" dir="2700000" algn="tl" rotWithShape="0">
              <a:prstClr val="black">
                <a:alpha val="40000"/>
              </a:prstClr>
            </a:outerShdw>
          </a:effectLst>
        </p:grpSpPr>
        <p:sp>
          <p:nvSpPr>
            <p:cNvPr id="15" name="TextBox 5">
              <a:extLst>
                <a:ext uri="{FF2B5EF4-FFF2-40B4-BE49-F238E27FC236}">
                  <a16:creationId xmlns:a16="http://schemas.microsoft.com/office/drawing/2014/main" id="{4F7B8AA6-2720-4D06-968E-514B9A6404B0}"/>
                </a:ext>
              </a:extLst>
            </p:cNvPr>
            <p:cNvSpPr txBox="1">
              <a:spLocks noChangeArrowheads="1"/>
            </p:cNvSpPr>
            <p:nvPr/>
          </p:nvSpPr>
          <p:spPr bwMode="auto">
            <a:xfrm>
              <a:off x="4550569" y="2838450"/>
              <a:ext cx="2052000" cy="1200329"/>
            </a:xfrm>
            <a:prstGeom prst="roundRect">
              <a:avLst>
                <a:gd name="adj" fmla="val 8335"/>
              </a:avLst>
            </a:prstGeom>
            <a:grpFill/>
            <a:ln w="9525">
              <a:solidFill>
                <a:schemeClr val="bg1">
                  <a:lumMod val="95000"/>
                </a:schemeClr>
              </a:solidFill>
              <a:miter lim="800000"/>
              <a:headEnd/>
              <a:tailEnd/>
            </a:ln>
          </p:spPr>
          <p:txBody>
            <a:bodyPr wrap="none">
              <a:noAutofit/>
            </a:bodyPr>
            <a:lstStyle>
              <a:defPPr>
                <a:defRPr lang="en-US"/>
              </a:defPPr>
              <a:lvl1pPr algn="ctr">
                <a:defRPr>
                  <a:solidFill>
                    <a:schemeClr val="bg1"/>
                  </a:solidFill>
                  <a:ea typeface="ＭＳ Ｐゴシック" charset="0"/>
                  <a:cs typeface="ＭＳ Ｐゴシック" charset="0"/>
                </a:defRPr>
              </a:lvl1pPr>
              <a:lvl2pPr marL="37931725" indent="-37474525" eaLnBrk="0" hangingPunct="0">
                <a:defRPr sz="2400">
                  <a:latin typeface="Tahoma" charset="0"/>
                  <a:ea typeface="ＭＳ Ｐゴシック" charset="0"/>
                </a:defRPr>
              </a:lvl2pPr>
              <a:lvl3pPr eaLnBrk="0" hangingPunct="0">
                <a:defRPr sz="2400">
                  <a:latin typeface="Tahoma" charset="0"/>
                  <a:ea typeface="ＭＳ Ｐゴシック" charset="0"/>
                </a:defRPr>
              </a:lvl3pPr>
              <a:lvl4pPr eaLnBrk="0" hangingPunct="0">
                <a:defRPr sz="2400">
                  <a:latin typeface="Tahoma" charset="0"/>
                  <a:ea typeface="ＭＳ Ｐゴシック" charset="0"/>
                </a:defRPr>
              </a:lvl4pPr>
              <a:lvl5pPr eaLnBrk="0" hangingPunct="0">
                <a:defRPr sz="2400">
                  <a:latin typeface="Tahoma" charset="0"/>
                  <a:ea typeface="ＭＳ Ｐゴシック" charset="0"/>
                </a:defRPr>
              </a:lvl5pPr>
              <a:lvl6pPr marL="457200" eaLnBrk="0" fontAlgn="base" hangingPunct="0">
                <a:spcBef>
                  <a:spcPct val="0"/>
                </a:spcBef>
                <a:spcAft>
                  <a:spcPct val="0"/>
                </a:spcAft>
                <a:defRPr sz="2400">
                  <a:latin typeface="Tahoma" charset="0"/>
                  <a:ea typeface="ＭＳ Ｐゴシック" charset="0"/>
                </a:defRPr>
              </a:lvl6pPr>
              <a:lvl7pPr marL="914400" eaLnBrk="0" fontAlgn="base" hangingPunct="0">
                <a:spcBef>
                  <a:spcPct val="0"/>
                </a:spcBef>
                <a:spcAft>
                  <a:spcPct val="0"/>
                </a:spcAft>
                <a:defRPr sz="2400">
                  <a:latin typeface="Tahoma" charset="0"/>
                  <a:ea typeface="ＭＳ Ｐゴシック" charset="0"/>
                </a:defRPr>
              </a:lvl7pPr>
              <a:lvl8pPr marL="1371600" eaLnBrk="0" fontAlgn="base" hangingPunct="0">
                <a:spcBef>
                  <a:spcPct val="0"/>
                </a:spcBef>
                <a:spcAft>
                  <a:spcPct val="0"/>
                </a:spcAft>
                <a:defRPr sz="2400">
                  <a:latin typeface="Tahoma" charset="0"/>
                  <a:ea typeface="ＭＳ Ｐゴシック" charset="0"/>
                </a:defRPr>
              </a:lvl8pPr>
              <a:lvl9pPr marL="1828800" eaLnBrk="0" fontAlgn="base" hangingPunct="0">
                <a:spcBef>
                  <a:spcPct val="0"/>
                </a:spcBef>
                <a:spcAft>
                  <a:spcPct val="0"/>
                </a:spcAft>
                <a:defRPr sz="2400">
                  <a:latin typeface="Tahoma" charset="0"/>
                  <a:ea typeface="ＭＳ Ｐゴシック" charset="0"/>
                </a:defRPr>
              </a:lvl9pPr>
            </a:lstStyle>
            <a:p>
              <a:r>
                <a:rPr lang="en-US" dirty="0"/>
                <a:t>Virtual File System</a:t>
              </a:r>
            </a:p>
            <a:p>
              <a:endParaRPr lang="en-US" dirty="0"/>
            </a:p>
            <a:p>
              <a:endParaRPr lang="en-US" dirty="0"/>
            </a:p>
            <a:p>
              <a:endParaRPr lang="en-US" dirty="0"/>
            </a:p>
          </p:txBody>
        </p:sp>
        <p:sp>
          <p:nvSpPr>
            <p:cNvPr id="16" name="TextBox 13">
              <a:extLst>
                <a:ext uri="{FF2B5EF4-FFF2-40B4-BE49-F238E27FC236}">
                  <a16:creationId xmlns:a16="http://schemas.microsoft.com/office/drawing/2014/main" id="{D581F176-BAF0-4A2F-8C74-68460463387D}"/>
                </a:ext>
              </a:extLst>
            </p:cNvPr>
            <p:cNvSpPr txBox="1">
              <a:spLocks noChangeArrowheads="1"/>
            </p:cNvSpPr>
            <p:nvPr/>
          </p:nvSpPr>
          <p:spPr bwMode="auto">
            <a:xfrm>
              <a:off x="4698208" y="3235324"/>
              <a:ext cx="1728000" cy="288000"/>
            </a:xfrm>
            <a:prstGeom prst="roundRect">
              <a:avLst/>
            </a:prstGeom>
            <a:grpFill/>
            <a:ln w="9525">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Logical File System</a:t>
              </a:r>
            </a:p>
          </p:txBody>
        </p:sp>
        <p:sp>
          <p:nvSpPr>
            <p:cNvPr id="17" name="TextBox 14">
              <a:extLst>
                <a:ext uri="{FF2B5EF4-FFF2-40B4-BE49-F238E27FC236}">
                  <a16:creationId xmlns:a16="http://schemas.microsoft.com/office/drawing/2014/main" id="{9BAE8D61-2E73-4A6D-820C-C58EDF7D2E0A}"/>
                </a:ext>
              </a:extLst>
            </p:cNvPr>
            <p:cNvSpPr txBox="1">
              <a:spLocks noChangeArrowheads="1"/>
            </p:cNvSpPr>
            <p:nvPr/>
          </p:nvSpPr>
          <p:spPr bwMode="auto">
            <a:xfrm>
              <a:off x="4702970" y="3602037"/>
              <a:ext cx="1728788" cy="288000"/>
            </a:xfrm>
            <a:prstGeom prst="roundRect">
              <a:avLst/>
            </a:prstGeom>
            <a:grpFill/>
            <a:ln w="9525">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a:solidFill>
                    <a:schemeClr val="bg1"/>
                  </a:solidFill>
                  <a:latin typeface="+mn-lt"/>
                </a:rPr>
                <a:t>Hardware Drivers</a:t>
              </a:r>
            </a:p>
          </p:txBody>
        </p:sp>
      </p:grpSp>
      <p:grpSp>
        <p:nvGrpSpPr>
          <p:cNvPr id="18" name="Group 17">
            <a:extLst>
              <a:ext uri="{FF2B5EF4-FFF2-40B4-BE49-F238E27FC236}">
                <a16:creationId xmlns:a16="http://schemas.microsoft.com/office/drawing/2014/main" id="{47EBEBFD-E17E-471E-A054-11DE1BB6BE41}"/>
              </a:ext>
            </a:extLst>
          </p:cNvPr>
          <p:cNvGrpSpPr/>
          <p:nvPr/>
        </p:nvGrpSpPr>
        <p:grpSpPr>
          <a:xfrm>
            <a:off x="8167138" y="2940470"/>
            <a:ext cx="1836000" cy="1200329"/>
            <a:chOff x="7140939" y="1486096"/>
            <a:chExt cx="1836000" cy="1200329"/>
          </a:xfrm>
          <a:solidFill>
            <a:schemeClr val="bg1">
              <a:lumMod val="95000"/>
            </a:schemeClr>
          </a:solidFill>
          <a:effectLst>
            <a:outerShdw blurRad="50800" dist="76200" dir="2700000" algn="tl" rotWithShape="0">
              <a:prstClr val="black">
                <a:alpha val="40000"/>
              </a:prstClr>
            </a:outerShdw>
          </a:effectLst>
        </p:grpSpPr>
        <p:sp>
          <p:nvSpPr>
            <p:cNvPr id="19" name="TextBox 4">
              <a:extLst>
                <a:ext uri="{FF2B5EF4-FFF2-40B4-BE49-F238E27FC236}">
                  <a16:creationId xmlns:a16="http://schemas.microsoft.com/office/drawing/2014/main" id="{44A10B54-2092-4D3D-8640-900F91A80823}"/>
                </a:ext>
              </a:extLst>
            </p:cNvPr>
            <p:cNvSpPr txBox="1">
              <a:spLocks noChangeArrowheads="1"/>
            </p:cNvSpPr>
            <p:nvPr/>
          </p:nvSpPr>
          <p:spPr bwMode="auto">
            <a:xfrm>
              <a:off x="7140939" y="1486096"/>
              <a:ext cx="1836000" cy="1200329"/>
            </a:xfrm>
            <a:prstGeom prst="roundRect">
              <a:avLst>
                <a:gd name="adj" fmla="val 7145"/>
              </a:avLst>
            </a:prstGeom>
            <a:grpFill/>
            <a:ln w="9525">
              <a:solidFill>
                <a:schemeClr val="bg1">
                  <a:lumMod val="95000"/>
                </a:schemeClr>
              </a:solidFill>
              <a:miter lim="800000"/>
              <a:headEnd/>
              <a:tailEnd/>
            </a:ln>
          </p:spPr>
          <p:txBody>
            <a:bodyPr wrap="none">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Process Scheduler</a:t>
              </a:r>
            </a:p>
          </p:txBody>
        </p:sp>
        <p:sp>
          <p:nvSpPr>
            <p:cNvPr id="20" name="TextBox 9">
              <a:extLst>
                <a:ext uri="{FF2B5EF4-FFF2-40B4-BE49-F238E27FC236}">
                  <a16:creationId xmlns:a16="http://schemas.microsoft.com/office/drawing/2014/main" id="{092F6901-E1FD-4039-BE1C-A0C8200146E7}"/>
                </a:ext>
              </a:extLst>
            </p:cNvPr>
            <p:cNvSpPr txBox="1">
              <a:spLocks noChangeArrowheads="1"/>
            </p:cNvSpPr>
            <p:nvPr/>
          </p:nvSpPr>
          <p:spPr bwMode="auto">
            <a:xfrm>
              <a:off x="7279480" y="1843274"/>
              <a:ext cx="1548000" cy="288000"/>
            </a:xfrm>
            <a:prstGeom prst="roundRect">
              <a:avLst/>
            </a:prstGeom>
            <a:grpFill/>
            <a:ln w="9525">
              <a:solidFill>
                <a:schemeClr val="bg1">
                  <a:lumMod val="95000"/>
                </a:schemeClr>
              </a:solidFill>
              <a:miter lim="800000"/>
              <a:headEnd/>
              <a:tailEnd/>
            </a:ln>
          </p:spPr>
          <p:txBody>
            <a:bodyPr wrap="none"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independent</a:t>
              </a:r>
            </a:p>
          </p:txBody>
        </p:sp>
        <p:sp>
          <p:nvSpPr>
            <p:cNvPr id="21" name="TextBox 10">
              <a:extLst>
                <a:ext uri="{FF2B5EF4-FFF2-40B4-BE49-F238E27FC236}">
                  <a16:creationId xmlns:a16="http://schemas.microsoft.com/office/drawing/2014/main" id="{0F989918-91FD-4080-9364-B2CE3CB1D74E}"/>
                </a:ext>
              </a:extLst>
            </p:cNvPr>
            <p:cNvSpPr txBox="1">
              <a:spLocks noChangeArrowheads="1"/>
            </p:cNvSpPr>
            <p:nvPr/>
          </p:nvSpPr>
          <p:spPr bwMode="auto">
            <a:xfrm>
              <a:off x="7298530" y="2290957"/>
              <a:ext cx="1548000" cy="288000"/>
            </a:xfrm>
            <a:prstGeom prst="roundRect">
              <a:avLst/>
            </a:prstGeom>
            <a:grpFill/>
            <a:ln w="9525">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dependent</a:t>
              </a:r>
            </a:p>
          </p:txBody>
        </p:sp>
      </p:grpSp>
      <p:cxnSp>
        <p:nvCxnSpPr>
          <p:cNvPr id="22" name="Straight Arrow Connector 21">
            <a:extLst>
              <a:ext uri="{FF2B5EF4-FFF2-40B4-BE49-F238E27FC236}">
                <a16:creationId xmlns:a16="http://schemas.microsoft.com/office/drawing/2014/main" id="{976EDED2-5BFD-4B1D-9A5A-7DB127C7A752}"/>
              </a:ext>
            </a:extLst>
          </p:cNvPr>
          <p:cNvCxnSpPr>
            <a:stCxn id="7" idx="2"/>
            <a:endCxn id="19" idx="0"/>
          </p:cNvCxnSpPr>
          <p:nvPr/>
        </p:nvCxnSpPr>
        <p:spPr>
          <a:xfrm>
            <a:off x="9085138" y="2600702"/>
            <a:ext cx="0" cy="339768"/>
          </a:xfrm>
          <a:prstGeom prst="straightConnector1">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2D75FDE2-DBBC-45E9-9DF3-D2809F185140}"/>
              </a:ext>
            </a:extLst>
          </p:cNvPr>
          <p:cNvCxnSpPr>
            <a:stCxn id="19" idx="2"/>
            <a:endCxn id="11" idx="0"/>
          </p:cNvCxnSpPr>
          <p:nvPr/>
        </p:nvCxnSpPr>
        <p:spPr>
          <a:xfrm>
            <a:off x="9085138" y="4140799"/>
            <a:ext cx="0" cy="340905"/>
          </a:xfrm>
          <a:prstGeom prst="straightConnector1">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E8B10FE2-02A7-41C2-8EE7-01F6AD3E43A9}"/>
              </a:ext>
            </a:extLst>
          </p:cNvPr>
          <p:cNvCxnSpPr>
            <a:stCxn id="19" idx="1"/>
          </p:cNvCxnSpPr>
          <p:nvPr/>
        </p:nvCxnSpPr>
        <p:spPr>
          <a:xfrm flipH="1" flipV="1">
            <a:off x="7858199" y="3540634"/>
            <a:ext cx="308939" cy="1"/>
          </a:xfrm>
          <a:prstGeom prst="straightConnector1">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E9568BD9-AA77-442E-9E1F-BB2C9494F105}"/>
              </a:ext>
            </a:extLst>
          </p:cNvPr>
          <p:cNvCxnSpPr>
            <a:stCxn id="19" idx="3"/>
            <a:endCxn id="5" idx="1"/>
          </p:cNvCxnSpPr>
          <p:nvPr/>
        </p:nvCxnSpPr>
        <p:spPr>
          <a:xfrm>
            <a:off x="10003138" y="3540635"/>
            <a:ext cx="316860" cy="0"/>
          </a:xfrm>
          <a:prstGeom prst="straightConnector1">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6" name="Elbow Connector 94">
            <a:extLst>
              <a:ext uri="{FF2B5EF4-FFF2-40B4-BE49-F238E27FC236}">
                <a16:creationId xmlns:a16="http://schemas.microsoft.com/office/drawing/2014/main" id="{CC96AFA0-9CC2-4C6F-B033-5E7954FB1A0B}"/>
              </a:ext>
            </a:extLst>
          </p:cNvPr>
          <p:cNvCxnSpPr>
            <a:stCxn id="5" idx="0"/>
            <a:endCxn id="7" idx="3"/>
          </p:cNvCxnSpPr>
          <p:nvPr/>
        </p:nvCxnSpPr>
        <p:spPr>
          <a:xfrm rot="16200000" flipV="1">
            <a:off x="9961277" y="2042400"/>
            <a:ext cx="1216931" cy="1133207"/>
          </a:xfrm>
          <a:prstGeom prst="bentConnector2">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7" name="Elbow Connector 96">
            <a:extLst>
              <a:ext uri="{FF2B5EF4-FFF2-40B4-BE49-F238E27FC236}">
                <a16:creationId xmlns:a16="http://schemas.microsoft.com/office/drawing/2014/main" id="{A1EBBB12-FB3F-4E1B-82C4-E5803C09A34F}"/>
              </a:ext>
            </a:extLst>
          </p:cNvPr>
          <p:cNvCxnSpPr>
            <a:stCxn id="7" idx="1"/>
            <a:endCxn id="15" idx="0"/>
          </p:cNvCxnSpPr>
          <p:nvPr/>
        </p:nvCxnSpPr>
        <p:spPr>
          <a:xfrm rot="10800000" flipV="1">
            <a:off x="6940200" y="2000538"/>
            <a:ext cx="1226939" cy="939932"/>
          </a:xfrm>
          <a:prstGeom prst="bentConnector2">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8" name="Elbow Connector 98">
            <a:extLst>
              <a:ext uri="{FF2B5EF4-FFF2-40B4-BE49-F238E27FC236}">
                <a16:creationId xmlns:a16="http://schemas.microsoft.com/office/drawing/2014/main" id="{37C45055-9DA7-4536-89DA-E18C16FD9B33}"/>
              </a:ext>
            </a:extLst>
          </p:cNvPr>
          <p:cNvCxnSpPr>
            <a:stCxn id="11" idx="1"/>
            <a:endCxn id="15" idx="2"/>
          </p:cNvCxnSpPr>
          <p:nvPr/>
        </p:nvCxnSpPr>
        <p:spPr>
          <a:xfrm rot="10800000">
            <a:off x="6940200" y="4140799"/>
            <a:ext cx="1226939" cy="940980"/>
          </a:xfrm>
          <a:prstGeom prst="bentConnector2">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767160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Memory Manager</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5380615" cy="4086225"/>
          </a:xfrm>
        </p:spPr>
        <p:txBody>
          <a:bodyPr wrap="square" numCol="1" anchor="t" anchorCtr="0" compatLnSpc="1">
            <a:prstTxWarp prst="textNoShape">
              <a:avLst/>
            </a:prstTxWarp>
          </a:bodyPr>
          <a:lstStyle/>
          <a:p>
            <a:r>
              <a:rPr lang="en-US" dirty="0"/>
              <a:t>If the page is currently swapped out to the paging file, it is swapped back in. </a:t>
            </a:r>
          </a:p>
          <a:p>
            <a:r>
              <a:rPr lang="en-US" dirty="0"/>
              <a:t>If the memory manager detects an invalid memory access, it notifies the event to the user process with a signal.</a:t>
            </a:r>
          </a:p>
          <a:p>
            <a:r>
              <a:rPr lang="en-US" dirty="0"/>
              <a:t>If the process doesn’t handle this signal, it is terminated.</a:t>
            </a:r>
            <a:endParaRPr lang="en-US" altLang="en-US" dirty="0">
              <a:ea typeface="ＭＳ Ｐゴシック" panose="020B0600070205080204" pitchFamily="34" charset="-128"/>
            </a:endParaRPr>
          </a:p>
        </p:txBody>
      </p:sp>
      <p:sp>
        <p:nvSpPr>
          <p:cNvPr id="5" name="TextBox 7">
            <a:extLst>
              <a:ext uri="{FF2B5EF4-FFF2-40B4-BE49-F238E27FC236}">
                <a16:creationId xmlns:a16="http://schemas.microsoft.com/office/drawing/2014/main" id="{A9D821A1-EDC4-42D9-8FEA-00F9958031F2}"/>
              </a:ext>
            </a:extLst>
          </p:cNvPr>
          <p:cNvSpPr txBox="1">
            <a:spLocks noChangeArrowheads="1"/>
          </p:cNvSpPr>
          <p:nvPr/>
        </p:nvSpPr>
        <p:spPr bwMode="auto">
          <a:xfrm>
            <a:off x="10319998" y="3217469"/>
            <a:ext cx="1632694" cy="646331"/>
          </a:xfrm>
          <a:prstGeom prst="roundRect">
            <a:avLst>
              <a:gd name="adj" fmla="val 10035"/>
            </a:avLst>
          </a:prstGeom>
          <a:solidFill>
            <a:schemeClr val="bg1">
              <a:lumMod val="95000"/>
            </a:schemeClr>
          </a:solidFill>
          <a:ln w="9525">
            <a:solidFill>
              <a:schemeClr val="bg1">
                <a:lumMod val="95000"/>
              </a:schemeClr>
            </a:solidFill>
            <a:miter lim="800000"/>
            <a:headEnd/>
            <a:tailEnd/>
          </a:ln>
          <a:effectLst>
            <a:outerShdw blurRad="50800" dist="76200" dir="2700000" algn="tl" rotWithShape="0">
              <a:prstClr val="black">
                <a:alpha val="40000"/>
              </a:prstClr>
            </a:outerShdw>
          </a:effectLst>
        </p:spPr>
        <p:txBody>
          <a:bodyPr wrap="none">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Inter-Process</a:t>
            </a:r>
          </a:p>
          <a:p>
            <a:pPr algn="ctr" eaLnBrk="1" hangingPunct="1"/>
            <a:r>
              <a:rPr lang="en-US" sz="1800" dirty="0">
                <a:solidFill>
                  <a:schemeClr val="bg1"/>
                </a:solidFill>
                <a:latin typeface="+mn-lt"/>
              </a:rPr>
              <a:t>Communication</a:t>
            </a:r>
          </a:p>
        </p:txBody>
      </p:sp>
      <p:grpSp>
        <p:nvGrpSpPr>
          <p:cNvPr id="6" name="Group 5">
            <a:extLst>
              <a:ext uri="{FF2B5EF4-FFF2-40B4-BE49-F238E27FC236}">
                <a16:creationId xmlns:a16="http://schemas.microsoft.com/office/drawing/2014/main" id="{A76DA7BA-555E-4F9A-8C42-25D437C074F0}"/>
              </a:ext>
            </a:extLst>
          </p:cNvPr>
          <p:cNvGrpSpPr/>
          <p:nvPr/>
        </p:nvGrpSpPr>
        <p:grpSpPr>
          <a:xfrm>
            <a:off x="8167138" y="1400373"/>
            <a:ext cx="1836000" cy="1200329"/>
            <a:chOff x="7140939" y="1486096"/>
            <a:chExt cx="1836000" cy="1200329"/>
          </a:xfrm>
          <a:effectLst>
            <a:outerShdw blurRad="50800" dist="76200" dir="2700000" algn="tl" rotWithShape="0">
              <a:prstClr val="black">
                <a:alpha val="40000"/>
              </a:prstClr>
            </a:outerShdw>
          </a:effectLst>
        </p:grpSpPr>
        <p:sp>
          <p:nvSpPr>
            <p:cNvPr id="7" name="TextBox 4">
              <a:extLst>
                <a:ext uri="{FF2B5EF4-FFF2-40B4-BE49-F238E27FC236}">
                  <a16:creationId xmlns:a16="http://schemas.microsoft.com/office/drawing/2014/main" id="{86ECD7FA-B89C-427F-B7A3-FCA97283324C}"/>
                </a:ext>
              </a:extLst>
            </p:cNvPr>
            <p:cNvSpPr txBox="1">
              <a:spLocks noChangeArrowheads="1"/>
            </p:cNvSpPr>
            <p:nvPr/>
          </p:nvSpPr>
          <p:spPr bwMode="auto">
            <a:xfrm>
              <a:off x="7140939" y="1486096"/>
              <a:ext cx="1836000" cy="1200329"/>
            </a:xfrm>
            <a:prstGeom prst="roundRect">
              <a:avLst>
                <a:gd name="adj" fmla="val 7145"/>
              </a:avLst>
            </a:prstGeom>
            <a:solidFill>
              <a:srgbClr val="FFC000"/>
            </a:solidFill>
            <a:ln w="0">
              <a:solidFill>
                <a:schemeClr val="tx1"/>
              </a:solidFill>
              <a:miter lim="800000"/>
              <a:headEnd/>
              <a:tailEnd/>
            </a:ln>
          </p:spPr>
          <p:txBody>
            <a:bodyPr wrap="none">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Memory Manager</a:t>
              </a: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p:txBody>
        </p:sp>
        <p:sp>
          <p:nvSpPr>
            <p:cNvPr id="8" name="TextBox 9">
              <a:extLst>
                <a:ext uri="{FF2B5EF4-FFF2-40B4-BE49-F238E27FC236}">
                  <a16:creationId xmlns:a16="http://schemas.microsoft.com/office/drawing/2014/main" id="{0DB12B7B-2C93-49D7-B4C9-E3410E2869AA}"/>
                </a:ext>
              </a:extLst>
            </p:cNvPr>
            <p:cNvSpPr txBox="1">
              <a:spLocks noChangeArrowheads="1"/>
            </p:cNvSpPr>
            <p:nvPr/>
          </p:nvSpPr>
          <p:spPr bwMode="auto">
            <a:xfrm>
              <a:off x="7279480" y="1843274"/>
              <a:ext cx="1548000" cy="288000"/>
            </a:xfrm>
            <a:prstGeom prst="roundRect">
              <a:avLst/>
            </a:prstGeom>
            <a:solidFill>
              <a:srgbClr val="FFC000"/>
            </a:solidFill>
            <a:ln w="0">
              <a:solidFill>
                <a:schemeClr val="tx1"/>
              </a:solidFill>
              <a:miter lim="800000"/>
              <a:headEnd/>
              <a:tailEnd/>
            </a:ln>
          </p:spPr>
          <p:txBody>
            <a:bodyPr wrap="none"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independent</a:t>
              </a:r>
            </a:p>
          </p:txBody>
        </p:sp>
        <p:sp>
          <p:nvSpPr>
            <p:cNvPr id="9" name="TextBox 10">
              <a:extLst>
                <a:ext uri="{FF2B5EF4-FFF2-40B4-BE49-F238E27FC236}">
                  <a16:creationId xmlns:a16="http://schemas.microsoft.com/office/drawing/2014/main" id="{B7B2DA61-C0E6-4B61-8807-011BF5A9C6EB}"/>
                </a:ext>
              </a:extLst>
            </p:cNvPr>
            <p:cNvSpPr txBox="1">
              <a:spLocks noChangeArrowheads="1"/>
            </p:cNvSpPr>
            <p:nvPr/>
          </p:nvSpPr>
          <p:spPr bwMode="auto">
            <a:xfrm>
              <a:off x="7298530" y="2290957"/>
              <a:ext cx="1548000" cy="288000"/>
            </a:xfrm>
            <a:prstGeom prst="roundRect">
              <a:avLst/>
            </a:prstGeom>
            <a:solidFill>
              <a:srgbClr val="C00000"/>
            </a:solidFill>
            <a:ln w="0">
              <a:solidFill>
                <a:schemeClr val="tx1"/>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dependent</a:t>
              </a:r>
            </a:p>
          </p:txBody>
        </p:sp>
      </p:grpSp>
      <p:grpSp>
        <p:nvGrpSpPr>
          <p:cNvPr id="10" name="Group 9">
            <a:extLst>
              <a:ext uri="{FF2B5EF4-FFF2-40B4-BE49-F238E27FC236}">
                <a16:creationId xmlns:a16="http://schemas.microsoft.com/office/drawing/2014/main" id="{98AA8746-9A93-46E6-BD88-CE003AB7B1FB}"/>
              </a:ext>
            </a:extLst>
          </p:cNvPr>
          <p:cNvGrpSpPr/>
          <p:nvPr/>
        </p:nvGrpSpPr>
        <p:grpSpPr>
          <a:xfrm>
            <a:off x="8167138" y="4481704"/>
            <a:ext cx="1836000" cy="1200150"/>
            <a:chOff x="7169945" y="4338819"/>
            <a:chExt cx="2052637" cy="1200150"/>
          </a:xfrm>
          <a:solidFill>
            <a:schemeClr val="bg1">
              <a:lumMod val="95000"/>
            </a:schemeClr>
          </a:solidFill>
          <a:effectLst>
            <a:outerShdw blurRad="50800" dist="76200" dir="2700000" algn="tl" rotWithShape="0">
              <a:prstClr val="black">
                <a:alpha val="40000"/>
              </a:prstClr>
            </a:outerShdw>
          </a:effectLst>
        </p:grpSpPr>
        <p:sp>
          <p:nvSpPr>
            <p:cNvPr id="11" name="TextBox 8">
              <a:extLst>
                <a:ext uri="{FF2B5EF4-FFF2-40B4-BE49-F238E27FC236}">
                  <a16:creationId xmlns:a16="http://schemas.microsoft.com/office/drawing/2014/main" id="{8095CEB7-2D6F-4090-B6EA-7535254A825E}"/>
                </a:ext>
              </a:extLst>
            </p:cNvPr>
            <p:cNvSpPr txBox="1">
              <a:spLocks noChangeArrowheads="1"/>
            </p:cNvSpPr>
            <p:nvPr/>
          </p:nvSpPr>
          <p:spPr bwMode="auto">
            <a:xfrm>
              <a:off x="7169945" y="4338819"/>
              <a:ext cx="2052637" cy="1200150"/>
            </a:xfrm>
            <a:prstGeom prst="roundRect">
              <a:avLst>
                <a:gd name="adj" fmla="val 8334"/>
              </a:avLst>
            </a:prstGeom>
            <a:grpFill/>
            <a:ln w="9525">
              <a:solidFill>
                <a:schemeClr val="bg1">
                  <a:lumMod val="95000"/>
                </a:schemeClr>
              </a:solidFill>
              <a:miter lim="800000"/>
              <a:headEnd/>
              <a:tailEnd/>
            </a:ln>
          </p:spPr>
          <p:txBody>
            <a:bodyP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Network</a:t>
              </a: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p:txBody>
        </p:sp>
        <p:sp>
          <p:nvSpPr>
            <p:cNvPr id="12" name="TextBox 11">
              <a:extLst>
                <a:ext uri="{FF2B5EF4-FFF2-40B4-BE49-F238E27FC236}">
                  <a16:creationId xmlns:a16="http://schemas.microsoft.com/office/drawing/2014/main" id="{5A0B72B9-7E11-4C85-9969-407B3713B7F8}"/>
                </a:ext>
              </a:extLst>
            </p:cNvPr>
            <p:cNvSpPr txBox="1">
              <a:spLocks noChangeArrowheads="1"/>
            </p:cNvSpPr>
            <p:nvPr/>
          </p:nvSpPr>
          <p:spPr bwMode="auto">
            <a:xfrm>
              <a:off x="7355682" y="4757918"/>
              <a:ext cx="1728788" cy="288000"/>
            </a:xfrm>
            <a:prstGeom prst="roundRect">
              <a:avLst/>
            </a:prstGeom>
            <a:grpFill/>
            <a:ln w="9525">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Network Protocols</a:t>
              </a:r>
            </a:p>
          </p:txBody>
        </p:sp>
        <p:sp>
          <p:nvSpPr>
            <p:cNvPr id="13" name="TextBox 12">
              <a:extLst>
                <a:ext uri="{FF2B5EF4-FFF2-40B4-BE49-F238E27FC236}">
                  <a16:creationId xmlns:a16="http://schemas.microsoft.com/office/drawing/2014/main" id="{9C234D96-554C-46CF-BC22-EAC6F9B9E0CE}"/>
                </a:ext>
              </a:extLst>
            </p:cNvPr>
            <p:cNvSpPr txBox="1">
              <a:spLocks noChangeArrowheads="1"/>
            </p:cNvSpPr>
            <p:nvPr/>
          </p:nvSpPr>
          <p:spPr bwMode="auto">
            <a:xfrm>
              <a:off x="7360445" y="5124631"/>
              <a:ext cx="1728787" cy="288000"/>
            </a:xfrm>
            <a:prstGeom prst="roundRect">
              <a:avLst/>
            </a:prstGeom>
            <a:grpFill/>
            <a:ln w="9525">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a:solidFill>
                    <a:schemeClr val="bg1"/>
                  </a:solidFill>
                  <a:latin typeface="+mn-lt"/>
                </a:rPr>
                <a:t>Hardware driver</a:t>
              </a:r>
            </a:p>
          </p:txBody>
        </p:sp>
      </p:grpSp>
      <p:grpSp>
        <p:nvGrpSpPr>
          <p:cNvPr id="14" name="Group 13">
            <a:extLst>
              <a:ext uri="{FF2B5EF4-FFF2-40B4-BE49-F238E27FC236}">
                <a16:creationId xmlns:a16="http://schemas.microsoft.com/office/drawing/2014/main" id="{AEFAFE08-95AC-4717-B50B-B2884E5F8A2D}"/>
              </a:ext>
            </a:extLst>
          </p:cNvPr>
          <p:cNvGrpSpPr/>
          <p:nvPr/>
        </p:nvGrpSpPr>
        <p:grpSpPr>
          <a:xfrm>
            <a:off x="6022199" y="2940470"/>
            <a:ext cx="1836000" cy="1200329"/>
            <a:chOff x="4550569" y="2838450"/>
            <a:chExt cx="2052000" cy="1200329"/>
          </a:xfrm>
          <a:solidFill>
            <a:schemeClr val="bg1">
              <a:lumMod val="95000"/>
            </a:schemeClr>
          </a:solidFill>
          <a:effectLst>
            <a:outerShdw blurRad="50800" dist="76200" dir="2700000" algn="tl" rotWithShape="0">
              <a:prstClr val="black">
                <a:alpha val="40000"/>
              </a:prstClr>
            </a:outerShdw>
          </a:effectLst>
        </p:grpSpPr>
        <p:sp>
          <p:nvSpPr>
            <p:cNvPr id="15" name="TextBox 5">
              <a:extLst>
                <a:ext uri="{FF2B5EF4-FFF2-40B4-BE49-F238E27FC236}">
                  <a16:creationId xmlns:a16="http://schemas.microsoft.com/office/drawing/2014/main" id="{E2AAD475-1CF9-40FC-9B8D-39BF35A0C4A8}"/>
                </a:ext>
              </a:extLst>
            </p:cNvPr>
            <p:cNvSpPr txBox="1">
              <a:spLocks noChangeArrowheads="1"/>
            </p:cNvSpPr>
            <p:nvPr/>
          </p:nvSpPr>
          <p:spPr bwMode="auto">
            <a:xfrm>
              <a:off x="4550569" y="2838450"/>
              <a:ext cx="2052000" cy="1200329"/>
            </a:xfrm>
            <a:prstGeom prst="roundRect">
              <a:avLst>
                <a:gd name="adj" fmla="val 8335"/>
              </a:avLst>
            </a:prstGeom>
            <a:grpFill/>
            <a:ln w="9525">
              <a:solidFill>
                <a:schemeClr val="bg1">
                  <a:lumMod val="95000"/>
                </a:schemeClr>
              </a:solidFill>
              <a:miter lim="800000"/>
              <a:headEnd/>
              <a:tailEnd/>
            </a:ln>
          </p:spPr>
          <p:txBody>
            <a:bodyPr wrap="none">
              <a:noAutofit/>
            </a:bodyPr>
            <a:lstStyle>
              <a:defPPr>
                <a:defRPr lang="en-US"/>
              </a:defPPr>
              <a:lvl1pPr algn="ctr">
                <a:defRPr>
                  <a:solidFill>
                    <a:schemeClr val="bg1"/>
                  </a:solidFill>
                  <a:ea typeface="ＭＳ Ｐゴシック" charset="0"/>
                  <a:cs typeface="ＭＳ Ｐゴシック" charset="0"/>
                </a:defRPr>
              </a:lvl1pPr>
              <a:lvl2pPr marL="37931725" indent="-37474525" eaLnBrk="0" hangingPunct="0">
                <a:defRPr sz="2400">
                  <a:latin typeface="Tahoma" charset="0"/>
                  <a:ea typeface="ＭＳ Ｐゴシック" charset="0"/>
                </a:defRPr>
              </a:lvl2pPr>
              <a:lvl3pPr eaLnBrk="0" hangingPunct="0">
                <a:defRPr sz="2400">
                  <a:latin typeface="Tahoma" charset="0"/>
                  <a:ea typeface="ＭＳ Ｐゴシック" charset="0"/>
                </a:defRPr>
              </a:lvl3pPr>
              <a:lvl4pPr eaLnBrk="0" hangingPunct="0">
                <a:defRPr sz="2400">
                  <a:latin typeface="Tahoma" charset="0"/>
                  <a:ea typeface="ＭＳ Ｐゴシック" charset="0"/>
                </a:defRPr>
              </a:lvl4pPr>
              <a:lvl5pPr eaLnBrk="0" hangingPunct="0">
                <a:defRPr sz="2400">
                  <a:latin typeface="Tahoma" charset="0"/>
                  <a:ea typeface="ＭＳ Ｐゴシック" charset="0"/>
                </a:defRPr>
              </a:lvl5pPr>
              <a:lvl6pPr marL="457200" eaLnBrk="0" fontAlgn="base" hangingPunct="0">
                <a:spcBef>
                  <a:spcPct val="0"/>
                </a:spcBef>
                <a:spcAft>
                  <a:spcPct val="0"/>
                </a:spcAft>
                <a:defRPr sz="2400">
                  <a:latin typeface="Tahoma" charset="0"/>
                  <a:ea typeface="ＭＳ Ｐゴシック" charset="0"/>
                </a:defRPr>
              </a:lvl6pPr>
              <a:lvl7pPr marL="914400" eaLnBrk="0" fontAlgn="base" hangingPunct="0">
                <a:spcBef>
                  <a:spcPct val="0"/>
                </a:spcBef>
                <a:spcAft>
                  <a:spcPct val="0"/>
                </a:spcAft>
                <a:defRPr sz="2400">
                  <a:latin typeface="Tahoma" charset="0"/>
                  <a:ea typeface="ＭＳ Ｐゴシック" charset="0"/>
                </a:defRPr>
              </a:lvl7pPr>
              <a:lvl8pPr marL="1371600" eaLnBrk="0" fontAlgn="base" hangingPunct="0">
                <a:spcBef>
                  <a:spcPct val="0"/>
                </a:spcBef>
                <a:spcAft>
                  <a:spcPct val="0"/>
                </a:spcAft>
                <a:defRPr sz="2400">
                  <a:latin typeface="Tahoma" charset="0"/>
                  <a:ea typeface="ＭＳ Ｐゴシック" charset="0"/>
                </a:defRPr>
              </a:lvl8pPr>
              <a:lvl9pPr marL="1828800" eaLnBrk="0" fontAlgn="base" hangingPunct="0">
                <a:spcBef>
                  <a:spcPct val="0"/>
                </a:spcBef>
                <a:spcAft>
                  <a:spcPct val="0"/>
                </a:spcAft>
                <a:defRPr sz="2400">
                  <a:latin typeface="Tahoma" charset="0"/>
                  <a:ea typeface="ＭＳ Ｐゴシック" charset="0"/>
                </a:defRPr>
              </a:lvl9pPr>
            </a:lstStyle>
            <a:p>
              <a:r>
                <a:rPr lang="en-US" dirty="0"/>
                <a:t>Virtual File System</a:t>
              </a:r>
            </a:p>
            <a:p>
              <a:endParaRPr lang="en-US" dirty="0"/>
            </a:p>
            <a:p>
              <a:endParaRPr lang="en-US" dirty="0"/>
            </a:p>
            <a:p>
              <a:endParaRPr lang="en-US" dirty="0"/>
            </a:p>
          </p:txBody>
        </p:sp>
        <p:sp>
          <p:nvSpPr>
            <p:cNvPr id="16" name="TextBox 13">
              <a:extLst>
                <a:ext uri="{FF2B5EF4-FFF2-40B4-BE49-F238E27FC236}">
                  <a16:creationId xmlns:a16="http://schemas.microsoft.com/office/drawing/2014/main" id="{EB4F9DF3-6775-4619-B8A5-CF60ABC1B7B3}"/>
                </a:ext>
              </a:extLst>
            </p:cNvPr>
            <p:cNvSpPr txBox="1">
              <a:spLocks noChangeArrowheads="1"/>
            </p:cNvSpPr>
            <p:nvPr/>
          </p:nvSpPr>
          <p:spPr bwMode="auto">
            <a:xfrm>
              <a:off x="4698208" y="3235324"/>
              <a:ext cx="1728000" cy="288000"/>
            </a:xfrm>
            <a:prstGeom prst="roundRect">
              <a:avLst/>
            </a:prstGeom>
            <a:grpFill/>
            <a:ln w="9525">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Logical File System</a:t>
              </a:r>
            </a:p>
          </p:txBody>
        </p:sp>
        <p:sp>
          <p:nvSpPr>
            <p:cNvPr id="17" name="TextBox 14">
              <a:extLst>
                <a:ext uri="{FF2B5EF4-FFF2-40B4-BE49-F238E27FC236}">
                  <a16:creationId xmlns:a16="http://schemas.microsoft.com/office/drawing/2014/main" id="{508ADF18-0551-46F1-BEDE-86B17A219FF1}"/>
                </a:ext>
              </a:extLst>
            </p:cNvPr>
            <p:cNvSpPr txBox="1">
              <a:spLocks noChangeArrowheads="1"/>
            </p:cNvSpPr>
            <p:nvPr/>
          </p:nvSpPr>
          <p:spPr bwMode="auto">
            <a:xfrm>
              <a:off x="4702970" y="3602037"/>
              <a:ext cx="1728788" cy="288000"/>
            </a:xfrm>
            <a:prstGeom prst="roundRect">
              <a:avLst/>
            </a:prstGeom>
            <a:grpFill/>
            <a:ln w="9525">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a:solidFill>
                    <a:schemeClr val="bg1"/>
                  </a:solidFill>
                  <a:latin typeface="+mn-lt"/>
                </a:rPr>
                <a:t>Hardware Drivers</a:t>
              </a:r>
            </a:p>
          </p:txBody>
        </p:sp>
      </p:grpSp>
      <p:grpSp>
        <p:nvGrpSpPr>
          <p:cNvPr id="18" name="Group 17">
            <a:extLst>
              <a:ext uri="{FF2B5EF4-FFF2-40B4-BE49-F238E27FC236}">
                <a16:creationId xmlns:a16="http://schemas.microsoft.com/office/drawing/2014/main" id="{89D34E01-640D-4BA0-A407-15992A44FB89}"/>
              </a:ext>
            </a:extLst>
          </p:cNvPr>
          <p:cNvGrpSpPr/>
          <p:nvPr/>
        </p:nvGrpSpPr>
        <p:grpSpPr>
          <a:xfrm>
            <a:off x="8167138" y="2940470"/>
            <a:ext cx="1836000" cy="1200329"/>
            <a:chOff x="7140939" y="1486096"/>
            <a:chExt cx="1836000" cy="1200329"/>
          </a:xfrm>
          <a:solidFill>
            <a:schemeClr val="bg1">
              <a:lumMod val="95000"/>
            </a:schemeClr>
          </a:solidFill>
          <a:effectLst>
            <a:outerShdw blurRad="50800" dist="76200" dir="2700000" algn="tl" rotWithShape="0">
              <a:prstClr val="black">
                <a:alpha val="40000"/>
              </a:prstClr>
            </a:outerShdw>
          </a:effectLst>
        </p:grpSpPr>
        <p:sp>
          <p:nvSpPr>
            <p:cNvPr id="19" name="TextBox 4">
              <a:extLst>
                <a:ext uri="{FF2B5EF4-FFF2-40B4-BE49-F238E27FC236}">
                  <a16:creationId xmlns:a16="http://schemas.microsoft.com/office/drawing/2014/main" id="{6CF53E01-B039-4E5E-B586-B5D29B335423}"/>
                </a:ext>
              </a:extLst>
            </p:cNvPr>
            <p:cNvSpPr txBox="1">
              <a:spLocks noChangeArrowheads="1"/>
            </p:cNvSpPr>
            <p:nvPr/>
          </p:nvSpPr>
          <p:spPr bwMode="auto">
            <a:xfrm>
              <a:off x="7140939" y="1486096"/>
              <a:ext cx="1836000" cy="1200329"/>
            </a:xfrm>
            <a:prstGeom prst="roundRect">
              <a:avLst>
                <a:gd name="adj" fmla="val 7145"/>
              </a:avLst>
            </a:prstGeom>
            <a:grpFill/>
            <a:ln w="9525">
              <a:solidFill>
                <a:schemeClr val="bg1">
                  <a:lumMod val="95000"/>
                </a:schemeClr>
              </a:solidFill>
              <a:miter lim="800000"/>
              <a:headEnd/>
              <a:tailEnd/>
            </a:ln>
          </p:spPr>
          <p:txBody>
            <a:bodyPr wrap="none">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Process Scheduler</a:t>
              </a:r>
            </a:p>
          </p:txBody>
        </p:sp>
        <p:sp>
          <p:nvSpPr>
            <p:cNvPr id="20" name="TextBox 9">
              <a:extLst>
                <a:ext uri="{FF2B5EF4-FFF2-40B4-BE49-F238E27FC236}">
                  <a16:creationId xmlns:a16="http://schemas.microsoft.com/office/drawing/2014/main" id="{AFC0E911-4A01-40B2-BF7A-DA85F3BCCCF5}"/>
                </a:ext>
              </a:extLst>
            </p:cNvPr>
            <p:cNvSpPr txBox="1">
              <a:spLocks noChangeArrowheads="1"/>
            </p:cNvSpPr>
            <p:nvPr/>
          </p:nvSpPr>
          <p:spPr bwMode="auto">
            <a:xfrm>
              <a:off x="7279480" y="1843274"/>
              <a:ext cx="1548000" cy="288000"/>
            </a:xfrm>
            <a:prstGeom prst="roundRect">
              <a:avLst/>
            </a:prstGeom>
            <a:grpFill/>
            <a:ln w="9525">
              <a:solidFill>
                <a:schemeClr val="bg1">
                  <a:lumMod val="95000"/>
                </a:schemeClr>
              </a:solidFill>
              <a:miter lim="800000"/>
              <a:headEnd/>
              <a:tailEnd/>
            </a:ln>
          </p:spPr>
          <p:txBody>
            <a:bodyPr wrap="none"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independent</a:t>
              </a:r>
            </a:p>
          </p:txBody>
        </p:sp>
        <p:sp>
          <p:nvSpPr>
            <p:cNvPr id="21" name="TextBox 10">
              <a:extLst>
                <a:ext uri="{FF2B5EF4-FFF2-40B4-BE49-F238E27FC236}">
                  <a16:creationId xmlns:a16="http://schemas.microsoft.com/office/drawing/2014/main" id="{3895DE1F-45D4-4C37-A4DB-CCD6A957A144}"/>
                </a:ext>
              </a:extLst>
            </p:cNvPr>
            <p:cNvSpPr txBox="1">
              <a:spLocks noChangeArrowheads="1"/>
            </p:cNvSpPr>
            <p:nvPr/>
          </p:nvSpPr>
          <p:spPr bwMode="auto">
            <a:xfrm>
              <a:off x="7298530" y="2290957"/>
              <a:ext cx="1548000" cy="288000"/>
            </a:xfrm>
            <a:prstGeom prst="roundRect">
              <a:avLst/>
            </a:prstGeom>
            <a:grpFill/>
            <a:ln w="9525">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dependent</a:t>
              </a:r>
            </a:p>
          </p:txBody>
        </p:sp>
      </p:grpSp>
      <p:cxnSp>
        <p:nvCxnSpPr>
          <p:cNvPr id="22" name="Straight Arrow Connector 21">
            <a:extLst>
              <a:ext uri="{FF2B5EF4-FFF2-40B4-BE49-F238E27FC236}">
                <a16:creationId xmlns:a16="http://schemas.microsoft.com/office/drawing/2014/main" id="{9509FEB1-2A14-410F-A5AB-33D0E27B364F}"/>
              </a:ext>
            </a:extLst>
          </p:cNvPr>
          <p:cNvCxnSpPr>
            <a:stCxn id="7" idx="2"/>
            <a:endCxn id="19" idx="0"/>
          </p:cNvCxnSpPr>
          <p:nvPr/>
        </p:nvCxnSpPr>
        <p:spPr>
          <a:xfrm>
            <a:off x="9085138" y="2600702"/>
            <a:ext cx="0" cy="339768"/>
          </a:xfrm>
          <a:prstGeom prst="straightConnector1">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6909ECDA-0CD5-4EDB-AFC6-DDE2E7719D7D}"/>
              </a:ext>
            </a:extLst>
          </p:cNvPr>
          <p:cNvCxnSpPr>
            <a:stCxn id="19" idx="2"/>
            <a:endCxn id="11" idx="0"/>
          </p:cNvCxnSpPr>
          <p:nvPr/>
        </p:nvCxnSpPr>
        <p:spPr>
          <a:xfrm>
            <a:off x="9085138" y="4140799"/>
            <a:ext cx="0" cy="340905"/>
          </a:xfrm>
          <a:prstGeom prst="straightConnector1">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F6979671-CDDF-4B78-B4E6-7646CC794DBF}"/>
              </a:ext>
            </a:extLst>
          </p:cNvPr>
          <p:cNvCxnSpPr>
            <a:stCxn id="19" idx="1"/>
          </p:cNvCxnSpPr>
          <p:nvPr/>
        </p:nvCxnSpPr>
        <p:spPr>
          <a:xfrm flipH="1" flipV="1">
            <a:off x="7858199" y="3540634"/>
            <a:ext cx="308939" cy="1"/>
          </a:xfrm>
          <a:prstGeom prst="straightConnector1">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99285761-74BC-4BB4-AA4C-75C414F17959}"/>
              </a:ext>
            </a:extLst>
          </p:cNvPr>
          <p:cNvCxnSpPr>
            <a:stCxn id="19" idx="3"/>
            <a:endCxn id="5" idx="1"/>
          </p:cNvCxnSpPr>
          <p:nvPr/>
        </p:nvCxnSpPr>
        <p:spPr>
          <a:xfrm>
            <a:off x="10003138" y="3540635"/>
            <a:ext cx="316860" cy="0"/>
          </a:xfrm>
          <a:prstGeom prst="straightConnector1">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6" name="Elbow Connector 94">
            <a:extLst>
              <a:ext uri="{FF2B5EF4-FFF2-40B4-BE49-F238E27FC236}">
                <a16:creationId xmlns:a16="http://schemas.microsoft.com/office/drawing/2014/main" id="{5CE8CD64-5FD1-45AA-B26C-2BFAEBB7F228}"/>
              </a:ext>
            </a:extLst>
          </p:cNvPr>
          <p:cNvCxnSpPr>
            <a:stCxn id="5" idx="0"/>
            <a:endCxn id="7" idx="3"/>
          </p:cNvCxnSpPr>
          <p:nvPr/>
        </p:nvCxnSpPr>
        <p:spPr>
          <a:xfrm rot="16200000" flipV="1">
            <a:off x="9961277" y="2042400"/>
            <a:ext cx="1216931" cy="1133207"/>
          </a:xfrm>
          <a:prstGeom prst="bentConnector2">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7" name="Elbow Connector 96">
            <a:extLst>
              <a:ext uri="{FF2B5EF4-FFF2-40B4-BE49-F238E27FC236}">
                <a16:creationId xmlns:a16="http://schemas.microsoft.com/office/drawing/2014/main" id="{E28A8559-8B47-4184-9D65-A5BAA25EE29E}"/>
              </a:ext>
            </a:extLst>
          </p:cNvPr>
          <p:cNvCxnSpPr>
            <a:stCxn id="7" idx="1"/>
            <a:endCxn id="15" idx="0"/>
          </p:cNvCxnSpPr>
          <p:nvPr/>
        </p:nvCxnSpPr>
        <p:spPr>
          <a:xfrm rot="10800000" flipV="1">
            <a:off x="6940200" y="2000538"/>
            <a:ext cx="1226939" cy="939932"/>
          </a:xfrm>
          <a:prstGeom prst="bentConnector2">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8" name="Elbow Connector 98">
            <a:extLst>
              <a:ext uri="{FF2B5EF4-FFF2-40B4-BE49-F238E27FC236}">
                <a16:creationId xmlns:a16="http://schemas.microsoft.com/office/drawing/2014/main" id="{8A7387AB-5B02-4615-AC68-B62DE97CA12A}"/>
              </a:ext>
            </a:extLst>
          </p:cNvPr>
          <p:cNvCxnSpPr>
            <a:stCxn id="11" idx="1"/>
            <a:endCxn id="15" idx="2"/>
          </p:cNvCxnSpPr>
          <p:nvPr/>
        </p:nvCxnSpPr>
        <p:spPr>
          <a:xfrm rot="10800000">
            <a:off x="6940200" y="4140799"/>
            <a:ext cx="1226939" cy="940980"/>
          </a:xfrm>
          <a:prstGeom prst="bentConnector2">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458038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9C92998-F821-4E15-BBFC-43178145EFAF}"/>
              </a:ext>
            </a:extLst>
          </p:cNvPr>
          <p:cNvSpPr>
            <a:spLocks noGrp="1"/>
          </p:cNvSpPr>
          <p:nvPr>
            <p:ph type="title"/>
          </p:nvPr>
        </p:nvSpPr>
        <p:spPr/>
        <p:txBody>
          <a:bodyPr/>
          <a:lstStyle/>
          <a:p>
            <a:pPr>
              <a:defRPr/>
            </a:pPr>
            <a:r>
              <a:rPr lang="en-US" dirty="0"/>
              <a:t>Memory Manager External Interfaces</a:t>
            </a:r>
          </a:p>
        </p:txBody>
      </p:sp>
      <p:sp>
        <p:nvSpPr>
          <p:cNvPr id="30725" name="Content Placeholder 22">
            <a:extLst>
              <a:ext uri="{FF2B5EF4-FFF2-40B4-BE49-F238E27FC236}">
                <a16:creationId xmlns:a16="http://schemas.microsoft.com/office/drawing/2014/main" id="{780998E4-D833-4328-9E0F-4938412C5C8A}"/>
              </a:ext>
            </a:extLst>
          </p:cNvPr>
          <p:cNvSpPr>
            <a:spLocks noGrp="1" noChangeArrowheads="1"/>
          </p:cNvSpPr>
          <p:nvPr>
            <p:ph sz="quarter" idx="19"/>
          </p:nvPr>
        </p:nvSpPr>
        <p:spPr bwMode="auto">
          <a:xfrm>
            <a:off x="519112" y="1626394"/>
            <a:ext cx="5332413" cy="3605212"/>
          </a:xfrm>
        </p:spPr>
        <p:txBody>
          <a:bodyPr wrap="square" numCol="1" anchor="t" anchorCtr="0" compatLnSpc="1">
            <a:prstTxWarp prst="textNoShape">
              <a:avLst/>
            </a:prstTxWarp>
          </a:bodyPr>
          <a:lstStyle/>
          <a:p>
            <a:r>
              <a:rPr lang="en-US" dirty="0"/>
              <a:t>System call interface:</a:t>
            </a:r>
            <a:endParaRPr lang="en-US" altLang="en-US" dirty="0">
              <a:ea typeface="ＭＳ Ｐゴシック" panose="020B0600070205080204" pitchFamily="34" charset="-128"/>
            </a:endParaRPr>
          </a:p>
          <a:p>
            <a:pPr lvl="1"/>
            <a:r>
              <a:rPr lang="en-US" sz="1600" dirty="0">
                <a:latin typeface="Courier" charset="0"/>
                <a:ea typeface="Courier" charset="0"/>
                <a:cs typeface="Courier" charset="0"/>
              </a:rPr>
              <a:t>malloc()/free()</a:t>
            </a:r>
            <a:r>
              <a:rPr lang="en-US" dirty="0"/>
              <a:t>: allocate or free a region of memory for the process's use</a:t>
            </a:r>
          </a:p>
          <a:p>
            <a:pPr lvl="1"/>
            <a:r>
              <a:rPr lang="en-US" sz="1600" dirty="0" err="1">
                <a:latin typeface="Courier" charset="0"/>
                <a:ea typeface="Courier" charset="0"/>
                <a:cs typeface="Courier" charset="0"/>
              </a:rPr>
              <a:t>mmap</a:t>
            </a:r>
            <a:r>
              <a:rPr lang="en-US" sz="1600" dirty="0">
                <a:latin typeface="Courier" charset="0"/>
                <a:ea typeface="Courier" charset="0"/>
                <a:cs typeface="Courier" charset="0"/>
              </a:rPr>
              <a:t>()/</a:t>
            </a:r>
            <a:r>
              <a:rPr lang="en-US" sz="1600" dirty="0" err="1">
                <a:latin typeface="Courier" charset="0"/>
                <a:ea typeface="Courier" charset="0"/>
                <a:cs typeface="Courier" charset="0"/>
              </a:rPr>
              <a:t>munmap</a:t>
            </a:r>
            <a:r>
              <a:rPr lang="en-US" sz="1600" dirty="0">
                <a:latin typeface="Courier" charset="0"/>
                <a:ea typeface="Courier" charset="0"/>
                <a:cs typeface="Courier" charset="0"/>
              </a:rPr>
              <a:t>()/</a:t>
            </a:r>
            <a:r>
              <a:rPr lang="en-US" sz="1600" dirty="0" err="1">
                <a:latin typeface="Courier" charset="0"/>
                <a:ea typeface="Courier" charset="0"/>
                <a:cs typeface="Courier" charset="0"/>
              </a:rPr>
              <a:t>msync</a:t>
            </a:r>
            <a:r>
              <a:rPr lang="en-US" sz="1600" dirty="0">
                <a:latin typeface="Courier" charset="0"/>
                <a:ea typeface="Courier" charset="0"/>
                <a:cs typeface="Courier" charset="0"/>
              </a:rPr>
              <a:t>()/</a:t>
            </a:r>
            <a:r>
              <a:rPr lang="en-US" sz="1600" dirty="0" err="1">
                <a:latin typeface="Courier" charset="0"/>
                <a:ea typeface="Courier" charset="0"/>
                <a:cs typeface="Courier" charset="0"/>
              </a:rPr>
              <a:t>mremap</a:t>
            </a:r>
            <a:r>
              <a:rPr lang="en-US" sz="1600" dirty="0">
                <a:latin typeface="Courier" charset="0"/>
                <a:ea typeface="Courier" charset="0"/>
                <a:cs typeface="Courier" charset="0"/>
              </a:rPr>
              <a:t>()</a:t>
            </a:r>
            <a:r>
              <a:rPr lang="en-US" dirty="0"/>
              <a:t>: map files into virtual memory regions</a:t>
            </a:r>
          </a:p>
          <a:p>
            <a:pPr lvl="1"/>
            <a:r>
              <a:rPr lang="en-US" sz="1600" dirty="0" err="1">
                <a:latin typeface="Courier" charset="0"/>
                <a:ea typeface="Courier" charset="0"/>
                <a:cs typeface="Courier" charset="0"/>
              </a:rPr>
              <a:t>mprotect</a:t>
            </a:r>
            <a:r>
              <a:rPr lang="en-US" sz="1600" dirty="0">
                <a:latin typeface="Courier" charset="0"/>
                <a:ea typeface="Courier" charset="0"/>
                <a:cs typeface="Courier" charset="0"/>
              </a:rPr>
              <a:t>()</a:t>
            </a:r>
            <a:r>
              <a:rPr lang="en-US" dirty="0"/>
              <a:t>: change the protection on a region of virtual memory</a:t>
            </a:r>
          </a:p>
          <a:p>
            <a:pPr lvl="1"/>
            <a:r>
              <a:rPr lang="en-US" sz="1600" dirty="0" err="1">
                <a:latin typeface="Courier" charset="0"/>
                <a:ea typeface="Courier" charset="0"/>
                <a:cs typeface="Courier" charset="0"/>
              </a:rPr>
              <a:t>mlock</a:t>
            </a:r>
            <a:r>
              <a:rPr lang="en-US" sz="1600" dirty="0">
                <a:latin typeface="Courier" charset="0"/>
                <a:ea typeface="Courier" charset="0"/>
                <a:cs typeface="Courier" charset="0"/>
              </a:rPr>
              <a:t>()/</a:t>
            </a:r>
            <a:r>
              <a:rPr lang="en-US" sz="1600" dirty="0" err="1">
                <a:latin typeface="Courier" charset="0"/>
                <a:ea typeface="Courier" charset="0"/>
                <a:cs typeface="Courier" charset="0"/>
              </a:rPr>
              <a:t>mlockall</a:t>
            </a:r>
            <a:r>
              <a:rPr lang="en-US" sz="1600" dirty="0">
                <a:latin typeface="Courier" charset="0"/>
                <a:ea typeface="Courier" charset="0"/>
                <a:cs typeface="Courier" charset="0"/>
              </a:rPr>
              <a:t>()/</a:t>
            </a:r>
            <a:r>
              <a:rPr lang="en-US" sz="1600" dirty="0" err="1">
                <a:latin typeface="Courier" charset="0"/>
                <a:ea typeface="Courier" charset="0"/>
                <a:cs typeface="Courier" charset="0"/>
              </a:rPr>
              <a:t>munlock</a:t>
            </a:r>
            <a:r>
              <a:rPr lang="en-US" sz="1600" dirty="0">
                <a:latin typeface="Courier" charset="0"/>
                <a:ea typeface="Courier" charset="0"/>
                <a:cs typeface="Courier" charset="0"/>
              </a:rPr>
              <a:t>()/</a:t>
            </a:r>
            <a:r>
              <a:rPr lang="en-US" sz="1600" dirty="0" err="1">
                <a:latin typeface="Courier" charset="0"/>
                <a:ea typeface="Courier" charset="0"/>
                <a:cs typeface="Courier" charset="0"/>
              </a:rPr>
              <a:t>munlockall</a:t>
            </a:r>
            <a:r>
              <a:rPr lang="en-US" sz="1600" dirty="0">
                <a:latin typeface="Courier" charset="0"/>
                <a:ea typeface="Courier" charset="0"/>
                <a:cs typeface="Courier" charset="0"/>
              </a:rPr>
              <a:t>()</a:t>
            </a:r>
            <a:r>
              <a:rPr lang="en-US" dirty="0"/>
              <a:t>: super-user routines to prevent memory being swapped</a:t>
            </a:r>
          </a:p>
          <a:p>
            <a:pPr lvl="1"/>
            <a:r>
              <a:rPr lang="en-US" sz="1600" dirty="0" err="1">
                <a:latin typeface="Courier" charset="0"/>
                <a:ea typeface="Courier" charset="0"/>
                <a:cs typeface="Courier" charset="0"/>
              </a:rPr>
              <a:t>swapon</a:t>
            </a:r>
            <a:r>
              <a:rPr lang="en-US" sz="1600" dirty="0">
                <a:latin typeface="Courier" charset="0"/>
                <a:ea typeface="Courier" charset="0"/>
                <a:cs typeface="Courier" charset="0"/>
              </a:rPr>
              <a:t>()/</a:t>
            </a:r>
            <a:r>
              <a:rPr lang="en-US" sz="1600" dirty="0" err="1">
                <a:latin typeface="Courier" charset="0"/>
                <a:ea typeface="Courier" charset="0"/>
                <a:cs typeface="Courier" charset="0"/>
              </a:rPr>
              <a:t>swapoff</a:t>
            </a:r>
            <a:r>
              <a:rPr lang="en-US" sz="1600" dirty="0">
                <a:latin typeface="Courier" charset="0"/>
                <a:ea typeface="Courier" charset="0"/>
                <a:cs typeface="Courier" charset="0"/>
              </a:rPr>
              <a:t>():</a:t>
            </a:r>
            <a:r>
              <a:rPr lang="en-US" dirty="0"/>
              <a:t> super-user routines to add and remove swap files for the system</a:t>
            </a:r>
            <a:endParaRPr lang="en-US" altLang="en-US" dirty="0">
              <a:ea typeface="ＭＳ Ｐゴシック" panose="020B0600070205080204" pitchFamily="34" charset="-128"/>
            </a:endParaRPr>
          </a:p>
        </p:txBody>
      </p:sp>
      <p:sp>
        <p:nvSpPr>
          <p:cNvPr id="30727" name="Content Placeholder 1">
            <a:extLst>
              <a:ext uri="{FF2B5EF4-FFF2-40B4-BE49-F238E27FC236}">
                <a16:creationId xmlns:a16="http://schemas.microsoft.com/office/drawing/2014/main" id="{4EEAE119-CD9F-4330-9D7E-4F77B079C67B}"/>
              </a:ext>
            </a:extLst>
          </p:cNvPr>
          <p:cNvSpPr>
            <a:spLocks noGrp="1" noChangeArrowheads="1"/>
          </p:cNvSpPr>
          <p:nvPr>
            <p:ph sz="quarter" idx="20"/>
          </p:nvPr>
        </p:nvSpPr>
        <p:spPr bwMode="auto">
          <a:xfrm>
            <a:off x="6340477" y="1626394"/>
            <a:ext cx="5330825" cy="3605212"/>
          </a:xfrm>
        </p:spPr>
        <p:txBody>
          <a:bodyPr wrap="square" numCol="1" anchor="t" anchorCtr="0" compatLnSpc="1">
            <a:prstTxWarp prst="textNoShape">
              <a:avLst/>
            </a:prstTxWarp>
          </a:bodyPr>
          <a:lstStyle/>
          <a:p>
            <a:r>
              <a:rPr lang="en-US" dirty="0"/>
              <a:t>Intra-Kernel interface:</a:t>
            </a:r>
            <a:endParaRPr lang="en-US" altLang="en-US" dirty="0">
              <a:ea typeface="ＭＳ Ｐゴシック" panose="020B0600070205080204" pitchFamily="34" charset="-128"/>
            </a:endParaRPr>
          </a:p>
          <a:p>
            <a:pPr lvl="1"/>
            <a:r>
              <a:rPr lang="en-US" sz="1600" dirty="0" err="1">
                <a:latin typeface="Courier" charset="0"/>
                <a:ea typeface="Courier" charset="0"/>
                <a:cs typeface="Courier" charset="0"/>
              </a:rPr>
              <a:t>kmalloc</a:t>
            </a:r>
            <a:r>
              <a:rPr lang="en-US" sz="1600" dirty="0">
                <a:latin typeface="Courier" charset="0"/>
                <a:ea typeface="Courier" charset="0"/>
                <a:cs typeface="Courier" charset="0"/>
              </a:rPr>
              <a:t>()/</a:t>
            </a:r>
            <a:r>
              <a:rPr lang="en-US" sz="1600" dirty="0" err="1">
                <a:latin typeface="Courier" charset="0"/>
                <a:ea typeface="Courier" charset="0"/>
                <a:cs typeface="Courier" charset="0"/>
              </a:rPr>
              <a:t>kfree</a:t>
            </a:r>
            <a:r>
              <a:rPr lang="en-US" sz="1600" dirty="0">
                <a:latin typeface="Courier" charset="0"/>
                <a:ea typeface="Courier" charset="0"/>
                <a:cs typeface="Courier" charset="0"/>
              </a:rPr>
              <a:t>()</a:t>
            </a:r>
            <a:r>
              <a:rPr lang="en-US" dirty="0"/>
              <a:t>: allocate and free memory for use by the kernel’s data structures</a:t>
            </a:r>
          </a:p>
          <a:p>
            <a:pPr lvl="1"/>
            <a:r>
              <a:rPr lang="en-US" sz="1600" dirty="0" err="1">
                <a:latin typeface="Courier" charset="0"/>
                <a:ea typeface="Courier" charset="0"/>
                <a:cs typeface="Courier" charset="0"/>
              </a:rPr>
              <a:t>verify_area</a:t>
            </a:r>
            <a:r>
              <a:rPr lang="en-US" sz="1600" dirty="0">
                <a:latin typeface="Courier" charset="0"/>
                <a:ea typeface="Courier" charset="0"/>
                <a:cs typeface="Courier" charset="0"/>
              </a:rPr>
              <a:t>():</a:t>
            </a:r>
            <a:r>
              <a:rPr lang="en-US" dirty="0"/>
              <a:t> verify that a region of user memory is mapped with required permissions</a:t>
            </a:r>
          </a:p>
          <a:p>
            <a:pPr lvl="1"/>
            <a:r>
              <a:rPr lang="en-US" sz="1600" dirty="0" err="1">
                <a:latin typeface="Courier" charset="0"/>
                <a:ea typeface="Courier" charset="0"/>
                <a:cs typeface="Courier" charset="0"/>
              </a:rPr>
              <a:t>get_free_page</a:t>
            </a:r>
            <a:r>
              <a:rPr lang="en-US" sz="1600" dirty="0">
                <a:latin typeface="Courier" charset="0"/>
                <a:ea typeface="Courier" charset="0"/>
                <a:cs typeface="Courier" charset="0"/>
              </a:rPr>
              <a:t>()/</a:t>
            </a:r>
            <a:r>
              <a:rPr lang="en-US" sz="1600" dirty="0" err="1">
                <a:latin typeface="Courier" charset="0"/>
                <a:ea typeface="Courier" charset="0"/>
                <a:cs typeface="Courier" charset="0"/>
              </a:rPr>
              <a:t>free_page</a:t>
            </a:r>
            <a:r>
              <a:rPr lang="en-US" sz="1600" dirty="0">
                <a:latin typeface="Courier" charset="0"/>
                <a:ea typeface="Courier" charset="0"/>
                <a:cs typeface="Courier" charset="0"/>
              </a:rPr>
              <a:t>()</a:t>
            </a:r>
            <a:r>
              <a:rPr lang="en-US" dirty="0"/>
              <a:t>: allocate and free physical memory pages</a:t>
            </a:r>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1325083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Memory Manager Architecture</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6" y="1639888"/>
            <a:ext cx="5839402" cy="4086225"/>
          </a:xfrm>
        </p:spPr>
        <p:txBody>
          <a:bodyPr wrap="square" numCol="1" anchor="t" anchorCtr="0" compatLnSpc="1">
            <a:prstTxWarp prst="textNoShape">
              <a:avLst/>
            </a:prstTxWarp>
          </a:bodyPr>
          <a:lstStyle/>
          <a:p>
            <a:r>
              <a:rPr lang="en-US" dirty="0"/>
              <a:t>Main components:</a:t>
            </a:r>
            <a:endParaRPr lang="en-US" altLang="en-US" dirty="0">
              <a:ea typeface="ＭＳ Ｐゴシック" panose="020B0600070205080204" pitchFamily="34" charset="-128"/>
            </a:endParaRPr>
          </a:p>
          <a:p>
            <a:pPr lvl="1"/>
            <a:r>
              <a:rPr lang="en-US" dirty="0">
                <a:solidFill>
                  <a:srgbClr val="128CAB"/>
                </a:solidFill>
              </a:rPr>
              <a:t>System call interface</a:t>
            </a:r>
            <a:r>
              <a:rPr lang="en-US" dirty="0"/>
              <a:t>: it provides memory manager services to the user space.</a:t>
            </a:r>
          </a:p>
          <a:p>
            <a:pPr lvl="1"/>
            <a:r>
              <a:rPr lang="en-US" dirty="0">
                <a:solidFill>
                  <a:srgbClr val="128CAB"/>
                </a:solidFill>
              </a:rPr>
              <a:t>Memory mapped files</a:t>
            </a:r>
            <a:r>
              <a:rPr lang="en-US" dirty="0"/>
              <a:t>: it implements memory file mapping algorithms.</a:t>
            </a:r>
          </a:p>
          <a:p>
            <a:pPr lvl="1"/>
            <a:r>
              <a:rPr lang="en-US" dirty="0">
                <a:solidFill>
                  <a:srgbClr val="128CAB"/>
                </a:solidFill>
              </a:rPr>
              <a:t>Core memory manager</a:t>
            </a:r>
            <a:r>
              <a:rPr lang="en-US" dirty="0"/>
              <a:t>: it is responsible for implementing memory allocation algorithms.</a:t>
            </a:r>
          </a:p>
          <a:p>
            <a:pPr lvl="1"/>
            <a:r>
              <a:rPr lang="en-US" dirty="0" err="1">
                <a:solidFill>
                  <a:srgbClr val="128CAB"/>
                </a:solidFill>
              </a:rPr>
              <a:t>Swapfile</a:t>
            </a:r>
            <a:r>
              <a:rPr lang="en-US" dirty="0">
                <a:solidFill>
                  <a:srgbClr val="128CAB"/>
                </a:solidFill>
              </a:rPr>
              <a:t> access</a:t>
            </a:r>
            <a:r>
              <a:rPr lang="en-US" dirty="0"/>
              <a:t>: it controls the paging file access.</a:t>
            </a:r>
          </a:p>
          <a:p>
            <a:pPr lvl="1"/>
            <a:r>
              <a:rPr lang="en-US" dirty="0">
                <a:solidFill>
                  <a:srgbClr val="128CAB"/>
                </a:solidFill>
              </a:rPr>
              <a:t>Architecture-specific modules</a:t>
            </a:r>
            <a:r>
              <a:rPr lang="en-US" dirty="0"/>
              <a:t>: they handle hardware-specific operations related to memory management (e.g. access to the </a:t>
            </a:r>
            <a:r>
              <a:rPr lang="en-US" dirty="0" err="1"/>
              <a:t>MMU</a:t>
            </a:r>
            <a:r>
              <a:rPr lang="en-US" dirty="0"/>
              <a:t>).</a:t>
            </a:r>
            <a:endParaRPr lang="en-US" altLang="en-US" dirty="0">
              <a:ea typeface="ＭＳ Ｐゴシック" panose="020B0600070205080204" pitchFamily="34" charset="-128"/>
            </a:endParaRPr>
          </a:p>
        </p:txBody>
      </p:sp>
      <p:sp>
        <p:nvSpPr>
          <p:cNvPr id="5" name="TextBox 9">
            <a:extLst>
              <a:ext uri="{FF2B5EF4-FFF2-40B4-BE49-F238E27FC236}">
                <a16:creationId xmlns:a16="http://schemas.microsoft.com/office/drawing/2014/main" id="{D41AC566-C8F4-4AC6-A2B2-7695666BFC55}"/>
              </a:ext>
            </a:extLst>
          </p:cNvPr>
          <p:cNvSpPr txBox="1">
            <a:spLocks noChangeArrowheads="1"/>
          </p:cNvSpPr>
          <p:nvPr/>
        </p:nvSpPr>
        <p:spPr bwMode="auto">
          <a:xfrm>
            <a:off x="7853120" y="4649115"/>
            <a:ext cx="2238191" cy="715089"/>
          </a:xfrm>
          <a:prstGeom prst="roundRect">
            <a:avLst/>
          </a:prstGeom>
          <a:solidFill>
            <a:srgbClr val="C00000"/>
          </a:solidFill>
          <a:ln w="9525">
            <a:solidFill>
              <a:schemeClr val="tx1"/>
            </a:solidFill>
            <a:miter lim="800000"/>
            <a:headEnd/>
            <a:tailEnd/>
          </a:ln>
        </p:spPr>
        <p:txBody>
          <a:bodyPr wrap="none" anchor="ctr">
            <a:sp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a:latin typeface="+mn-lt"/>
              </a:rPr>
              <a:t>Architecture specific </a:t>
            </a:r>
          </a:p>
          <a:p>
            <a:pPr algn="ctr" eaLnBrk="1" hangingPunct="1"/>
            <a:r>
              <a:rPr lang="en-US" sz="1800">
                <a:latin typeface="+mn-lt"/>
              </a:rPr>
              <a:t>modules</a:t>
            </a:r>
          </a:p>
        </p:txBody>
      </p:sp>
      <p:sp>
        <p:nvSpPr>
          <p:cNvPr id="6" name="TextBox 5">
            <a:extLst>
              <a:ext uri="{FF2B5EF4-FFF2-40B4-BE49-F238E27FC236}">
                <a16:creationId xmlns:a16="http://schemas.microsoft.com/office/drawing/2014/main" id="{E95CCB3B-890C-4B51-BC11-CC677DD75C77}"/>
              </a:ext>
            </a:extLst>
          </p:cNvPr>
          <p:cNvSpPr txBox="1">
            <a:spLocks noChangeArrowheads="1"/>
          </p:cNvSpPr>
          <p:nvPr/>
        </p:nvSpPr>
        <p:spPr bwMode="auto">
          <a:xfrm>
            <a:off x="9865874" y="1374064"/>
            <a:ext cx="1951029" cy="954156"/>
          </a:xfrm>
          <a:prstGeom prst="roundRect">
            <a:avLst>
              <a:gd name="adj" fmla="val 6984"/>
            </a:avLst>
          </a:prstGeom>
          <a:solidFill>
            <a:srgbClr val="FFC000"/>
          </a:solidFill>
          <a:ln w="9525">
            <a:solidFill>
              <a:schemeClr val="tx1"/>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Memory Mapped Files</a:t>
            </a:r>
          </a:p>
        </p:txBody>
      </p:sp>
      <p:sp>
        <p:nvSpPr>
          <p:cNvPr id="7" name="TextBox 6">
            <a:extLst>
              <a:ext uri="{FF2B5EF4-FFF2-40B4-BE49-F238E27FC236}">
                <a16:creationId xmlns:a16="http://schemas.microsoft.com/office/drawing/2014/main" id="{C4D5822E-A51C-45BA-99F1-BCF65FD2CFAB}"/>
              </a:ext>
            </a:extLst>
          </p:cNvPr>
          <p:cNvSpPr txBox="1">
            <a:spLocks noChangeArrowheads="1"/>
          </p:cNvSpPr>
          <p:nvPr/>
        </p:nvSpPr>
        <p:spPr bwMode="auto">
          <a:xfrm>
            <a:off x="6645192" y="2868445"/>
            <a:ext cx="1791931" cy="1258372"/>
          </a:xfrm>
          <a:prstGeom prst="roundRect">
            <a:avLst>
              <a:gd name="adj" fmla="val 9136"/>
            </a:avLst>
          </a:prstGeom>
          <a:solidFill>
            <a:srgbClr val="FFC000"/>
          </a:solidFill>
          <a:ln w="9525">
            <a:solidFill>
              <a:schemeClr val="tx1"/>
            </a:solidFill>
            <a:miter lim="800000"/>
            <a:headEnd/>
            <a:tailEnd/>
          </a:ln>
        </p:spPr>
        <p:txBody>
          <a:bodyPr wrap="square" anchor="ctr">
            <a:sp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err="1">
                <a:solidFill>
                  <a:schemeClr val="bg1"/>
                </a:solidFill>
                <a:latin typeface="+mn-lt"/>
              </a:rPr>
              <a:t>Swapfile</a:t>
            </a:r>
            <a:r>
              <a:rPr lang="en-US" sz="1800" dirty="0">
                <a:solidFill>
                  <a:schemeClr val="bg1"/>
                </a:solidFill>
                <a:latin typeface="+mn-lt"/>
              </a:rPr>
              <a:t> Access</a:t>
            </a: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p:txBody>
      </p:sp>
      <p:sp>
        <p:nvSpPr>
          <p:cNvPr id="8" name="TextBox 7">
            <a:extLst>
              <a:ext uri="{FF2B5EF4-FFF2-40B4-BE49-F238E27FC236}">
                <a16:creationId xmlns:a16="http://schemas.microsoft.com/office/drawing/2014/main" id="{B7805DBE-E531-46B4-B80A-2C6BDF267E30}"/>
              </a:ext>
            </a:extLst>
          </p:cNvPr>
          <p:cNvSpPr txBox="1">
            <a:spLocks noChangeArrowheads="1"/>
          </p:cNvSpPr>
          <p:nvPr/>
        </p:nvSpPr>
        <p:spPr bwMode="auto">
          <a:xfrm>
            <a:off x="9856349" y="2904452"/>
            <a:ext cx="1960554" cy="1239867"/>
          </a:xfrm>
          <a:prstGeom prst="roundRect">
            <a:avLst>
              <a:gd name="adj" fmla="val 10212"/>
            </a:avLst>
          </a:prstGeom>
          <a:solidFill>
            <a:srgbClr val="FFC000"/>
          </a:solidFill>
          <a:ln w="9525">
            <a:solidFill>
              <a:schemeClr val="tx1"/>
            </a:solidFill>
            <a:miter lim="800000"/>
            <a:headEnd/>
            <a:tailEnd/>
          </a:ln>
        </p:spPr>
        <p:txBody>
          <a:bodyPr wrap="square"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Core Memory Manager</a:t>
            </a:r>
          </a:p>
        </p:txBody>
      </p:sp>
      <p:sp>
        <p:nvSpPr>
          <p:cNvPr id="9" name="TextBox 8">
            <a:extLst>
              <a:ext uri="{FF2B5EF4-FFF2-40B4-BE49-F238E27FC236}">
                <a16:creationId xmlns:a16="http://schemas.microsoft.com/office/drawing/2014/main" id="{F93F5B90-B9E0-4254-99FD-C0420454988E}"/>
              </a:ext>
            </a:extLst>
          </p:cNvPr>
          <p:cNvSpPr txBox="1">
            <a:spLocks noChangeArrowheads="1"/>
          </p:cNvSpPr>
          <p:nvPr/>
        </p:nvSpPr>
        <p:spPr bwMode="auto">
          <a:xfrm>
            <a:off x="7967420" y="4720552"/>
            <a:ext cx="2238191" cy="715089"/>
          </a:xfrm>
          <a:prstGeom prst="roundRect">
            <a:avLst/>
          </a:prstGeom>
          <a:solidFill>
            <a:srgbClr val="C00000"/>
          </a:solidFill>
          <a:ln w="9525">
            <a:solidFill>
              <a:schemeClr val="tx1"/>
            </a:solidFill>
            <a:miter lim="800000"/>
            <a:headEnd/>
            <a:tailEnd/>
          </a:ln>
        </p:spPr>
        <p:txBody>
          <a:bodyPr wrap="none" anchor="ctr">
            <a:sp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Architecture-specific </a:t>
            </a:r>
          </a:p>
          <a:p>
            <a:pPr algn="ctr" eaLnBrk="1" hangingPunct="1"/>
            <a:r>
              <a:rPr lang="en-US" sz="1800" dirty="0">
                <a:solidFill>
                  <a:schemeClr val="bg1"/>
                </a:solidFill>
                <a:latin typeface="+mn-lt"/>
              </a:rPr>
              <a:t>modules</a:t>
            </a:r>
          </a:p>
        </p:txBody>
      </p:sp>
      <p:sp>
        <p:nvSpPr>
          <p:cNvPr id="10" name="TextBox 9">
            <a:extLst>
              <a:ext uri="{FF2B5EF4-FFF2-40B4-BE49-F238E27FC236}">
                <a16:creationId xmlns:a16="http://schemas.microsoft.com/office/drawing/2014/main" id="{9EB84A4B-1AE4-44E6-B7C8-6579EE22CB34}"/>
              </a:ext>
            </a:extLst>
          </p:cNvPr>
          <p:cNvSpPr txBox="1">
            <a:spLocks noChangeArrowheads="1"/>
          </p:cNvSpPr>
          <p:nvPr/>
        </p:nvSpPr>
        <p:spPr bwMode="auto">
          <a:xfrm>
            <a:off x="8781974" y="5732236"/>
            <a:ext cx="741445" cy="408623"/>
          </a:xfrm>
          <a:prstGeom prst="roundRect">
            <a:avLst/>
          </a:prstGeom>
          <a:solidFill>
            <a:srgbClr val="C00000"/>
          </a:solidFill>
          <a:ln w="9525">
            <a:solidFill>
              <a:schemeClr val="tx1"/>
            </a:solidFill>
            <a:miter lim="800000"/>
            <a:headEnd/>
            <a:tailEnd/>
          </a:ln>
        </p:spPr>
        <p:txBody>
          <a:bodyPr wrap="none" anchor="ctr">
            <a:sp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a:solidFill>
                  <a:schemeClr val="bg1"/>
                </a:solidFill>
                <a:latin typeface="+mn-lt"/>
              </a:rPr>
              <a:t>MMU</a:t>
            </a:r>
          </a:p>
        </p:txBody>
      </p:sp>
      <p:sp>
        <p:nvSpPr>
          <p:cNvPr id="11" name="Rounded Rectangle 11">
            <a:extLst>
              <a:ext uri="{FF2B5EF4-FFF2-40B4-BE49-F238E27FC236}">
                <a16:creationId xmlns:a16="http://schemas.microsoft.com/office/drawing/2014/main" id="{71DDF07D-59E4-4236-8066-D240BCB11A2F}"/>
              </a:ext>
            </a:extLst>
          </p:cNvPr>
          <p:cNvSpPr>
            <a:spLocks noChangeArrowheads="1"/>
          </p:cNvSpPr>
          <p:nvPr/>
        </p:nvSpPr>
        <p:spPr bwMode="auto">
          <a:xfrm>
            <a:off x="7081604" y="3469219"/>
            <a:ext cx="914400" cy="350837"/>
          </a:xfrm>
          <a:prstGeom prst="roundRect">
            <a:avLst>
              <a:gd name="adj" fmla="val 16667"/>
            </a:avLst>
          </a:prstGeom>
          <a:solidFill>
            <a:srgbClr val="FFC000"/>
          </a:solidFill>
          <a:ln w="9525">
            <a:solidFill>
              <a:schemeClr val="tx1"/>
            </a:solidFill>
            <a:round/>
            <a:headEnd/>
            <a:tailEnd/>
          </a:ln>
        </p:spPr>
        <p:txBody>
          <a:bodyPr wrap="none" anchor="ctr"/>
          <a:lstStyle/>
          <a:p>
            <a:pPr algn="ctr"/>
            <a:r>
              <a:rPr lang="en-US" sz="1600" dirty="0" err="1">
                <a:solidFill>
                  <a:schemeClr val="bg1"/>
                </a:solidFill>
                <a:latin typeface="Courier" charset="0"/>
                <a:ea typeface="Courier" charset="0"/>
                <a:cs typeface="Courier" charset="0"/>
              </a:rPr>
              <a:t>kswapd</a:t>
            </a:r>
            <a:endParaRPr lang="en-US" sz="1600" dirty="0">
              <a:solidFill>
                <a:schemeClr val="bg1"/>
              </a:solidFill>
              <a:latin typeface="Courier" charset="0"/>
              <a:ea typeface="Courier" charset="0"/>
              <a:cs typeface="Courier" charset="0"/>
            </a:endParaRPr>
          </a:p>
        </p:txBody>
      </p:sp>
      <p:cxnSp>
        <p:nvCxnSpPr>
          <p:cNvPr id="12" name="Straight Arrow Connector 15">
            <a:extLst>
              <a:ext uri="{FF2B5EF4-FFF2-40B4-BE49-F238E27FC236}">
                <a16:creationId xmlns:a16="http://schemas.microsoft.com/office/drawing/2014/main" id="{13FB508C-E0EA-41B6-9705-DE1BF0FBED8E}"/>
              </a:ext>
            </a:extLst>
          </p:cNvPr>
          <p:cNvCxnSpPr>
            <a:cxnSpLocks noChangeShapeType="1"/>
          </p:cNvCxnSpPr>
          <p:nvPr/>
        </p:nvCxnSpPr>
        <p:spPr bwMode="auto">
          <a:xfrm>
            <a:off x="8315690" y="1751987"/>
            <a:ext cx="1569243" cy="2569"/>
          </a:xfrm>
          <a:prstGeom prst="straightConnector1">
            <a:avLst/>
          </a:prstGeom>
          <a:noFill/>
          <a:ln w="38100">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3" name="Straight Arrow Connector 17">
            <a:extLst>
              <a:ext uri="{FF2B5EF4-FFF2-40B4-BE49-F238E27FC236}">
                <a16:creationId xmlns:a16="http://schemas.microsoft.com/office/drawing/2014/main" id="{BA0EA6FF-1770-4B05-8CA5-88D436E5043C}"/>
              </a:ext>
            </a:extLst>
          </p:cNvPr>
          <p:cNvCxnSpPr>
            <a:cxnSpLocks noChangeShapeType="1"/>
            <a:stCxn id="22" idx="2"/>
            <a:endCxn id="7" idx="0"/>
          </p:cNvCxnSpPr>
          <p:nvPr/>
        </p:nvCxnSpPr>
        <p:spPr bwMode="auto">
          <a:xfrm>
            <a:off x="7541157" y="2328220"/>
            <a:ext cx="1" cy="540225"/>
          </a:xfrm>
          <a:prstGeom prst="straightConnector1">
            <a:avLst/>
          </a:prstGeom>
          <a:noFill/>
          <a:ln w="38100">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4" name="Straight Arrow Connector 19">
            <a:extLst>
              <a:ext uri="{FF2B5EF4-FFF2-40B4-BE49-F238E27FC236}">
                <a16:creationId xmlns:a16="http://schemas.microsoft.com/office/drawing/2014/main" id="{EEF3F08B-9310-4C9A-AAF9-D0C1D22E2676}"/>
              </a:ext>
            </a:extLst>
          </p:cNvPr>
          <p:cNvCxnSpPr>
            <a:cxnSpLocks noChangeShapeType="1"/>
          </p:cNvCxnSpPr>
          <p:nvPr/>
        </p:nvCxnSpPr>
        <p:spPr bwMode="auto">
          <a:xfrm flipH="1">
            <a:off x="8437125" y="2328220"/>
            <a:ext cx="1447808" cy="569336"/>
          </a:xfrm>
          <a:prstGeom prst="straightConnector1">
            <a:avLst/>
          </a:prstGeom>
          <a:noFill/>
          <a:ln w="38100">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5" name="Straight Arrow Connector 21">
            <a:extLst>
              <a:ext uri="{FF2B5EF4-FFF2-40B4-BE49-F238E27FC236}">
                <a16:creationId xmlns:a16="http://schemas.microsoft.com/office/drawing/2014/main" id="{ADBD5C97-1C98-422E-AAA8-AF493213B1C2}"/>
              </a:ext>
            </a:extLst>
          </p:cNvPr>
          <p:cNvCxnSpPr>
            <a:cxnSpLocks noChangeShapeType="1"/>
            <a:stCxn id="6" idx="2"/>
          </p:cNvCxnSpPr>
          <p:nvPr/>
        </p:nvCxnSpPr>
        <p:spPr bwMode="auto">
          <a:xfrm flipH="1">
            <a:off x="10836627" y="2328220"/>
            <a:ext cx="4762" cy="576232"/>
          </a:xfrm>
          <a:prstGeom prst="straightConnector1">
            <a:avLst/>
          </a:prstGeom>
          <a:noFill/>
          <a:ln w="38100">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6" name="Straight Arrow Connector 23">
            <a:extLst>
              <a:ext uri="{FF2B5EF4-FFF2-40B4-BE49-F238E27FC236}">
                <a16:creationId xmlns:a16="http://schemas.microsoft.com/office/drawing/2014/main" id="{A261EE26-8BE4-4EC1-AC7E-F424C9DDCC3A}"/>
              </a:ext>
            </a:extLst>
          </p:cNvPr>
          <p:cNvCxnSpPr>
            <a:cxnSpLocks noChangeShapeType="1"/>
          </p:cNvCxnSpPr>
          <p:nvPr/>
        </p:nvCxnSpPr>
        <p:spPr bwMode="auto">
          <a:xfrm>
            <a:off x="8437124" y="3497631"/>
            <a:ext cx="1419225" cy="1588"/>
          </a:xfrm>
          <a:prstGeom prst="straightConnector1">
            <a:avLst/>
          </a:prstGeom>
          <a:noFill/>
          <a:ln w="38100">
            <a:solidFill>
              <a:schemeClr val="tx1"/>
            </a:solidFill>
            <a:round/>
            <a:headEnd type="arrow" w="med" len="med"/>
            <a:tailEnd type="arrow" w="med" len="med"/>
          </a:ln>
          <a:extLst>
            <a:ext uri="{909E8E84-426E-40DD-AFC4-6F175D3DCCD1}">
              <a14:hiddenFill xmlns:a14="http://schemas.microsoft.com/office/drawing/2010/main">
                <a:noFill/>
              </a14:hiddenFill>
            </a:ext>
          </a:extLst>
        </p:spPr>
      </p:cxnSp>
      <p:cxnSp>
        <p:nvCxnSpPr>
          <p:cNvPr id="17" name="Straight Arrow Connector 25">
            <a:extLst>
              <a:ext uri="{FF2B5EF4-FFF2-40B4-BE49-F238E27FC236}">
                <a16:creationId xmlns:a16="http://schemas.microsoft.com/office/drawing/2014/main" id="{A72CFD97-E5CD-4AD2-800D-6EC51FB509EE}"/>
              </a:ext>
            </a:extLst>
          </p:cNvPr>
          <p:cNvCxnSpPr>
            <a:cxnSpLocks noChangeShapeType="1"/>
            <a:stCxn id="22" idx="2"/>
          </p:cNvCxnSpPr>
          <p:nvPr/>
        </p:nvCxnSpPr>
        <p:spPr bwMode="auto">
          <a:xfrm>
            <a:off x="7541157" y="2328220"/>
            <a:ext cx="2343776" cy="569336"/>
          </a:xfrm>
          <a:prstGeom prst="straightConnector1">
            <a:avLst/>
          </a:prstGeom>
          <a:noFill/>
          <a:ln w="38100">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8" name="Straight Arrow Connector 27">
            <a:extLst>
              <a:ext uri="{FF2B5EF4-FFF2-40B4-BE49-F238E27FC236}">
                <a16:creationId xmlns:a16="http://schemas.microsoft.com/office/drawing/2014/main" id="{4AF43797-378A-4F17-B597-9C378752C1D3}"/>
              </a:ext>
            </a:extLst>
          </p:cNvPr>
          <p:cNvCxnSpPr>
            <a:cxnSpLocks noChangeShapeType="1"/>
            <a:stCxn id="7" idx="2"/>
          </p:cNvCxnSpPr>
          <p:nvPr/>
        </p:nvCxnSpPr>
        <p:spPr bwMode="auto">
          <a:xfrm>
            <a:off x="7541158" y="4126817"/>
            <a:ext cx="457816" cy="628114"/>
          </a:xfrm>
          <a:prstGeom prst="straightConnector1">
            <a:avLst/>
          </a:prstGeom>
          <a:noFill/>
          <a:ln w="38100">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9" name="Straight Arrow Connector 29">
            <a:extLst>
              <a:ext uri="{FF2B5EF4-FFF2-40B4-BE49-F238E27FC236}">
                <a16:creationId xmlns:a16="http://schemas.microsoft.com/office/drawing/2014/main" id="{F595064D-9A2D-49E7-ADCC-4CE85A2DDE5F}"/>
              </a:ext>
            </a:extLst>
          </p:cNvPr>
          <p:cNvCxnSpPr>
            <a:cxnSpLocks noChangeShapeType="1"/>
            <a:stCxn id="8" idx="2"/>
          </p:cNvCxnSpPr>
          <p:nvPr/>
        </p:nvCxnSpPr>
        <p:spPr bwMode="auto">
          <a:xfrm flipH="1">
            <a:off x="10205611" y="4144319"/>
            <a:ext cx="631015" cy="610612"/>
          </a:xfrm>
          <a:prstGeom prst="straightConnector1">
            <a:avLst/>
          </a:prstGeom>
          <a:noFill/>
          <a:ln w="38100">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0" name="Shape 31">
            <a:extLst>
              <a:ext uri="{FF2B5EF4-FFF2-40B4-BE49-F238E27FC236}">
                <a16:creationId xmlns:a16="http://schemas.microsoft.com/office/drawing/2014/main" id="{4AEA4BEB-22AC-45B6-BF8D-CA5E921A2A2C}"/>
              </a:ext>
            </a:extLst>
          </p:cNvPr>
          <p:cNvCxnSpPr>
            <a:cxnSpLocks noChangeShapeType="1"/>
          </p:cNvCxnSpPr>
          <p:nvPr/>
        </p:nvCxnSpPr>
        <p:spPr bwMode="auto">
          <a:xfrm rot="10800000" flipV="1">
            <a:off x="9146737" y="1997444"/>
            <a:ext cx="719137" cy="2757487"/>
          </a:xfrm>
          <a:prstGeom prst="bentConnector2">
            <a:avLst/>
          </a:prstGeom>
          <a:noFill/>
          <a:ln w="38100">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1" name="Straight Arrow Connector 33">
            <a:extLst>
              <a:ext uri="{FF2B5EF4-FFF2-40B4-BE49-F238E27FC236}">
                <a16:creationId xmlns:a16="http://schemas.microsoft.com/office/drawing/2014/main" id="{B663370F-2789-4EC6-9BAC-295127CE2FC5}"/>
              </a:ext>
            </a:extLst>
          </p:cNvPr>
          <p:cNvCxnSpPr>
            <a:cxnSpLocks noChangeShapeType="1"/>
          </p:cNvCxnSpPr>
          <p:nvPr/>
        </p:nvCxnSpPr>
        <p:spPr bwMode="auto">
          <a:xfrm flipH="1">
            <a:off x="9143563" y="5435641"/>
            <a:ext cx="3174" cy="316240"/>
          </a:xfrm>
          <a:prstGeom prst="straightConnector1">
            <a:avLst/>
          </a:prstGeom>
          <a:noFill/>
          <a:ln w="38100">
            <a:solidFill>
              <a:schemeClr val="tx1"/>
            </a:solidFill>
            <a:round/>
            <a:headEnd/>
            <a:tailEnd type="arrow" w="med" len="med"/>
          </a:ln>
          <a:extLst>
            <a:ext uri="{909E8E84-426E-40DD-AFC4-6F175D3DCCD1}">
              <a14:hiddenFill xmlns:a14="http://schemas.microsoft.com/office/drawing/2010/main">
                <a:noFill/>
              </a14:hiddenFill>
            </a:ext>
          </a:extLst>
        </p:spPr>
      </p:cxnSp>
      <p:sp>
        <p:nvSpPr>
          <p:cNvPr id="22" name="TextBox 4">
            <a:extLst>
              <a:ext uri="{FF2B5EF4-FFF2-40B4-BE49-F238E27FC236}">
                <a16:creationId xmlns:a16="http://schemas.microsoft.com/office/drawing/2014/main" id="{253E9857-BEDD-4ED1-B7E8-B3186A23DD89}"/>
              </a:ext>
            </a:extLst>
          </p:cNvPr>
          <p:cNvSpPr txBox="1">
            <a:spLocks noChangeArrowheads="1"/>
          </p:cNvSpPr>
          <p:nvPr/>
        </p:nvSpPr>
        <p:spPr bwMode="auto">
          <a:xfrm>
            <a:off x="6645191" y="1374064"/>
            <a:ext cx="1791931" cy="954156"/>
          </a:xfrm>
          <a:prstGeom prst="roundRect">
            <a:avLst>
              <a:gd name="adj" fmla="val 8675"/>
            </a:avLst>
          </a:prstGeom>
          <a:solidFill>
            <a:srgbClr val="FFC000"/>
          </a:solidFill>
          <a:ln w="9525">
            <a:solidFill>
              <a:schemeClr val="tx1"/>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System call interface</a:t>
            </a:r>
          </a:p>
        </p:txBody>
      </p:sp>
    </p:spTree>
    <p:extLst>
      <p:ext uri="{BB962C8B-B14F-4D97-AF65-F5344CB8AC3E}">
        <p14:creationId xmlns:p14="http://schemas.microsoft.com/office/powerpoint/2010/main" val="41218369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Virtual File System</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6" y="1639888"/>
            <a:ext cx="5406537" cy="4086225"/>
          </a:xfrm>
        </p:spPr>
        <p:txBody>
          <a:bodyPr wrap="square" numCol="1" anchor="t" anchorCtr="0" compatLnSpc="1">
            <a:prstTxWarp prst="textNoShape">
              <a:avLst/>
            </a:prstTxWarp>
          </a:bodyPr>
          <a:lstStyle/>
          <a:p>
            <a:r>
              <a:rPr lang="en-US" dirty="0"/>
              <a:t>It is responsible for handling:</a:t>
            </a:r>
            <a:endParaRPr lang="en-US" altLang="en-US" dirty="0">
              <a:ea typeface="ＭＳ Ｐゴシック" panose="020B0600070205080204" pitchFamily="34" charset="-128"/>
            </a:endParaRPr>
          </a:p>
          <a:p>
            <a:pPr marL="398145" lvl="1" indent="-166370"/>
            <a:r>
              <a:rPr lang="en-US" dirty="0">
                <a:solidFill>
                  <a:srgbClr val="128CAB"/>
                </a:solidFill>
              </a:rPr>
              <a:t>Multiple hardware devices</a:t>
            </a:r>
            <a:r>
              <a:rPr lang="en-US" dirty="0"/>
              <a:t>: it provides uniform access to hardware devices.</a:t>
            </a:r>
            <a:endParaRPr lang="en-US" dirty="0">
              <a:cs typeface="Calibri"/>
            </a:endParaRPr>
          </a:p>
          <a:p>
            <a:pPr marL="398145" lvl="1" indent="-166370"/>
            <a:r>
              <a:rPr lang="en-US" dirty="0">
                <a:solidFill>
                  <a:srgbClr val="128CAB"/>
                </a:solidFill>
              </a:rPr>
              <a:t>Multiple logical file systems</a:t>
            </a:r>
            <a:r>
              <a:rPr lang="en-US" dirty="0"/>
              <a:t>: it supports many different logical organizations of information on storage media.</a:t>
            </a:r>
            <a:endParaRPr lang="en-US" dirty="0">
              <a:cs typeface="Calibri"/>
            </a:endParaRPr>
          </a:p>
          <a:p>
            <a:pPr marL="398145" lvl="1" indent="-166370"/>
            <a:r>
              <a:rPr lang="en-US" dirty="0">
                <a:solidFill>
                  <a:srgbClr val="128CAB"/>
                </a:solidFill>
                <a:ea typeface="ＭＳ Ｐゴシック"/>
              </a:rPr>
              <a:t>Multiple executable formats</a:t>
            </a:r>
            <a:r>
              <a:rPr lang="en-US" dirty="0">
                <a:ea typeface="ＭＳ Ｐゴシック"/>
              </a:rPr>
              <a:t>: it supports different executable file formats (e.g., </a:t>
            </a:r>
            <a:r>
              <a:rPr lang="en-US" dirty="0" err="1">
                <a:ea typeface="ＭＳ Ｐゴシック"/>
              </a:rPr>
              <a:t>a.out</a:t>
            </a:r>
            <a:r>
              <a:rPr lang="en-US" dirty="0">
                <a:ea typeface="ＭＳ Ｐゴシック"/>
              </a:rPr>
              <a:t>, ELF).</a:t>
            </a:r>
            <a:endParaRPr lang="en-US" dirty="0">
              <a:ea typeface="ＭＳ Ｐゴシック"/>
              <a:cs typeface="Calibri"/>
            </a:endParaRPr>
          </a:p>
          <a:p>
            <a:pPr marL="398145" lvl="1" indent="-166370"/>
            <a:r>
              <a:rPr lang="en-US" dirty="0">
                <a:solidFill>
                  <a:srgbClr val="128CAB"/>
                </a:solidFill>
                <a:ea typeface="ＭＳ Ｐゴシック"/>
              </a:rPr>
              <a:t>Homogeneity</a:t>
            </a:r>
            <a:r>
              <a:rPr lang="en-US" dirty="0">
                <a:ea typeface="ＭＳ Ｐゴシック"/>
              </a:rPr>
              <a:t>: it presents a common interface to all of the logical file systems and all hardware devices.</a:t>
            </a:r>
            <a:endParaRPr lang="en-US" altLang="en-US" dirty="0">
              <a:ea typeface="ＭＳ Ｐゴシック"/>
              <a:cs typeface="Calibri"/>
            </a:endParaRPr>
          </a:p>
        </p:txBody>
      </p:sp>
      <p:sp>
        <p:nvSpPr>
          <p:cNvPr id="5" name="TextBox 7">
            <a:extLst>
              <a:ext uri="{FF2B5EF4-FFF2-40B4-BE49-F238E27FC236}">
                <a16:creationId xmlns:a16="http://schemas.microsoft.com/office/drawing/2014/main" id="{DC348BC9-F0E1-41F7-B0C9-DF5CC2E297EF}"/>
              </a:ext>
            </a:extLst>
          </p:cNvPr>
          <p:cNvSpPr txBox="1">
            <a:spLocks noChangeArrowheads="1"/>
          </p:cNvSpPr>
          <p:nvPr/>
        </p:nvSpPr>
        <p:spPr bwMode="auto">
          <a:xfrm>
            <a:off x="10319998" y="3217469"/>
            <a:ext cx="1632694" cy="646331"/>
          </a:xfrm>
          <a:prstGeom prst="roundRect">
            <a:avLst>
              <a:gd name="adj" fmla="val 10035"/>
            </a:avLst>
          </a:prstGeom>
          <a:solidFill>
            <a:schemeClr val="bg1">
              <a:lumMod val="95000"/>
            </a:schemeClr>
          </a:solidFill>
          <a:ln w="9525">
            <a:solidFill>
              <a:schemeClr val="bg1">
                <a:lumMod val="95000"/>
              </a:schemeClr>
            </a:solidFill>
            <a:miter lim="800000"/>
            <a:headEnd/>
            <a:tailEnd/>
          </a:ln>
          <a:effectLst>
            <a:outerShdw blurRad="50800" dist="76200" dir="2700000" algn="tl" rotWithShape="0">
              <a:prstClr val="black">
                <a:alpha val="40000"/>
              </a:prstClr>
            </a:outerShdw>
          </a:effectLst>
        </p:spPr>
        <p:txBody>
          <a:bodyPr wrap="none">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Inter-Process</a:t>
            </a:r>
          </a:p>
          <a:p>
            <a:pPr algn="ctr" eaLnBrk="1" hangingPunct="1"/>
            <a:r>
              <a:rPr lang="en-US" sz="1800" dirty="0">
                <a:solidFill>
                  <a:schemeClr val="bg1"/>
                </a:solidFill>
                <a:latin typeface="+mn-lt"/>
              </a:rPr>
              <a:t>Communication</a:t>
            </a:r>
          </a:p>
        </p:txBody>
      </p:sp>
      <p:grpSp>
        <p:nvGrpSpPr>
          <p:cNvPr id="6" name="Group 5">
            <a:extLst>
              <a:ext uri="{FF2B5EF4-FFF2-40B4-BE49-F238E27FC236}">
                <a16:creationId xmlns:a16="http://schemas.microsoft.com/office/drawing/2014/main" id="{83AC417E-6B07-4A27-8DE8-082F2633528B}"/>
              </a:ext>
            </a:extLst>
          </p:cNvPr>
          <p:cNvGrpSpPr/>
          <p:nvPr/>
        </p:nvGrpSpPr>
        <p:grpSpPr>
          <a:xfrm>
            <a:off x="8167138" y="1400373"/>
            <a:ext cx="1836000" cy="1200329"/>
            <a:chOff x="7140939" y="1486096"/>
            <a:chExt cx="1836000" cy="1200329"/>
          </a:xfrm>
          <a:solidFill>
            <a:schemeClr val="bg1">
              <a:lumMod val="95000"/>
            </a:schemeClr>
          </a:solidFill>
          <a:effectLst>
            <a:outerShdw blurRad="50800" dist="76200" dir="2700000" algn="tl" rotWithShape="0">
              <a:prstClr val="black">
                <a:alpha val="40000"/>
              </a:prstClr>
            </a:outerShdw>
          </a:effectLst>
        </p:grpSpPr>
        <p:sp>
          <p:nvSpPr>
            <p:cNvPr id="7" name="TextBox 4">
              <a:extLst>
                <a:ext uri="{FF2B5EF4-FFF2-40B4-BE49-F238E27FC236}">
                  <a16:creationId xmlns:a16="http://schemas.microsoft.com/office/drawing/2014/main" id="{CE254060-2C94-4440-8A1E-FC757D1C9B4B}"/>
                </a:ext>
              </a:extLst>
            </p:cNvPr>
            <p:cNvSpPr txBox="1">
              <a:spLocks noChangeArrowheads="1"/>
            </p:cNvSpPr>
            <p:nvPr/>
          </p:nvSpPr>
          <p:spPr bwMode="auto">
            <a:xfrm>
              <a:off x="7140939" y="1486096"/>
              <a:ext cx="1836000" cy="1200329"/>
            </a:xfrm>
            <a:prstGeom prst="roundRect">
              <a:avLst>
                <a:gd name="adj" fmla="val 7145"/>
              </a:avLst>
            </a:prstGeom>
            <a:grpFill/>
            <a:ln w="0">
              <a:solidFill>
                <a:schemeClr val="bg1">
                  <a:lumMod val="95000"/>
                </a:schemeClr>
              </a:solidFill>
              <a:miter lim="800000"/>
              <a:headEnd/>
              <a:tailEnd/>
            </a:ln>
          </p:spPr>
          <p:txBody>
            <a:bodyPr wrap="none">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Memory Manager</a:t>
              </a: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p:txBody>
        </p:sp>
        <p:sp>
          <p:nvSpPr>
            <p:cNvPr id="8" name="TextBox 9">
              <a:extLst>
                <a:ext uri="{FF2B5EF4-FFF2-40B4-BE49-F238E27FC236}">
                  <a16:creationId xmlns:a16="http://schemas.microsoft.com/office/drawing/2014/main" id="{4AB71478-393B-4C41-9224-8B4E48176783}"/>
                </a:ext>
              </a:extLst>
            </p:cNvPr>
            <p:cNvSpPr txBox="1">
              <a:spLocks noChangeArrowheads="1"/>
            </p:cNvSpPr>
            <p:nvPr/>
          </p:nvSpPr>
          <p:spPr bwMode="auto">
            <a:xfrm>
              <a:off x="7279480" y="1843274"/>
              <a:ext cx="1548000" cy="288000"/>
            </a:xfrm>
            <a:prstGeom prst="roundRect">
              <a:avLst/>
            </a:prstGeom>
            <a:grpFill/>
            <a:ln w="0">
              <a:solidFill>
                <a:schemeClr val="bg1">
                  <a:lumMod val="95000"/>
                </a:schemeClr>
              </a:solidFill>
              <a:miter lim="800000"/>
              <a:headEnd/>
              <a:tailEnd/>
            </a:ln>
          </p:spPr>
          <p:txBody>
            <a:bodyPr wrap="none"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independent</a:t>
              </a:r>
            </a:p>
          </p:txBody>
        </p:sp>
        <p:sp>
          <p:nvSpPr>
            <p:cNvPr id="9" name="TextBox 10">
              <a:extLst>
                <a:ext uri="{FF2B5EF4-FFF2-40B4-BE49-F238E27FC236}">
                  <a16:creationId xmlns:a16="http://schemas.microsoft.com/office/drawing/2014/main" id="{12D47926-A4C5-4F74-9C46-32F4FB6C49F8}"/>
                </a:ext>
              </a:extLst>
            </p:cNvPr>
            <p:cNvSpPr txBox="1">
              <a:spLocks noChangeArrowheads="1"/>
            </p:cNvSpPr>
            <p:nvPr/>
          </p:nvSpPr>
          <p:spPr bwMode="auto">
            <a:xfrm>
              <a:off x="7298530" y="2290957"/>
              <a:ext cx="1548000" cy="288000"/>
            </a:xfrm>
            <a:prstGeom prst="roundRect">
              <a:avLst/>
            </a:prstGeom>
            <a:grpFill/>
            <a:ln w="0">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dependent</a:t>
              </a:r>
            </a:p>
          </p:txBody>
        </p:sp>
      </p:grpSp>
      <p:grpSp>
        <p:nvGrpSpPr>
          <p:cNvPr id="10" name="Group 9">
            <a:extLst>
              <a:ext uri="{FF2B5EF4-FFF2-40B4-BE49-F238E27FC236}">
                <a16:creationId xmlns:a16="http://schemas.microsoft.com/office/drawing/2014/main" id="{54DD28F3-6175-4294-92B9-E79C78C0A110}"/>
              </a:ext>
            </a:extLst>
          </p:cNvPr>
          <p:cNvGrpSpPr/>
          <p:nvPr/>
        </p:nvGrpSpPr>
        <p:grpSpPr>
          <a:xfrm>
            <a:off x="8167138" y="4481704"/>
            <a:ext cx="1836000" cy="1200150"/>
            <a:chOff x="7169945" y="4338819"/>
            <a:chExt cx="2052637" cy="1200150"/>
          </a:xfrm>
          <a:solidFill>
            <a:schemeClr val="bg1">
              <a:lumMod val="95000"/>
            </a:schemeClr>
          </a:solidFill>
          <a:effectLst>
            <a:outerShdw blurRad="50800" dist="76200" dir="2700000" algn="tl" rotWithShape="0">
              <a:prstClr val="black">
                <a:alpha val="40000"/>
              </a:prstClr>
            </a:outerShdw>
          </a:effectLst>
        </p:grpSpPr>
        <p:sp>
          <p:nvSpPr>
            <p:cNvPr id="11" name="TextBox 8">
              <a:extLst>
                <a:ext uri="{FF2B5EF4-FFF2-40B4-BE49-F238E27FC236}">
                  <a16:creationId xmlns:a16="http://schemas.microsoft.com/office/drawing/2014/main" id="{F1C86DD2-1032-40CB-AC3C-E61C3255150D}"/>
                </a:ext>
              </a:extLst>
            </p:cNvPr>
            <p:cNvSpPr txBox="1">
              <a:spLocks noChangeArrowheads="1"/>
            </p:cNvSpPr>
            <p:nvPr/>
          </p:nvSpPr>
          <p:spPr bwMode="auto">
            <a:xfrm>
              <a:off x="7169945" y="4338819"/>
              <a:ext cx="2052637" cy="1200150"/>
            </a:xfrm>
            <a:prstGeom prst="roundRect">
              <a:avLst>
                <a:gd name="adj" fmla="val 8334"/>
              </a:avLst>
            </a:prstGeom>
            <a:grpFill/>
            <a:ln w="9525">
              <a:solidFill>
                <a:schemeClr val="bg1">
                  <a:lumMod val="95000"/>
                </a:schemeClr>
              </a:solidFill>
              <a:miter lim="800000"/>
              <a:headEnd/>
              <a:tailEnd/>
            </a:ln>
          </p:spPr>
          <p:txBody>
            <a:bodyP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Network</a:t>
              </a: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p:txBody>
        </p:sp>
        <p:sp>
          <p:nvSpPr>
            <p:cNvPr id="12" name="TextBox 11">
              <a:extLst>
                <a:ext uri="{FF2B5EF4-FFF2-40B4-BE49-F238E27FC236}">
                  <a16:creationId xmlns:a16="http://schemas.microsoft.com/office/drawing/2014/main" id="{43657D05-C1CF-4D4C-B1A8-A32535F88085}"/>
                </a:ext>
              </a:extLst>
            </p:cNvPr>
            <p:cNvSpPr txBox="1">
              <a:spLocks noChangeArrowheads="1"/>
            </p:cNvSpPr>
            <p:nvPr/>
          </p:nvSpPr>
          <p:spPr bwMode="auto">
            <a:xfrm>
              <a:off x="7355682" y="4757918"/>
              <a:ext cx="1728788" cy="288000"/>
            </a:xfrm>
            <a:prstGeom prst="roundRect">
              <a:avLst/>
            </a:prstGeom>
            <a:grpFill/>
            <a:ln w="9525">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Network Protocols</a:t>
              </a:r>
            </a:p>
          </p:txBody>
        </p:sp>
        <p:sp>
          <p:nvSpPr>
            <p:cNvPr id="13" name="TextBox 12">
              <a:extLst>
                <a:ext uri="{FF2B5EF4-FFF2-40B4-BE49-F238E27FC236}">
                  <a16:creationId xmlns:a16="http://schemas.microsoft.com/office/drawing/2014/main" id="{EB0500B6-E192-4841-84F3-6BC63ECA2BF5}"/>
                </a:ext>
              </a:extLst>
            </p:cNvPr>
            <p:cNvSpPr txBox="1">
              <a:spLocks noChangeArrowheads="1"/>
            </p:cNvSpPr>
            <p:nvPr/>
          </p:nvSpPr>
          <p:spPr bwMode="auto">
            <a:xfrm>
              <a:off x="7360445" y="5124631"/>
              <a:ext cx="1728787" cy="288000"/>
            </a:xfrm>
            <a:prstGeom prst="roundRect">
              <a:avLst/>
            </a:prstGeom>
            <a:grpFill/>
            <a:ln w="9525">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a:solidFill>
                    <a:schemeClr val="bg1"/>
                  </a:solidFill>
                  <a:latin typeface="+mn-lt"/>
                </a:rPr>
                <a:t>Hardware driver</a:t>
              </a:r>
            </a:p>
          </p:txBody>
        </p:sp>
      </p:grpSp>
      <p:grpSp>
        <p:nvGrpSpPr>
          <p:cNvPr id="14" name="Group 13">
            <a:extLst>
              <a:ext uri="{FF2B5EF4-FFF2-40B4-BE49-F238E27FC236}">
                <a16:creationId xmlns:a16="http://schemas.microsoft.com/office/drawing/2014/main" id="{008795E8-F474-4B70-AC67-CE80602E94CB}"/>
              </a:ext>
            </a:extLst>
          </p:cNvPr>
          <p:cNvGrpSpPr/>
          <p:nvPr/>
        </p:nvGrpSpPr>
        <p:grpSpPr>
          <a:xfrm>
            <a:off x="6022199" y="2940470"/>
            <a:ext cx="1836000" cy="1200329"/>
            <a:chOff x="4550569" y="2838450"/>
            <a:chExt cx="2052000" cy="1200329"/>
          </a:xfrm>
          <a:effectLst>
            <a:outerShdw blurRad="50800" dist="76200" dir="2700000" algn="tl" rotWithShape="0">
              <a:prstClr val="black">
                <a:alpha val="40000"/>
              </a:prstClr>
            </a:outerShdw>
          </a:effectLst>
        </p:grpSpPr>
        <p:sp>
          <p:nvSpPr>
            <p:cNvPr id="15" name="TextBox 5">
              <a:extLst>
                <a:ext uri="{FF2B5EF4-FFF2-40B4-BE49-F238E27FC236}">
                  <a16:creationId xmlns:a16="http://schemas.microsoft.com/office/drawing/2014/main" id="{E60FBA3D-5BE7-4744-A574-EED3D4A28188}"/>
                </a:ext>
              </a:extLst>
            </p:cNvPr>
            <p:cNvSpPr txBox="1">
              <a:spLocks noChangeArrowheads="1"/>
            </p:cNvSpPr>
            <p:nvPr/>
          </p:nvSpPr>
          <p:spPr bwMode="auto">
            <a:xfrm>
              <a:off x="4550569" y="2838450"/>
              <a:ext cx="2052000" cy="1200329"/>
            </a:xfrm>
            <a:prstGeom prst="roundRect">
              <a:avLst>
                <a:gd name="adj" fmla="val 8335"/>
              </a:avLst>
            </a:prstGeom>
            <a:solidFill>
              <a:srgbClr val="FFC000"/>
            </a:solidFill>
            <a:ln w="9525">
              <a:solidFill>
                <a:schemeClr val="tx1"/>
              </a:solidFill>
              <a:miter lim="800000"/>
              <a:headEnd/>
              <a:tailEnd/>
            </a:ln>
          </p:spPr>
          <p:txBody>
            <a:bodyPr wrap="none">
              <a:noAutofit/>
            </a:bodyPr>
            <a:lstStyle>
              <a:defPPr>
                <a:defRPr lang="en-US"/>
              </a:defPPr>
              <a:lvl1pPr algn="ctr">
                <a:defRPr>
                  <a:solidFill>
                    <a:schemeClr val="bg1"/>
                  </a:solidFill>
                  <a:ea typeface="ＭＳ Ｐゴシック" charset="0"/>
                  <a:cs typeface="ＭＳ Ｐゴシック" charset="0"/>
                </a:defRPr>
              </a:lvl1pPr>
              <a:lvl2pPr marL="37931725" indent="-37474525" eaLnBrk="0" hangingPunct="0">
                <a:defRPr sz="2400">
                  <a:latin typeface="Tahoma" charset="0"/>
                  <a:ea typeface="ＭＳ Ｐゴシック" charset="0"/>
                </a:defRPr>
              </a:lvl2pPr>
              <a:lvl3pPr eaLnBrk="0" hangingPunct="0">
                <a:defRPr sz="2400">
                  <a:latin typeface="Tahoma" charset="0"/>
                  <a:ea typeface="ＭＳ Ｐゴシック" charset="0"/>
                </a:defRPr>
              </a:lvl3pPr>
              <a:lvl4pPr eaLnBrk="0" hangingPunct="0">
                <a:defRPr sz="2400">
                  <a:latin typeface="Tahoma" charset="0"/>
                  <a:ea typeface="ＭＳ Ｐゴシック" charset="0"/>
                </a:defRPr>
              </a:lvl4pPr>
              <a:lvl5pPr eaLnBrk="0" hangingPunct="0">
                <a:defRPr sz="2400">
                  <a:latin typeface="Tahoma" charset="0"/>
                  <a:ea typeface="ＭＳ Ｐゴシック" charset="0"/>
                </a:defRPr>
              </a:lvl5pPr>
              <a:lvl6pPr marL="457200" eaLnBrk="0" fontAlgn="base" hangingPunct="0">
                <a:spcBef>
                  <a:spcPct val="0"/>
                </a:spcBef>
                <a:spcAft>
                  <a:spcPct val="0"/>
                </a:spcAft>
                <a:defRPr sz="2400">
                  <a:latin typeface="Tahoma" charset="0"/>
                  <a:ea typeface="ＭＳ Ｐゴシック" charset="0"/>
                </a:defRPr>
              </a:lvl6pPr>
              <a:lvl7pPr marL="914400" eaLnBrk="0" fontAlgn="base" hangingPunct="0">
                <a:spcBef>
                  <a:spcPct val="0"/>
                </a:spcBef>
                <a:spcAft>
                  <a:spcPct val="0"/>
                </a:spcAft>
                <a:defRPr sz="2400">
                  <a:latin typeface="Tahoma" charset="0"/>
                  <a:ea typeface="ＭＳ Ｐゴシック" charset="0"/>
                </a:defRPr>
              </a:lvl7pPr>
              <a:lvl8pPr marL="1371600" eaLnBrk="0" fontAlgn="base" hangingPunct="0">
                <a:spcBef>
                  <a:spcPct val="0"/>
                </a:spcBef>
                <a:spcAft>
                  <a:spcPct val="0"/>
                </a:spcAft>
                <a:defRPr sz="2400">
                  <a:latin typeface="Tahoma" charset="0"/>
                  <a:ea typeface="ＭＳ Ｐゴシック" charset="0"/>
                </a:defRPr>
              </a:lvl8pPr>
              <a:lvl9pPr marL="1828800" eaLnBrk="0" fontAlgn="base" hangingPunct="0">
                <a:spcBef>
                  <a:spcPct val="0"/>
                </a:spcBef>
                <a:spcAft>
                  <a:spcPct val="0"/>
                </a:spcAft>
                <a:defRPr sz="2400">
                  <a:latin typeface="Tahoma" charset="0"/>
                  <a:ea typeface="ＭＳ Ｐゴシック" charset="0"/>
                </a:defRPr>
              </a:lvl9pPr>
            </a:lstStyle>
            <a:p>
              <a:r>
                <a:rPr lang="en-US" dirty="0"/>
                <a:t>Virtual File System</a:t>
              </a:r>
            </a:p>
            <a:p>
              <a:endParaRPr lang="en-US" dirty="0"/>
            </a:p>
            <a:p>
              <a:endParaRPr lang="en-US" dirty="0"/>
            </a:p>
            <a:p>
              <a:endParaRPr lang="en-US" dirty="0"/>
            </a:p>
          </p:txBody>
        </p:sp>
        <p:sp>
          <p:nvSpPr>
            <p:cNvPr id="16" name="TextBox 13">
              <a:extLst>
                <a:ext uri="{FF2B5EF4-FFF2-40B4-BE49-F238E27FC236}">
                  <a16:creationId xmlns:a16="http://schemas.microsoft.com/office/drawing/2014/main" id="{D63EB4CC-3131-4401-9598-401F2094283F}"/>
                </a:ext>
              </a:extLst>
            </p:cNvPr>
            <p:cNvSpPr txBox="1">
              <a:spLocks noChangeArrowheads="1"/>
            </p:cNvSpPr>
            <p:nvPr/>
          </p:nvSpPr>
          <p:spPr bwMode="auto">
            <a:xfrm>
              <a:off x="4698208" y="3235324"/>
              <a:ext cx="1728000" cy="288000"/>
            </a:xfrm>
            <a:prstGeom prst="roundRect">
              <a:avLst/>
            </a:prstGeom>
            <a:solidFill>
              <a:srgbClr val="FFC000"/>
            </a:solidFill>
            <a:ln w="9525">
              <a:solidFill>
                <a:schemeClr val="tx1"/>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Logical File System</a:t>
              </a:r>
            </a:p>
          </p:txBody>
        </p:sp>
        <p:sp>
          <p:nvSpPr>
            <p:cNvPr id="17" name="TextBox 14">
              <a:extLst>
                <a:ext uri="{FF2B5EF4-FFF2-40B4-BE49-F238E27FC236}">
                  <a16:creationId xmlns:a16="http://schemas.microsoft.com/office/drawing/2014/main" id="{86B25B4D-0D61-401D-BFEB-9AF9D93D00E0}"/>
                </a:ext>
              </a:extLst>
            </p:cNvPr>
            <p:cNvSpPr txBox="1">
              <a:spLocks noChangeArrowheads="1"/>
            </p:cNvSpPr>
            <p:nvPr/>
          </p:nvSpPr>
          <p:spPr bwMode="auto">
            <a:xfrm>
              <a:off x="4702970" y="3602037"/>
              <a:ext cx="1728788" cy="288000"/>
            </a:xfrm>
            <a:prstGeom prst="roundRect">
              <a:avLst/>
            </a:prstGeom>
            <a:solidFill>
              <a:srgbClr val="C00000"/>
            </a:solidFill>
            <a:ln w="9525">
              <a:solidFill>
                <a:schemeClr val="tx1"/>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a:solidFill>
                    <a:schemeClr val="bg1"/>
                  </a:solidFill>
                  <a:latin typeface="+mn-lt"/>
                </a:rPr>
                <a:t>Hardware Drivers</a:t>
              </a:r>
            </a:p>
          </p:txBody>
        </p:sp>
      </p:grpSp>
      <p:grpSp>
        <p:nvGrpSpPr>
          <p:cNvPr id="18" name="Group 17">
            <a:extLst>
              <a:ext uri="{FF2B5EF4-FFF2-40B4-BE49-F238E27FC236}">
                <a16:creationId xmlns:a16="http://schemas.microsoft.com/office/drawing/2014/main" id="{6691BD63-AD24-4137-80AA-B5D5B8E47805}"/>
              </a:ext>
            </a:extLst>
          </p:cNvPr>
          <p:cNvGrpSpPr/>
          <p:nvPr/>
        </p:nvGrpSpPr>
        <p:grpSpPr>
          <a:xfrm>
            <a:off x="8167138" y="2940470"/>
            <a:ext cx="1836000" cy="1200329"/>
            <a:chOff x="7140939" y="1486096"/>
            <a:chExt cx="1836000" cy="1200329"/>
          </a:xfrm>
          <a:solidFill>
            <a:schemeClr val="bg1">
              <a:lumMod val="95000"/>
            </a:schemeClr>
          </a:solidFill>
          <a:effectLst>
            <a:outerShdw blurRad="50800" dist="76200" dir="2700000" algn="tl" rotWithShape="0">
              <a:prstClr val="black">
                <a:alpha val="40000"/>
              </a:prstClr>
            </a:outerShdw>
          </a:effectLst>
        </p:grpSpPr>
        <p:sp>
          <p:nvSpPr>
            <p:cNvPr id="19" name="TextBox 4">
              <a:extLst>
                <a:ext uri="{FF2B5EF4-FFF2-40B4-BE49-F238E27FC236}">
                  <a16:creationId xmlns:a16="http://schemas.microsoft.com/office/drawing/2014/main" id="{FB9ABB87-3270-4B73-B19F-AC33B3C8E518}"/>
                </a:ext>
              </a:extLst>
            </p:cNvPr>
            <p:cNvSpPr txBox="1">
              <a:spLocks noChangeArrowheads="1"/>
            </p:cNvSpPr>
            <p:nvPr/>
          </p:nvSpPr>
          <p:spPr bwMode="auto">
            <a:xfrm>
              <a:off x="7140939" y="1486096"/>
              <a:ext cx="1836000" cy="1200329"/>
            </a:xfrm>
            <a:prstGeom prst="roundRect">
              <a:avLst>
                <a:gd name="adj" fmla="val 7145"/>
              </a:avLst>
            </a:prstGeom>
            <a:grpFill/>
            <a:ln w="9525">
              <a:solidFill>
                <a:schemeClr val="bg1">
                  <a:lumMod val="95000"/>
                </a:schemeClr>
              </a:solidFill>
              <a:miter lim="800000"/>
              <a:headEnd/>
              <a:tailEnd/>
            </a:ln>
          </p:spPr>
          <p:txBody>
            <a:bodyPr wrap="none">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Process Scheduler</a:t>
              </a:r>
            </a:p>
          </p:txBody>
        </p:sp>
        <p:sp>
          <p:nvSpPr>
            <p:cNvPr id="20" name="TextBox 9">
              <a:extLst>
                <a:ext uri="{FF2B5EF4-FFF2-40B4-BE49-F238E27FC236}">
                  <a16:creationId xmlns:a16="http://schemas.microsoft.com/office/drawing/2014/main" id="{39D75D20-62AB-414B-9630-3BA321F8C8EA}"/>
                </a:ext>
              </a:extLst>
            </p:cNvPr>
            <p:cNvSpPr txBox="1">
              <a:spLocks noChangeArrowheads="1"/>
            </p:cNvSpPr>
            <p:nvPr/>
          </p:nvSpPr>
          <p:spPr bwMode="auto">
            <a:xfrm>
              <a:off x="7279480" y="1843274"/>
              <a:ext cx="1548000" cy="288000"/>
            </a:xfrm>
            <a:prstGeom prst="roundRect">
              <a:avLst/>
            </a:prstGeom>
            <a:grpFill/>
            <a:ln w="9525">
              <a:solidFill>
                <a:schemeClr val="bg1">
                  <a:lumMod val="95000"/>
                </a:schemeClr>
              </a:solidFill>
              <a:miter lim="800000"/>
              <a:headEnd/>
              <a:tailEnd/>
            </a:ln>
          </p:spPr>
          <p:txBody>
            <a:bodyPr wrap="none"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independent</a:t>
              </a:r>
            </a:p>
          </p:txBody>
        </p:sp>
        <p:sp>
          <p:nvSpPr>
            <p:cNvPr id="21" name="TextBox 10">
              <a:extLst>
                <a:ext uri="{FF2B5EF4-FFF2-40B4-BE49-F238E27FC236}">
                  <a16:creationId xmlns:a16="http://schemas.microsoft.com/office/drawing/2014/main" id="{9328F22C-3050-497A-A7A5-0DE5F9E8C4CE}"/>
                </a:ext>
              </a:extLst>
            </p:cNvPr>
            <p:cNvSpPr txBox="1">
              <a:spLocks noChangeArrowheads="1"/>
            </p:cNvSpPr>
            <p:nvPr/>
          </p:nvSpPr>
          <p:spPr bwMode="auto">
            <a:xfrm>
              <a:off x="7298530" y="2290957"/>
              <a:ext cx="1548000" cy="288000"/>
            </a:xfrm>
            <a:prstGeom prst="roundRect">
              <a:avLst/>
            </a:prstGeom>
            <a:grpFill/>
            <a:ln w="9525">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dependent</a:t>
              </a:r>
            </a:p>
          </p:txBody>
        </p:sp>
      </p:grpSp>
      <p:cxnSp>
        <p:nvCxnSpPr>
          <p:cNvPr id="22" name="Straight Arrow Connector 21">
            <a:extLst>
              <a:ext uri="{FF2B5EF4-FFF2-40B4-BE49-F238E27FC236}">
                <a16:creationId xmlns:a16="http://schemas.microsoft.com/office/drawing/2014/main" id="{6E3748FB-3C68-4329-A549-D1103A67F37C}"/>
              </a:ext>
            </a:extLst>
          </p:cNvPr>
          <p:cNvCxnSpPr>
            <a:stCxn id="7" idx="2"/>
            <a:endCxn id="19" idx="0"/>
          </p:cNvCxnSpPr>
          <p:nvPr/>
        </p:nvCxnSpPr>
        <p:spPr>
          <a:xfrm>
            <a:off x="9085138" y="2600702"/>
            <a:ext cx="0" cy="339768"/>
          </a:xfrm>
          <a:prstGeom prst="straightConnector1">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07246776-80F9-4B82-9892-62A8CC9C4D4F}"/>
              </a:ext>
            </a:extLst>
          </p:cNvPr>
          <p:cNvCxnSpPr>
            <a:stCxn id="19" idx="2"/>
            <a:endCxn id="11" idx="0"/>
          </p:cNvCxnSpPr>
          <p:nvPr/>
        </p:nvCxnSpPr>
        <p:spPr>
          <a:xfrm>
            <a:off x="9085138" y="4140799"/>
            <a:ext cx="0" cy="340905"/>
          </a:xfrm>
          <a:prstGeom prst="straightConnector1">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706E5766-869A-4791-9EC9-E2367897219E}"/>
              </a:ext>
            </a:extLst>
          </p:cNvPr>
          <p:cNvCxnSpPr>
            <a:stCxn id="19" idx="1"/>
          </p:cNvCxnSpPr>
          <p:nvPr/>
        </p:nvCxnSpPr>
        <p:spPr>
          <a:xfrm flipH="1" flipV="1">
            <a:off x="7858199" y="3540634"/>
            <a:ext cx="308939" cy="1"/>
          </a:xfrm>
          <a:prstGeom prst="straightConnector1">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36DD3BA9-C10A-42B2-A6DE-C7A7BE6D11EE}"/>
              </a:ext>
            </a:extLst>
          </p:cNvPr>
          <p:cNvCxnSpPr>
            <a:stCxn id="19" idx="3"/>
            <a:endCxn id="5" idx="1"/>
          </p:cNvCxnSpPr>
          <p:nvPr/>
        </p:nvCxnSpPr>
        <p:spPr>
          <a:xfrm>
            <a:off x="10003138" y="3540635"/>
            <a:ext cx="316860" cy="0"/>
          </a:xfrm>
          <a:prstGeom prst="straightConnector1">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6" name="Elbow Connector 94">
            <a:extLst>
              <a:ext uri="{FF2B5EF4-FFF2-40B4-BE49-F238E27FC236}">
                <a16:creationId xmlns:a16="http://schemas.microsoft.com/office/drawing/2014/main" id="{A3112CD9-9ED6-4871-9292-0FDCC280FE51}"/>
              </a:ext>
            </a:extLst>
          </p:cNvPr>
          <p:cNvCxnSpPr>
            <a:stCxn id="5" idx="0"/>
            <a:endCxn id="7" idx="3"/>
          </p:cNvCxnSpPr>
          <p:nvPr/>
        </p:nvCxnSpPr>
        <p:spPr>
          <a:xfrm rot="16200000" flipV="1">
            <a:off x="9961277" y="2042400"/>
            <a:ext cx="1216931" cy="1133207"/>
          </a:xfrm>
          <a:prstGeom prst="bentConnector2">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7" name="Elbow Connector 96">
            <a:extLst>
              <a:ext uri="{FF2B5EF4-FFF2-40B4-BE49-F238E27FC236}">
                <a16:creationId xmlns:a16="http://schemas.microsoft.com/office/drawing/2014/main" id="{614EDD6B-82CA-401D-B48B-56F618EAB3A6}"/>
              </a:ext>
            </a:extLst>
          </p:cNvPr>
          <p:cNvCxnSpPr>
            <a:stCxn id="7" idx="1"/>
            <a:endCxn id="15" idx="0"/>
          </p:cNvCxnSpPr>
          <p:nvPr/>
        </p:nvCxnSpPr>
        <p:spPr>
          <a:xfrm rot="10800000" flipV="1">
            <a:off x="6940200" y="2000538"/>
            <a:ext cx="1226939" cy="939932"/>
          </a:xfrm>
          <a:prstGeom prst="bentConnector2">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8" name="Elbow Connector 98">
            <a:extLst>
              <a:ext uri="{FF2B5EF4-FFF2-40B4-BE49-F238E27FC236}">
                <a16:creationId xmlns:a16="http://schemas.microsoft.com/office/drawing/2014/main" id="{F0E2FC36-5A61-4F06-9E69-B7763D7F9E0F}"/>
              </a:ext>
            </a:extLst>
          </p:cNvPr>
          <p:cNvCxnSpPr>
            <a:stCxn id="11" idx="1"/>
            <a:endCxn id="15" idx="2"/>
          </p:cNvCxnSpPr>
          <p:nvPr/>
        </p:nvCxnSpPr>
        <p:spPr>
          <a:xfrm rot="10800000">
            <a:off x="6940200" y="4140799"/>
            <a:ext cx="1226939" cy="940980"/>
          </a:xfrm>
          <a:prstGeom prst="bentConnector2">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798711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Virtual File System</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6" y="1639888"/>
            <a:ext cx="5132820" cy="4086225"/>
          </a:xfrm>
        </p:spPr>
        <p:txBody>
          <a:bodyPr wrap="square" numCol="1" anchor="t" anchorCtr="0" compatLnSpc="1">
            <a:prstTxWarp prst="textNoShape">
              <a:avLst/>
            </a:prstTxWarp>
          </a:bodyPr>
          <a:lstStyle/>
          <a:p>
            <a:r>
              <a:rPr lang="en-US" dirty="0"/>
              <a:t>It is responsible for handling:</a:t>
            </a:r>
            <a:endParaRPr lang="en-US" altLang="en-US" dirty="0">
              <a:ea typeface="ＭＳ Ｐゴシック" panose="020B0600070205080204" pitchFamily="34" charset="-128"/>
            </a:endParaRPr>
          </a:p>
          <a:p>
            <a:pPr lvl="1"/>
            <a:r>
              <a:rPr lang="en-US" dirty="0">
                <a:solidFill>
                  <a:srgbClr val="128CAB"/>
                </a:solidFill>
              </a:rPr>
              <a:t>Performance</a:t>
            </a:r>
            <a:r>
              <a:rPr lang="en-US" dirty="0"/>
              <a:t>: it provides high-speed access to files</a:t>
            </a:r>
          </a:p>
          <a:p>
            <a:pPr lvl="1"/>
            <a:r>
              <a:rPr lang="en-US" dirty="0">
                <a:solidFill>
                  <a:srgbClr val="128CAB"/>
                </a:solidFill>
              </a:rPr>
              <a:t>Safety</a:t>
            </a:r>
            <a:r>
              <a:rPr lang="en-US" dirty="0"/>
              <a:t>: it enforces policies to not lose or corrupt data</a:t>
            </a:r>
          </a:p>
          <a:p>
            <a:pPr lvl="1"/>
            <a:r>
              <a:rPr lang="en-US" dirty="0">
                <a:solidFill>
                  <a:srgbClr val="128CAB"/>
                </a:solidFill>
              </a:rPr>
              <a:t>Security</a:t>
            </a:r>
            <a:r>
              <a:rPr lang="en-US" dirty="0"/>
              <a:t>: it enforces policies to grant access to files only to allowed users, and it restricts user total file size with quotas.</a:t>
            </a:r>
            <a:endParaRPr lang="en-US" altLang="en-US" dirty="0">
              <a:ea typeface="ＭＳ Ｐゴシック" panose="020B0600070205080204" pitchFamily="34" charset="-128"/>
            </a:endParaRPr>
          </a:p>
        </p:txBody>
      </p:sp>
      <p:sp>
        <p:nvSpPr>
          <p:cNvPr id="5" name="TextBox 7">
            <a:extLst>
              <a:ext uri="{FF2B5EF4-FFF2-40B4-BE49-F238E27FC236}">
                <a16:creationId xmlns:a16="http://schemas.microsoft.com/office/drawing/2014/main" id="{E9DB1B55-DDAE-49F1-B154-E281F574BEA3}"/>
              </a:ext>
            </a:extLst>
          </p:cNvPr>
          <p:cNvSpPr txBox="1">
            <a:spLocks noChangeArrowheads="1"/>
          </p:cNvSpPr>
          <p:nvPr/>
        </p:nvSpPr>
        <p:spPr bwMode="auto">
          <a:xfrm>
            <a:off x="10319998" y="3217469"/>
            <a:ext cx="1632694" cy="646331"/>
          </a:xfrm>
          <a:prstGeom prst="roundRect">
            <a:avLst>
              <a:gd name="adj" fmla="val 10035"/>
            </a:avLst>
          </a:prstGeom>
          <a:solidFill>
            <a:schemeClr val="bg1">
              <a:lumMod val="95000"/>
            </a:schemeClr>
          </a:solidFill>
          <a:ln w="9525">
            <a:solidFill>
              <a:schemeClr val="bg1">
                <a:lumMod val="95000"/>
              </a:schemeClr>
            </a:solidFill>
            <a:miter lim="800000"/>
            <a:headEnd/>
            <a:tailEnd/>
          </a:ln>
          <a:effectLst>
            <a:outerShdw blurRad="50800" dist="76200" dir="2700000" algn="tl" rotWithShape="0">
              <a:prstClr val="black">
                <a:alpha val="40000"/>
              </a:prstClr>
            </a:outerShdw>
          </a:effectLst>
        </p:spPr>
        <p:txBody>
          <a:bodyPr wrap="none">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Inter-Process</a:t>
            </a:r>
          </a:p>
          <a:p>
            <a:pPr algn="ctr" eaLnBrk="1" hangingPunct="1"/>
            <a:r>
              <a:rPr lang="en-US" sz="1800" dirty="0">
                <a:solidFill>
                  <a:schemeClr val="bg1"/>
                </a:solidFill>
                <a:latin typeface="+mn-lt"/>
              </a:rPr>
              <a:t>Communication</a:t>
            </a:r>
          </a:p>
        </p:txBody>
      </p:sp>
      <p:grpSp>
        <p:nvGrpSpPr>
          <p:cNvPr id="6" name="Group 5">
            <a:extLst>
              <a:ext uri="{FF2B5EF4-FFF2-40B4-BE49-F238E27FC236}">
                <a16:creationId xmlns:a16="http://schemas.microsoft.com/office/drawing/2014/main" id="{E93B481C-8258-4E33-8E53-C0B7F593E252}"/>
              </a:ext>
            </a:extLst>
          </p:cNvPr>
          <p:cNvGrpSpPr/>
          <p:nvPr/>
        </p:nvGrpSpPr>
        <p:grpSpPr>
          <a:xfrm>
            <a:off x="8167138" y="1400373"/>
            <a:ext cx="1836000" cy="1200329"/>
            <a:chOff x="7140939" y="1486096"/>
            <a:chExt cx="1836000" cy="1200329"/>
          </a:xfrm>
          <a:solidFill>
            <a:schemeClr val="bg1">
              <a:lumMod val="95000"/>
            </a:schemeClr>
          </a:solidFill>
          <a:effectLst>
            <a:outerShdw blurRad="50800" dist="76200" dir="2700000" algn="tl" rotWithShape="0">
              <a:prstClr val="black">
                <a:alpha val="40000"/>
              </a:prstClr>
            </a:outerShdw>
          </a:effectLst>
        </p:grpSpPr>
        <p:sp>
          <p:nvSpPr>
            <p:cNvPr id="7" name="TextBox 4">
              <a:extLst>
                <a:ext uri="{FF2B5EF4-FFF2-40B4-BE49-F238E27FC236}">
                  <a16:creationId xmlns:a16="http://schemas.microsoft.com/office/drawing/2014/main" id="{D22C6226-D128-4498-BDDF-5D48151C9F42}"/>
                </a:ext>
              </a:extLst>
            </p:cNvPr>
            <p:cNvSpPr txBox="1">
              <a:spLocks noChangeArrowheads="1"/>
            </p:cNvSpPr>
            <p:nvPr/>
          </p:nvSpPr>
          <p:spPr bwMode="auto">
            <a:xfrm>
              <a:off x="7140939" y="1486096"/>
              <a:ext cx="1836000" cy="1200329"/>
            </a:xfrm>
            <a:prstGeom prst="roundRect">
              <a:avLst>
                <a:gd name="adj" fmla="val 7145"/>
              </a:avLst>
            </a:prstGeom>
            <a:grpFill/>
            <a:ln w="0">
              <a:solidFill>
                <a:schemeClr val="bg1">
                  <a:lumMod val="95000"/>
                </a:schemeClr>
              </a:solidFill>
              <a:miter lim="800000"/>
              <a:headEnd/>
              <a:tailEnd/>
            </a:ln>
          </p:spPr>
          <p:txBody>
            <a:bodyPr wrap="none">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Memory Manager</a:t>
              </a: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p:txBody>
        </p:sp>
        <p:sp>
          <p:nvSpPr>
            <p:cNvPr id="8" name="TextBox 9">
              <a:extLst>
                <a:ext uri="{FF2B5EF4-FFF2-40B4-BE49-F238E27FC236}">
                  <a16:creationId xmlns:a16="http://schemas.microsoft.com/office/drawing/2014/main" id="{1D4FEF18-40F2-460E-BAC2-19FD8AA305C8}"/>
                </a:ext>
              </a:extLst>
            </p:cNvPr>
            <p:cNvSpPr txBox="1">
              <a:spLocks noChangeArrowheads="1"/>
            </p:cNvSpPr>
            <p:nvPr/>
          </p:nvSpPr>
          <p:spPr bwMode="auto">
            <a:xfrm>
              <a:off x="7279480" y="1843274"/>
              <a:ext cx="1548000" cy="288000"/>
            </a:xfrm>
            <a:prstGeom prst="roundRect">
              <a:avLst/>
            </a:prstGeom>
            <a:grpFill/>
            <a:ln w="0">
              <a:solidFill>
                <a:schemeClr val="bg1">
                  <a:lumMod val="95000"/>
                </a:schemeClr>
              </a:solidFill>
              <a:miter lim="800000"/>
              <a:headEnd/>
              <a:tailEnd/>
            </a:ln>
          </p:spPr>
          <p:txBody>
            <a:bodyPr wrap="none"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independent</a:t>
              </a:r>
            </a:p>
          </p:txBody>
        </p:sp>
        <p:sp>
          <p:nvSpPr>
            <p:cNvPr id="9" name="TextBox 10">
              <a:extLst>
                <a:ext uri="{FF2B5EF4-FFF2-40B4-BE49-F238E27FC236}">
                  <a16:creationId xmlns:a16="http://schemas.microsoft.com/office/drawing/2014/main" id="{CAAE2CD0-0B0B-4C81-B1EE-4A53B36F5F42}"/>
                </a:ext>
              </a:extLst>
            </p:cNvPr>
            <p:cNvSpPr txBox="1">
              <a:spLocks noChangeArrowheads="1"/>
            </p:cNvSpPr>
            <p:nvPr/>
          </p:nvSpPr>
          <p:spPr bwMode="auto">
            <a:xfrm>
              <a:off x="7298530" y="2290957"/>
              <a:ext cx="1548000" cy="288000"/>
            </a:xfrm>
            <a:prstGeom prst="roundRect">
              <a:avLst/>
            </a:prstGeom>
            <a:grpFill/>
            <a:ln w="0">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dependent</a:t>
              </a:r>
            </a:p>
          </p:txBody>
        </p:sp>
      </p:grpSp>
      <p:grpSp>
        <p:nvGrpSpPr>
          <p:cNvPr id="10" name="Group 9">
            <a:extLst>
              <a:ext uri="{FF2B5EF4-FFF2-40B4-BE49-F238E27FC236}">
                <a16:creationId xmlns:a16="http://schemas.microsoft.com/office/drawing/2014/main" id="{5949AD03-C6EB-484E-91C7-4F4416F4D819}"/>
              </a:ext>
            </a:extLst>
          </p:cNvPr>
          <p:cNvGrpSpPr/>
          <p:nvPr/>
        </p:nvGrpSpPr>
        <p:grpSpPr>
          <a:xfrm>
            <a:off x="8167138" y="4481704"/>
            <a:ext cx="1836000" cy="1200150"/>
            <a:chOff x="7169945" y="4338819"/>
            <a:chExt cx="2052637" cy="1200150"/>
          </a:xfrm>
          <a:solidFill>
            <a:schemeClr val="bg1">
              <a:lumMod val="95000"/>
            </a:schemeClr>
          </a:solidFill>
          <a:effectLst>
            <a:outerShdw blurRad="50800" dist="76200" dir="2700000" algn="tl" rotWithShape="0">
              <a:prstClr val="black">
                <a:alpha val="40000"/>
              </a:prstClr>
            </a:outerShdw>
          </a:effectLst>
        </p:grpSpPr>
        <p:sp>
          <p:nvSpPr>
            <p:cNvPr id="11" name="TextBox 8">
              <a:extLst>
                <a:ext uri="{FF2B5EF4-FFF2-40B4-BE49-F238E27FC236}">
                  <a16:creationId xmlns:a16="http://schemas.microsoft.com/office/drawing/2014/main" id="{47853C27-1CD7-4F48-B84F-451EC48A5B4E}"/>
                </a:ext>
              </a:extLst>
            </p:cNvPr>
            <p:cNvSpPr txBox="1">
              <a:spLocks noChangeArrowheads="1"/>
            </p:cNvSpPr>
            <p:nvPr/>
          </p:nvSpPr>
          <p:spPr bwMode="auto">
            <a:xfrm>
              <a:off x="7169945" y="4338819"/>
              <a:ext cx="2052637" cy="1200150"/>
            </a:xfrm>
            <a:prstGeom prst="roundRect">
              <a:avLst>
                <a:gd name="adj" fmla="val 8334"/>
              </a:avLst>
            </a:prstGeom>
            <a:grpFill/>
            <a:ln w="9525">
              <a:solidFill>
                <a:schemeClr val="bg1">
                  <a:lumMod val="95000"/>
                </a:schemeClr>
              </a:solidFill>
              <a:miter lim="800000"/>
              <a:headEnd/>
              <a:tailEnd/>
            </a:ln>
          </p:spPr>
          <p:txBody>
            <a:bodyP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Network</a:t>
              </a: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p:txBody>
        </p:sp>
        <p:sp>
          <p:nvSpPr>
            <p:cNvPr id="12" name="TextBox 11">
              <a:extLst>
                <a:ext uri="{FF2B5EF4-FFF2-40B4-BE49-F238E27FC236}">
                  <a16:creationId xmlns:a16="http://schemas.microsoft.com/office/drawing/2014/main" id="{651D255A-C49E-496C-8E6D-A2F52192A671}"/>
                </a:ext>
              </a:extLst>
            </p:cNvPr>
            <p:cNvSpPr txBox="1">
              <a:spLocks noChangeArrowheads="1"/>
            </p:cNvSpPr>
            <p:nvPr/>
          </p:nvSpPr>
          <p:spPr bwMode="auto">
            <a:xfrm>
              <a:off x="7355682" y="4757918"/>
              <a:ext cx="1728788" cy="288000"/>
            </a:xfrm>
            <a:prstGeom prst="roundRect">
              <a:avLst/>
            </a:prstGeom>
            <a:grpFill/>
            <a:ln w="9525">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Network Protocols</a:t>
              </a:r>
            </a:p>
          </p:txBody>
        </p:sp>
        <p:sp>
          <p:nvSpPr>
            <p:cNvPr id="13" name="TextBox 12">
              <a:extLst>
                <a:ext uri="{FF2B5EF4-FFF2-40B4-BE49-F238E27FC236}">
                  <a16:creationId xmlns:a16="http://schemas.microsoft.com/office/drawing/2014/main" id="{3C075D06-400D-469E-8B84-EB9D4813C438}"/>
                </a:ext>
              </a:extLst>
            </p:cNvPr>
            <p:cNvSpPr txBox="1">
              <a:spLocks noChangeArrowheads="1"/>
            </p:cNvSpPr>
            <p:nvPr/>
          </p:nvSpPr>
          <p:spPr bwMode="auto">
            <a:xfrm>
              <a:off x="7360445" y="5124631"/>
              <a:ext cx="1728787" cy="288000"/>
            </a:xfrm>
            <a:prstGeom prst="roundRect">
              <a:avLst/>
            </a:prstGeom>
            <a:grpFill/>
            <a:ln w="9525">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a:solidFill>
                    <a:schemeClr val="bg1"/>
                  </a:solidFill>
                  <a:latin typeface="+mn-lt"/>
                </a:rPr>
                <a:t>Hardware driver</a:t>
              </a:r>
            </a:p>
          </p:txBody>
        </p:sp>
      </p:grpSp>
      <p:grpSp>
        <p:nvGrpSpPr>
          <p:cNvPr id="14" name="Group 13">
            <a:extLst>
              <a:ext uri="{FF2B5EF4-FFF2-40B4-BE49-F238E27FC236}">
                <a16:creationId xmlns:a16="http://schemas.microsoft.com/office/drawing/2014/main" id="{48A601F0-099C-42A8-836E-743D9B3064B9}"/>
              </a:ext>
            </a:extLst>
          </p:cNvPr>
          <p:cNvGrpSpPr/>
          <p:nvPr/>
        </p:nvGrpSpPr>
        <p:grpSpPr>
          <a:xfrm>
            <a:off x="6022199" y="2940470"/>
            <a:ext cx="1836000" cy="1200329"/>
            <a:chOff x="4550569" y="2838450"/>
            <a:chExt cx="2052000" cy="1200329"/>
          </a:xfrm>
          <a:effectLst>
            <a:outerShdw blurRad="50800" dist="76200" dir="2700000" algn="tl" rotWithShape="0">
              <a:prstClr val="black">
                <a:alpha val="40000"/>
              </a:prstClr>
            </a:outerShdw>
          </a:effectLst>
        </p:grpSpPr>
        <p:sp>
          <p:nvSpPr>
            <p:cNvPr id="15" name="TextBox 5">
              <a:extLst>
                <a:ext uri="{FF2B5EF4-FFF2-40B4-BE49-F238E27FC236}">
                  <a16:creationId xmlns:a16="http://schemas.microsoft.com/office/drawing/2014/main" id="{10906D6C-C7FD-435F-82B1-A22F6984B1B3}"/>
                </a:ext>
              </a:extLst>
            </p:cNvPr>
            <p:cNvSpPr txBox="1">
              <a:spLocks noChangeArrowheads="1"/>
            </p:cNvSpPr>
            <p:nvPr/>
          </p:nvSpPr>
          <p:spPr bwMode="auto">
            <a:xfrm>
              <a:off x="4550569" y="2838450"/>
              <a:ext cx="2052000" cy="1200329"/>
            </a:xfrm>
            <a:prstGeom prst="roundRect">
              <a:avLst>
                <a:gd name="adj" fmla="val 8335"/>
              </a:avLst>
            </a:prstGeom>
            <a:solidFill>
              <a:srgbClr val="FFC000"/>
            </a:solidFill>
            <a:ln w="9525">
              <a:solidFill>
                <a:schemeClr val="tx1"/>
              </a:solidFill>
              <a:miter lim="800000"/>
              <a:headEnd/>
              <a:tailEnd/>
            </a:ln>
          </p:spPr>
          <p:txBody>
            <a:bodyPr wrap="none">
              <a:noAutofit/>
            </a:bodyPr>
            <a:lstStyle>
              <a:defPPr>
                <a:defRPr lang="en-US"/>
              </a:defPPr>
              <a:lvl1pPr algn="ctr">
                <a:defRPr>
                  <a:solidFill>
                    <a:schemeClr val="bg1"/>
                  </a:solidFill>
                  <a:ea typeface="ＭＳ Ｐゴシック" charset="0"/>
                  <a:cs typeface="ＭＳ Ｐゴシック" charset="0"/>
                </a:defRPr>
              </a:lvl1pPr>
              <a:lvl2pPr marL="37931725" indent="-37474525" eaLnBrk="0" hangingPunct="0">
                <a:defRPr sz="2400">
                  <a:latin typeface="Tahoma" charset="0"/>
                  <a:ea typeface="ＭＳ Ｐゴシック" charset="0"/>
                </a:defRPr>
              </a:lvl2pPr>
              <a:lvl3pPr eaLnBrk="0" hangingPunct="0">
                <a:defRPr sz="2400">
                  <a:latin typeface="Tahoma" charset="0"/>
                  <a:ea typeface="ＭＳ Ｐゴシック" charset="0"/>
                </a:defRPr>
              </a:lvl3pPr>
              <a:lvl4pPr eaLnBrk="0" hangingPunct="0">
                <a:defRPr sz="2400">
                  <a:latin typeface="Tahoma" charset="0"/>
                  <a:ea typeface="ＭＳ Ｐゴシック" charset="0"/>
                </a:defRPr>
              </a:lvl4pPr>
              <a:lvl5pPr eaLnBrk="0" hangingPunct="0">
                <a:defRPr sz="2400">
                  <a:latin typeface="Tahoma" charset="0"/>
                  <a:ea typeface="ＭＳ Ｐゴシック" charset="0"/>
                </a:defRPr>
              </a:lvl5pPr>
              <a:lvl6pPr marL="457200" eaLnBrk="0" fontAlgn="base" hangingPunct="0">
                <a:spcBef>
                  <a:spcPct val="0"/>
                </a:spcBef>
                <a:spcAft>
                  <a:spcPct val="0"/>
                </a:spcAft>
                <a:defRPr sz="2400">
                  <a:latin typeface="Tahoma" charset="0"/>
                  <a:ea typeface="ＭＳ Ｐゴシック" charset="0"/>
                </a:defRPr>
              </a:lvl6pPr>
              <a:lvl7pPr marL="914400" eaLnBrk="0" fontAlgn="base" hangingPunct="0">
                <a:spcBef>
                  <a:spcPct val="0"/>
                </a:spcBef>
                <a:spcAft>
                  <a:spcPct val="0"/>
                </a:spcAft>
                <a:defRPr sz="2400">
                  <a:latin typeface="Tahoma" charset="0"/>
                  <a:ea typeface="ＭＳ Ｐゴシック" charset="0"/>
                </a:defRPr>
              </a:lvl7pPr>
              <a:lvl8pPr marL="1371600" eaLnBrk="0" fontAlgn="base" hangingPunct="0">
                <a:spcBef>
                  <a:spcPct val="0"/>
                </a:spcBef>
                <a:spcAft>
                  <a:spcPct val="0"/>
                </a:spcAft>
                <a:defRPr sz="2400">
                  <a:latin typeface="Tahoma" charset="0"/>
                  <a:ea typeface="ＭＳ Ｐゴシック" charset="0"/>
                </a:defRPr>
              </a:lvl8pPr>
              <a:lvl9pPr marL="1828800" eaLnBrk="0" fontAlgn="base" hangingPunct="0">
                <a:spcBef>
                  <a:spcPct val="0"/>
                </a:spcBef>
                <a:spcAft>
                  <a:spcPct val="0"/>
                </a:spcAft>
                <a:defRPr sz="2400">
                  <a:latin typeface="Tahoma" charset="0"/>
                  <a:ea typeface="ＭＳ Ｐゴシック" charset="0"/>
                </a:defRPr>
              </a:lvl9pPr>
            </a:lstStyle>
            <a:p>
              <a:r>
                <a:rPr lang="en-US" dirty="0"/>
                <a:t>Virtual File System</a:t>
              </a:r>
            </a:p>
            <a:p>
              <a:endParaRPr lang="en-US" dirty="0"/>
            </a:p>
            <a:p>
              <a:endParaRPr lang="en-US" dirty="0"/>
            </a:p>
            <a:p>
              <a:endParaRPr lang="en-US" dirty="0"/>
            </a:p>
          </p:txBody>
        </p:sp>
        <p:sp>
          <p:nvSpPr>
            <p:cNvPr id="16" name="TextBox 13">
              <a:extLst>
                <a:ext uri="{FF2B5EF4-FFF2-40B4-BE49-F238E27FC236}">
                  <a16:creationId xmlns:a16="http://schemas.microsoft.com/office/drawing/2014/main" id="{9ACB52DF-F496-47F5-9C0B-E94C6B2CA0F1}"/>
                </a:ext>
              </a:extLst>
            </p:cNvPr>
            <p:cNvSpPr txBox="1">
              <a:spLocks noChangeArrowheads="1"/>
            </p:cNvSpPr>
            <p:nvPr/>
          </p:nvSpPr>
          <p:spPr bwMode="auto">
            <a:xfrm>
              <a:off x="4698208" y="3235324"/>
              <a:ext cx="1728000" cy="288000"/>
            </a:xfrm>
            <a:prstGeom prst="roundRect">
              <a:avLst/>
            </a:prstGeom>
            <a:solidFill>
              <a:srgbClr val="FFC000"/>
            </a:solidFill>
            <a:ln w="9525">
              <a:solidFill>
                <a:schemeClr val="tx1"/>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Logical File System</a:t>
              </a:r>
            </a:p>
          </p:txBody>
        </p:sp>
        <p:sp>
          <p:nvSpPr>
            <p:cNvPr id="17" name="TextBox 14">
              <a:extLst>
                <a:ext uri="{FF2B5EF4-FFF2-40B4-BE49-F238E27FC236}">
                  <a16:creationId xmlns:a16="http://schemas.microsoft.com/office/drawing/2014/main" id="{FA2AB206-7CB1-42B6-8696-D35867B81304}"/>
                </a:ext>
              </a:extLst>
            </p:cNvPr>
            <p:cNvSpPr txBox="1">
              <a:spLocks noChangeArrowheads="1"/>
            </p:cNvSpPr>
            <p:nvPr/>
          </p:nvSpPr>
          <p:spPr bwMode="auto">
            <a:xfrm>
              <a:off x="4702970" y="3602037"/>
              <a:ext cx="1728788" cy="288000"/>
            </a:xfrm>
            <a:prstGeom prst="roundRect">
              <a:avLst/>
            </a:prstGeom>
            <a:solidFill>
              <a:srgbClr val="C00000"/>
            </a:solidFill>
            <a:ln w="9525">
              <a:solidFill>
                <a:schemeClr val="tx1"/>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a:solidFill>
                    <a:schemeClr val="bg1"/>
                  </a:solidFill>
                  <a:latin typeface="+mn-lt"/>
                </a:rPr>
                <a:t>Hardware Drivers</a:t>
              </a:r>
            </a:p>
          </p:txBody>
        </p:sp>
      </p:grpSp>
      <p:grpSp>
        <p:nvGrpSpPr>
          <p:cNvPr id="18" name="Group 17">
            <a:extLst>
              <a:ext uri="{FF2B5EF4-FFF2-40B4-BE49-F238E27FC236}">
                <a16:creationId xmlns:a16="http://schemas.microsoft.com/office/drawing/2014/main" id="{D06FDEB2-7458-4B60-A32C-1FCB5AD3403C}"/>
              </a:ext>
            </a:extLst>
          </p:cNvPr>
          <p:cNvGrpSpPr/>
          <p:nvPr/>
        </p:nvGrpSpPr>
        <p:grpSpPr>
          <a:xfrm>
            <a:off x="8167138" y="2940470"/>
            <a:ext cx="1836000" cy="1200329"/>
            <a:chOff x="7140939" y="1486096"/>
            <a:chExt cx="1836000" cy="1200329"/>
          </a:xfrm>
          <a:solidFill>
            <a:schemeClr val="bg1">
              <a:lumMod val="95000"/>
            </a:schemeClr>
          </a:solidFill>
          <a:effectLst>
            <a:outerShdw blurRad="50800" dist="76200" dir="2700000" algn="tl" rotWithShape="0">
              <a:prstClr val="black">
                <a:alpha val="40000"/>
              </a:prstClr>
            </a:outerShdw>
          </a:effectLst>
        </p:grpSpPr>
        <p:sp>
          <p:nvSpPr>
            <p:cNvPr id="19" name="TextBox 4">
              <a:extLst>
                <a:ext uri="{FF2B5EF4-FFF2-40B4-BE49-F238E27FC236}">
                  <a16:creationId xmlns:a16="http://schemas.microsoft.com/office/drawing/2014/main" id="{9CAAEF28-3AB2-46AE-95F4-BEEEF52ECE61}"/>
                </a:ext>
              </a:extLst>
            </p:cNvPr>
            <p:cNvSpPr txBox="1">
              <a:spLocks noChangeArrowheads="1"/>
            </p:cNvSpPr>
            <p:nvPr/>
          </p:nvSpPr>
          <p:spPr bwMode="auto">
            <a:xfrm>
              <a:off x="7140939" y="1486096"/>
              <a:ext cx="1836000" cy="1200329"/>
            </a:xfrm>
            <a:prstGeom prst="roundRect">
              <a:avLst>
                <a:gd name="adj" fmla="val 7145"/>
              </a:avLst>
            </a:prstGeom>
            <a:grpFill/>
            <a:ln w="9525">
              <a:solidFill>
                <a:schemeClr val="bg1">
                  <a:lumMod val="95000"/>
                </a:schemeClr>
              </a:solidFill>
              <a:miter lim="800000"/>
              <a:headEnd/>
              <a:tailEnd/>
            </a:ln>
          </p:spPr>
          <p:txBody>
            <a:bodyPr wrap="none">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Process Scheduler</a:t>
              </a:r>
            </a:p>
          </p:txBody>
        </p:sp>
        <p:sp>
          <p:nvSpPr>
            <p:cNvPr id="20" name="TextBox 9">
              <a:extLst>
                <a:ext uri="{FF2B5EF4-FFF2-40B4-BE49-F238E27FC236}">
                  <a16:creationId xmlns:a16="http://schemas.microsoft.com/office/drawing/2014/main" id="{F010F353-9635-4EF0-AA97-FEE2EB16D1B3}"/>
                </a:ext>
              </a:extLst>
            </p:cNvPr>
            <p:cNvSpPr txBox="1">
              <a:spLocks noChangeArrowheads="1"/>
            </p:cNvSpPr>
            <p:nvPr/>
          </p:nvSpPr>
          <p:spPr bwMode="auto">
            <a:xfrm>
              <a:off x="7279480" y="1843274"/>
              <a:ext cx="1548000" cy="288000"/>
            </a:xfrm>
            <a:prstGeom prst="roundRect">
              <a:avLst/>
            </a:prstGeom>
            <a:grpFill/>
            <a:ln w="9525">
              <a:solidFill>
                <a:schemeClr val="bg1">
                  <a:lumMod val="95000"/>
                </a:schemeClr>
              </a:solidFill>
              <a:miter lim="800000"/>
              <a:headEnd/>
              <a:tailEnd/>
            </a:ln>
          </p:spPr>
          <p:txBody>
            <a:bodyPr wrap="none"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independent</a:t>
              </a:r>
            </a:p>
          </p:txBody>
        </p:sp>
        <p:sp>
          <p:nvSpPr>
            <p:cNvPr id="21" name="TextBox 10">
              <a:extLst>
                <a:ext uri="{FF2B5EF4-FFF2-40B4-BE49-F238E27FC236}">
                  <a16:creationId xmlns:a16="http://schemas.microsoft.com/office/drawing/2014/main" id="{A27D36DD-506E-4431-A042-62F5B2FC0583}"/>
                </a:ext>
              </a:extLst>
            </p:cNvPr>
            <p:cNvSpPr txBox="1">
              <a:spLocks noChangeArrowheads="1"/>
            </p:cNvSpPr>
            <p:nvPr/>
          </p:nvSpPr>
          <p:spPr bwMode="auto">
            <a:xfrm>
              <a:off x="7298530" y="2290957"/>
              <a:ext cx="1548000" cy="288000"/>
            </a:xfrm>
            <a:prstGeom prst="roundRect">
              <a:avLst/>
            </a:prstGeom>
            <a:grpFill/>
            <a:ln w="9525">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dependent</a:t>
              </a:r>
            </a:p>
          </p:txBody>
        </p:sp>
      </p:grpSp>
      <p:cxnSp>
        <p:nvCxnSpPr>
          <p:cNvPr id="22" name="Straight Arrow Connector 21">
            <a:extLst>
              <a:ext uri="{FF2B5EF4-FFF2-40B4-BE49-F238E27FC236}">
                <a16:creationId xmlns:a16="http://schemas.microsoft.com/office/drawing/2014/main" id="{C3217273-3F7E-4AD5-8836-926D1D08840D}"/>
              </a:ext>
            </a:extLst>
          </p:cNvPr>
          <p:cNvCxnSpPr>
            <a:stCxn id="7" idx="2"/>
            <a:endCxn id="19" idx="0"/>
          </p:cNvCxnSpPr>
          <p:nvPr/>
        </p:nvCxnSpPr>
        <p:spPr>
          <a:xfrm>
            <a:off x="9085138" y="2600702"/>
            <a:ext cx="0" cy="339768"/>
          </a:xfrm>
          <a:prstGeom prst="straightConnector1">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D72F68DB-88A9-4D4E-A2E9-E3A99CD2F62B}"/>
              </a:ext>
            </a:extLst>
          </p:cNvPr>
          <p:cNvCxnSpPr>
            <a:stCxn id="19" idx="2"/>
            <a:endCxn id="11" idx="0"/>
          </p:cNvCxnSpPr>
          <p:nvPr/>
        </p:nvCxnSpPr>
        <p:spPr>
          <a:xfrm>
            <a:off x="9085138" y="4140799"/>
            <a:ext cx="0" cy="340905"/>
          </a:xfrm>
          <a:prstGeom prst="straightConnector1">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618C9E07-DCFC-449C-8E0D-2C10D5ADAA5B}"/>
              </a:ext>
            </a:extLst>
          </p:cNvPr>
          <p:cNvCxnSpPr>
            <a:stCxn id="19" idx="1"/>
          </p:cNvCxnSpPr>
          <p:nvPr/>
        </p:nvCxnSpPr>
        <p:spPr>
          <a:xfrm flipH="1" flipV="1">
            <a:off x="7858199" y="3540634"/>
            <a:ext cx="308939" cy="1"/>
          </a:xfrm>
          <a:prstGeom prst="straightConnector1">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7A1228FA-5EFD-4198-86BD-07754A9DB353}"/>
              </a:ext>
            </a:extLst>
          </p:cNvPr>
          <p:cNvCxnSpPr>
            <a:stCxn id="19" idx="3"/>
            <a:endCxn id="5" idx="1"/>
          </p:cNvCxnSpPr>
          <p:nvPr/>
        </p:nvCxnSpPr>
        <p:spPr>
          <a:xfrm>
            <a:off x="10003138" y="3540635"/>
            <a:ext cx="316860" cy="0"/>
          </a:xfrm>
          <a:prstGeom prst="straightConnector1">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6" name="Elbow Connector 94">
            <a:extLst>
              <a:ext uri="{FF2B5EF4-FFF2-40B4-BE49-F238E27FC236}">
                <a16:creationId xmlns:a16="http://schemas.microsoft.com/office/drawing/2014/main" id="{2E70A38C-8386-4192-9992-7A95540228B1}"/>
              </a:ext>
            </a:extLst>
          </p:cNvPr>
          <p:cNvCxnSpPr>
            <a:stCxn id="5" idx="0"/>
            <a:endCxn id="7" idx="3"/>
          </p:cNvCxnSpPr>
          <p:nvPr/>
        </p:nvCxnSpPr>
        <p:spPr>
          <a:xfrm rot="16200000" flipV="1">
            <a:off x="9961277" y="2042400"/>
            <a:ext cx="1216931" cy="1133207"/>
          </a:xfrm>
          <a:prstGeom prst="bentConnector2">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7" name="Elbow Connector 96">
            <a:extLst>
              <a:ext uri="{FF2B5EF4-FFF2-40B4-BE49-F238E27FC236}">
                <a16:creationId xmlns:a16="http://schemas.microsoft.com/office/drawing/2014/main" id="{A52C49AF-EC80-4B54-AA9F-F32DE981EB15}"/>
              </a:ext>
            </a:extLst>
          </p:cNvPr>
          <p:cNvCxnSpPr>
            <a:stCxn id="7" idx="1"/>
            <a:endCxn id="15" idx="0"/>
          </p:cNvCxnSpPr>
          <p:nvPr/>
        </p:nvCxnSpPr>
        <p:spPr>
          <a:xfrm rot="10800000" flipV="1">
            <a:off x="6940200" y="2000538"/>
            <a:ext cx="1226939" cy="939932"/>
          </a:xfrm>
          <a:prstGeom prst="bentConnector2">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8" name="Elbow Connector 98">
            <a:extLst>
              <a:ext uri="{FF2B5EF4-FFF2-40B4-BE49-F238E27FC236}">
                <a16:creationId xmlns:a16="http://schemas.microsoft.com/office/drawing/2014/main" id="{9AF03428-A656-4850-A7C7-768F92130C5A}"/>
              </a:ext>
            </a:extLst>
          </p:cNvPr>
          <p:cNvCxnSpPr>
            <a:stCxn id="11" idx="1"/>
            <a:endCxn id="15" idx="2"/>
          </p:cNvCxnSpPr>
          <p:nvPr/>
        </p:nvCxnSpPr>
        <p:spPr>
          <a:xfrm rot="10800000">
            <a:off x="6940200" y="4140799"/>
            <a:ext cx="1226939" cy="940980"/>
          </a:xfrm>
          <a:prstGeom prst="bentConnector2">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658487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Virtual File System</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18323" y="1660944"/>
            <a:ext cx="5603875" cy="4086225"/>
          </a:xfrm>
        </p:spPr>
        <p:txBody>
          <a:bodyPr wrap="square" numCol="1" anchor="t" anchorCtr="0" compatLnSpc="1">
            <a:prstTxWarp prst="textNoShape">
              <a:avLst/>
            </a:prstTxWarp>
          </a:bodyPr>
          <a:lstStyle/>
          <a:p>
            <a:r>
              <a:rPr lang="en-US" dirty="0"/>
              <a:t>External interface:</a:t>
            </a:r>
            <a:endParaRPr lang="en-US" altLang="en-US" dirty="0">
              <a:ea typeface="ＭＳ Ｐゴシック" panose="020B0600070205080204" pitchFamily="34" charset="-128"/>
            </a:endParaRPr>
          </a:p>
          <a:p>
            <a:pPr marL="398145" lvl="1" indent="-166370"/>
            <a:r>
              <a:rPr lang="en-US" dirty="0">
                <a:solidFill>
                  <a:srgbClr val="128CAB"/>
                </a:solidFill>
                <a:ea typeface="ＭＳ Ｐゴシック"/>
              </a:rPr>
              <a:t>System-call interface</a:t>
            </a:r>
            <a:r>
              <a:rPr lang="en-US" dirty="0">
                <a:ea typeface="ＭＳ Ｐゴシック"/>
              </a:rPr>
              <a:t> based on normal operations on file from the POSIX standard (e.g., open/close/read/write)</a:t>
            </a:r>
            <a:endParaRPr lang="en-US" dirty="0">
              <a:ea typeface="ＭＳ Ｐゴシック"/>
              <a:cs typeface="Calibri"/>
            </a:endParaRPr>
          </a:p>
          <a:p>
            <a:pPr marL="398145" lvl="1" indent="-166370"/>
            <a:r>
              <a:rPr lang="en-US" dirty="0">
                <a:solidFill>
                  <a:srgbClr val="128CAB"/>
                </a:solidFill>
              </a:rPr>
              <a:t>Intra-kernel interface</a:t>
            </a:r>
            <a:r>
              <a:rPr lang="en-US" dirty="0"/>
              <a:t> based on </a:t>
            </a:r>
            <a:r>
              <a:rPr lang="en-US" dirty="0" err="1"/>
              <a:t>inode</a:t>
            </a:r>
            <a:r>
              <a:rPr lang="en-US" dirty="0"/>
              <a:t> interface and file interface</a:t>
            </a:r>
            <a:endParaRPr lang="en-US" altLang="en-US" dirty="0">
              <a:ea typeface="ＭＳ Ｐゴシック" panose="020B0600070205080204" pitchFamily="34" charset="-128"/>
              <a:cs typeface="Calibri"/>
            </a:endParaRPr>
          </a:p>
        </p:txBody>
      </p:sp>
      <p:sp>
        <p:nvSpPr>
          <p:cNvPr id="5" name="TextBox 7">
            <a:extLst>
              <a:ext uri="{FF2B5EF4-FFF2-40B4-BE49-F238E27FC236}">
                <a16:creationId xmlns:a16="http://schemas.microsoft.com/office/drawing/2014/main" id="{ED48017A-445D-4393-BF41-FFC225370E59}"/>
              </a:ext>
            </a:extLst>
          </p:cNvPr>
          <p:cNvSpPr txBox="1">
            <a:spLocks noChangeArrowheads="1"/>
          </p:cNvSpPr>
          <p:nvPr/>
        </p:nvSpPr>
        <p:spPr bwMode="auto">
          <a:xfrm>
            <a:off x="10319998" y="3217469"/>
            <a:ext cx="1632694" cy="646331"/>
          </a:xfrm>
          <a:prstGeom prst="roundRect">
            <a:avLst>
              <a:gd name="adj" fmla="val 10035"/>
            </a:avLst>
          </a:prstGeom>
          <a:solidFill>
            <a:schemeClr val="bg1">
              <a:lumMod val="95000"/>
            </a:schemeClr>
          </a:solidFill>
          <a:ln w="9525">
            <a:solidFill>
              <a:schemeClr val="bg1">
                <a:lumMod val="95000"/>
              </a:schemeClr>
            </a:solidFill>
            <a:miter lim="800000"/>
            <a:headEnd/>
            <a:tailEnd/>
          </a:ln>
          <a:effectLst>
            <a:outerShdw blurRad="50800" dist="76200" dir="2700000" algn="tl" rotWithShape="0">
              <a:prstClr val="black">
                <a:alpha val="40000"/>
              </a:prstClr>
            </a:outerShdw>
          </a:effectLst>
        </p:spPr>
        <p:txBody>
          <a:bodyPr wrap="none">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Inter-Process</a:t>
            </a:r>
          </a:p>
          <a:p>
            <a:pPr algn="ctr" eaLnBrk="1" hangingPunct="1"/>
            <a:r>
              <a:rPr lang="en-US" sz="1800" dirty="0">
                <a:solidFill>
                  <a:schemeClr val="bg1"/>
                </a:solidFill>
                <a:latin typeface="+mn-lt"/>
              </a:rPr>
              <a:t>Communication</a:t>
            </a:r>
          </a:p>
        </p:txBody>
      </p:sp>
      <p:grpSp>
        <p:nvGrpSpPr>
          <p:cNvPr id="6" name="Group 5">
            <a:extLst>
              <a:ext uri="{FF2B5EF4-FFF2-40B4-BE49-F238E27FC236}">
                <a16:creationId xmlns:a16="http://schemas.microsoft.com/office/drawing/2014/main" id="{0968F782-E3F4-473B-97E4-3482953D03CD}"/>
              </a:ext>
            </a:extLst>
          </p:cNvPr>
          <p:cNvGrpSpPr/>
          <p:nvPr/>
        </p:nvGrpSpPr>
        <p:grpSpPr>
          <a:xfrm>
            <a:off x="8167138" y="1400373"/>
            <a:ext cx="1836000" cy="1200329"/>
            <a:chOff x="7140939" y="1486096"/>
            <a:chExt cx="1836000" cy="1200329"/>
          </a:xfrm>
          <a:solidFill>
            <a:schemeClr val="bg1">
              <a:lumMod val="95000"/>
            </a:schemeClr>
          </a:solidFill>
          <a:effectLst>
            <a:outerShdw blurRad="50800" dist="76200" dir="2700000" algn="tl" rotWithShape="0">
              <a:prstClr val="black">
                <a:alpha val="40000"/>
              </a:prstClr>
            </a:outerShdw>
          </a:effectLst>
        </p:grpSpPr>
        <p:sp>
          <p:nvSpPr>
            <p:cNvPr id="7" name="TextBox 4">
              <a:extLst>
                <a:ext uri="{FF2B5EF4-FFF2-40B4-BE49-F238E27FC236}">
                  <a16:creationId xmlns:a16="http://schemas.microsoft.com/office/drawing/2014/main" id="{19716C7B-479F-4467-96A2-5321AA36FEC9}"/>
                </a:ext>
              </a:extLst>
            </p:cNvPr>
            <p:cNvSpPr txBox="1">
              <a:spLocks noChangeArrowheads="1"/>
            </p:cNvSpPr>
            <p:nvPr/>
          </p:nvSpPr>
          <p:spPr bwMode="auto">
            <a:xfrm>
              <a:off x="7140939" y="1486096"/>
              <a:ext cx="1836000" cy="1200329"/>
            </a:xfrm>
            <a:prstGeom prst="roundRect">
              <a:avLst>
                <a:gd name="adj" fmla="val 7145"/>
              </a:avLst>
            </a:prstGeom>
            <a:grpFill/>
            <a:ln w="0">
              <a:solidFill>
                <a:schemeClr val="bg1">
                  <a:lumMod val="95000"/>
                </a:schemeClr>
              </a:solidFill>
              <a:miter lim="800000"/>
              <a:headEnd/>
              <a:tailEnd/>
            </a:ln>
          </p:spPr>
          <p:txBody>
            <a:bodyPr wrap="none">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Memory Manager</a:t>
              </a: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p:txBody>
        </p:sp>
        <p:sp>
          <p:nvSpPr>
            <p:cNvPr id="8" name="TextBox 9">
              <a:extLst>
                <a:ext uri="{FF2B5EF4-FFF2-40B4-BE49-F238E27FC236}">
                  <a16:creationId xmlns:a16="http://schemas.microsoft.com/office/drawing/2014/main" id="{A21B120D-3CAD-4E1B-8A4E-106C475A4AE5}"/>
                </a:ext>
              </a:extLst>
            </p:cNvPr>
            <p:cNvSpPr txBox="1">
              <a:spLocks noChangeArrowheads="1"/>
            </p:cNvSpPr>
            <p:nvPr/>
          </p:nvSpPr>
          <p:spPr bwMode="auto">
            <a:xfrm>
              <a:off x="7279480" y="1843274"/>
              <a:ext cx="1548000" cy="288000"/>
            </a:xfrm>
            <a:prstGeom prst="roundRect">
              <a:avLst/>
            </a:prstGeom>
            <a:grpFill/>
            <a:ln w="0">
              <a:solidFill>
                <a:schemeClr val="bg1">
                  <a:lumMod val="95000"/>
                </a:schemeClr>
              </a:solidFill>
              <a:miter lim="800000"/>
              <a:headEnd/>
              <a:tailEnd/>
            </a:ln>
          </p:spPr>
          <p:txBody>
            <a:bodyPr wrap="none"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independent</a:t>
              </a:r>
            </a:p>
          </p:txBody>
        </p:sp>
        <p:sp>
          <p:nvSpPr>
            <p:cNvPr id="9" name="TextBox 10">
              <a:extLst>
                <a:ext uri="{FF2B5EF4-FFF2-40B4-BE49-F238E27FC236}">
                  <a16:creationId xmlns:a16="http://schemas.microsoft.com/office/drawing/2014/main" id="{9FD0DF1C-4D73-4AEF-A592-ACB71AE3B267}"/>
                </a:ext>
              </a:extLst>
            </p:cNvPr>
            <p:cNvSpPr txBox="1">
              <a:spLocks noChangeArrowheads="1"/>
            </p:cNvSpPr>
            <p:nvPr/>
          </p:nvSpPr>
          <p:spPr bwMode="auto">
            <a:xfrm>
              <a:off x="7298530" y="2290957"/>
              <a:ext cx="1548000" cy="288000"/>
            </a:xfrm>
            <a:prstGeom prst="roundRect">
              <a:avLst/>
            </a:prstGeom>
            <a:grpFill/>
            <a:ln w="0">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dependent</a:t>
              </a:r>
            </a:p>
          </p:txBody>
        </p:sp>
      </p:grpSp>
      <p:grpSp>
        <p:nvGrpSpPr>
          <p:cNvPr id="10" name="Group 9">
            <a:extLst>
              <a:ext uri="{FF2B5EF4-FFF2-40B4-BE49-F238E27FC236}">
                <a16:creationId xmlns:a16="http://schemas.microsoft.com/office/drawing/2014/main" id="{33E7F0BE-30AC-4594-98C4-6EB0E01CAAD1}"/>
              </a:ext>
            </a:extLst>
          </p:cNvPr>
          <p:cNvGrpSpPr/>
          <p:nvPr/>
        </p:nvGrpSpPr>
        <p:grpSpPr>
          <a:xfrm>
            <a:off x="8167138" y="4481704"/>
            <a:ext cx="1836000" cy="1200150"/>
            <a:chOff x="7169945" y="4338819"/>
            <a:chExt cx="2052637" cy="1200150"/>
          </a:xfrm>
          <a:solidFill>
            <a:schemeClr val="bg1">
              <a:lumMod val="95000"/>
            </a:schemeClr>
          </a:solidFill>
          <a:effectLst>
            <a:outerShdw blurRad="50800" dist="76200" dir="2700000" algn="tl" rotWithShape="0">
              <a:prstClr val="black">
                <a:alpha val="40000"/>
              </a:prstClr>
            </a:outerShdw>
          </a:effectLst>
        </p:grpSpPr>
        <p:sp>
          <p:nvSpPr>
            <p:cNvPr id="11" name="TextBox 8">
              <a:extLst>
                <a:ext uri="{FF2B5EF4-FFF2-40B4-BE49-F238E27FC236}">
                  <a16:creationId xmlns:a16="http://schemas.microsoft.com/office/drawing/2014/main" id="{76DFD8B1-01E1-446E-A788-F240BC93BE9B}"/>
                </a:ext>
              </a:extLst>
            </p:cNvPr>
            <p:cNvSpPr txBox="1">
              <a:spLocks noChangeArrowheads="1"/>
            </p:cNvSpPr>
            <p:nvPr/>
          </p:nvSpPr>
          <p:spPr bwMode="auto">
            <a:xfrm>
              <a:off x="7169945" y="4338819"/>
              <a:ext cx="2052637" cy="1200150"/>
            </a:xfrm>
            <a:prstGeom prst="roundRect">
              <a:avLst>
                <a:gd name="adj" fmla="val 8334"/>
              </a:avLst>
            </a:prstGeom>
            <a:grpFill/>
            <a:ln w="9525">
              <a:solidFill>
                <a:schemeClr val="bg1">
                  <a:lumMod val="95000"/>
                </a:schemeClr>
              </a:solidFill>
              <a:miter lim="800000"/>
              <a:headEnd/>
              <a:tailEnd/>
            </a:ln>
          </p:spPr>
          <p:txBody>
            <a:bodyP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Network</a:t>
              </a: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p:txBody>
        </p:sp>
        <p:sp>
          <p:nvSpPr>
            <p:cNvPr id="12" name="TextBox 11">
              <a:extLst>
                <a:ext uri="{FF2B5EF4-FFF2-40B4-BE49-F238E27FC236}">
                  <a16:creationId xmlns:a16="http://schemas.microsoft.com/office/drawing/2014/main" id="{11F64800-840B-4328-A8BE-FF7CA29AE8A8}"/>
                </a:ext>
              </a:extLst>
            </p:cNvPr>
            <p:cNvSpPr txBox="1">
              <a:spLocks noChangeArrowheads="1"/>
            </p:cNvSpPr>
            <p:nvPr/>
          </p:nvSpPr>
          <p:spPr bwMode="auto">
            <a:xfrm>
              <a:off x="7355682" y="4757918"/>
              <a:ext cx="1728788" cy="288000"/>
            </a:xfrm>
            <a:prstGeom prst="roundRect">
              <a:avLst/>
            </a:prstGeom>
            <a:grpFill/>
            <a:ln w="9525">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Network Protocols</a:t>
              </a:r>
            </a:p>
          </p:txBody>
        </p:sp>
        <p:sp>
          <p:nvSpPr>
            <p:cNvPr id="13" name="TextBox 12">
              <a:extLst>
                <a:ext uri="{FF2B5EF4-FFF2-40B4-BE49-F238E27FC236}">
                  <a16:creationId xmlns:a16="http://schemas.microsoft.com/office/drawing/2014/main" id="{FBBBDC87-AC35-464E-B395-C52E65D67357}"/>
                </a:ext>
              </a:extLst>
            </p:cNvPr>
            <p:cNvSpPr txBox="1">
              <a:spLocks noChangeArrowheads="1"/>
            </p:cNvSpPr>
            <p:nvPr/>
          </p:nvSpPr>
          <p:spPr bwMode="auto">
            <a:xfrm>
              <a:off x="7360445" y="5124631"/>
              <a:ext cx="1728787" cy="288000"/>
            </a:xfrm>
            <a:prstGeom prst="roundRect">
              <a:avLst/>
            </a:prstGeom>
            <a:grpFill/>
            <a:ln w="9525">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a:solidFill>
                    <a:schemeClr val="bg1"/>
                  </a:solidFill>
                  <a:latin typeface="+mn-lt"/>
                </a:rPr>
                <a:t>Hardware driver</a:t>
              </a:r>
            </a:p>
          </p:txBody>
        </p:sp>
      </p:grpSp>
      <p:grpSp>
        <p:nvGrpSpPr>
          <p:cNvPr id="14" name="Group 13">
            <a:extLst>
              <a:ext uri="{FF2B5EF4-FFF2-40B4-BE49-F238E27FC236}">
                <a16:creationId xmlns:a16="http://schemas.microsoft.com/office/drawing/2014/main" id="{10007424-4484-4232-8273-649B44888497}"/>
              </a:ext>
            </a:extLst>
          </p:cNvPr>
          <p:cNvGrpSpPr/>
          <p:nvPr/>
        </p:nvGrpSpPr>
        <p:grpSpPr>
          <a:xfrm>
            <a:off x="6022199" y="2940470"/>
            <a:ext cx="1836000" cy="1200329"/>
            <a:chOff x="4550569" y="2838450"/>
            <a:chExt cx="2052000" cy="1200329"/>
          </a:xfrm>
          <a:effectLst>
            <a:outerShdw blurRad="50800" dist="76200" dir="2700000" algn="tl" rotWithShape="0">
              <a:prstClr val="black">
                <a:alpha val="40000"/>
              </a:prstClr>
            </a:outerShdw>
          </a:effectLst>
        </p:grpSpPr>
        <p:sp>
          <p:nvSpPr>
            <p:cNvPr id="15" name="TextBox 5">
              <a:extLst>
                <a:ext uri="{FF2B5EF4-FFF2-40B4-BE49-F238E27FC236}">
                  <a16:creationId xmlns:a16="http://schemas.microsoft.com/office/drawing/2014/main" id="{83A1F7C5-771E-4864-84F6-7CBDA91B2C6D}"/>
                </a:ext>
              </a:extLst>
            </p:cNvPr>
            <p:cNvSpPr txBox="1">
              <a:spLocks noChangeArrowheads="1"/>
            </p:cNvSpPr>
            <p:nvPr/>
          </p:nvSpPr>
          <p:spPr bwMode="auto">
            <a:xfrm>
              <a:off x="4550569" y="2838450"/>
              <a:ext cx="2052000" cy="1200329"/>
            </a:xfrm>
            <a:prstGeom prst="roundRect">
              <a:avLst>
                <a:gd name="adj" fmla="val 8335"/>
              </a:avLst>
            </a:prstGeom>
            <a:solidFill>
              <a:srgbClr val="FFC000"/>
            </a:solidFill>
            <a:ln w="9525">
              <a:solidFill>
                <a:schemeClr val="tx1"/>
              </a:solidFill>
              <a:miter lim="800000"/>
              <a:headEnd/>
              <a:tailEnd/>
            </a:ln>
          </p:spPr>
          <p:txBody>
            <a:bodyPr wrap="none">
              <a:noAutofit/>
            </a:bodyPr>
            <a:lstStyle>
              <a:defPPr>
                <a:defRPr lang="en-US"/>
              </a:defPPr>
              <a:lvl1pPr algn="ctr">
                <a:defRPr>
                  <a:solidFill>
                    <a:schemeClr val="bg1"/>
                  </a:solidFill>
                  <a:ea typeface="ＭＳ Ｐゴシック" charset="0"/>
                  <a:cs typeface="ＭＳ Ｐゴシック" charset="0"/>
                </a:defRPr>
              </a:lvl1pPr>
              <a:lvl2pPr marL="37931725" indent="-37474525" eaLnBrk="0" hangingPunct="0">
                <a:defRPr sz="2400">
                  <a:latin typeface="Tahoma" charset="0"/>
                  <a:ea typeface="ＭＳ Ｐゴシック" charset="0"/>
                </a:defRPr>
              </a:lvl2pPr>
              <a:lvl3pPr eaLnBrk="0" hangingPunct="0">
                <a:defRPr sz="2400">
                  <a:latin typeface="Tahoma" charset="0"/>
                  <a:ea typeface="ＭＳ Ｐゴシック" charset="0"/>
                </a:defRPr>
              </a:lvl3pPr>
              <a:lvl4pPr eaLnBrk="0" hangingPunct="0">
                <a:defRPr sz="2400">
                  <a:latin typeface="Tahoma" charset="0"/>
                  <a:ea typeface="ＭＳ Ｐゴシック" charset="0"/>
                </a:defRPr>
              </a:lvl4pPr>
              <a:lvl5pPr eaLnBrk="0" hangingPunct="0">
                <a:defRPr sz="2400">
                  <a:latin typeface="Tahoma" charset="0"/>
                  <a:ea typeface="ＭＳ Ｐゴシック" charset="0"/>
                </a:defRPr>
              </a:lvl5pPr>
              <a:lvl6pPr marL="457200" eaLnBrk="0" fontAlgn="base" hangingPunct="0">
                <a:spcBef>
                  <a:spcPct val="0"/>
                </a:spcBef>
                <a:spcAft>
                  <a:spcPct val="0"/>
                </a:spcAft>
                <a:defRPr sz="2400">
                  <a:latin typeface="Tahoma" charset="0"/>
                  <a:ea typeface="ＭＳ Ｐゴシック" charset="0"/>
                </a:defRPr>
              </a:lvl6pPr>
              <a:lvl7pPr marL="914400" eaLnBrk="0" fontAlgn="base" hangingPunct="0">
                <a:spcBef>
                  <a:spcPct val="0"/>
                </a:spcBef>
                <a:spcAft>
                  <a:spcPct val="0"/>
                </a:spcAft>
                <a:defRPr sz="2400">
                  <a:latin typeface="Tahoma" charset="0"/>
                  <a:ea typeface="ＭＳ Ｐゴシック" charset="0"/>
                </a:defRPr>
              </a:lvl7pPr>
              <a:lvl8pPr marL="1371600" eaLnBrk="0" fontAlgn="base" hangingPunct="0">
                <a:spcBef>
                  <a:spcPct val="0"/>
                </a:spcBef>
                <a:spcAft>
                  <a:spcPct val="0"/>
                </a:spcAft>
                <a:defRPr sz="2400">
                  <a:latin typeface="Tahoma" charset="0"/>
                  <a:ea typeface="ＭＳ Ｐゴシック" charset="0"/>
                </a:defRPr>
              </a:lvl8pPr>
              <a:lvl9pPr marL="1828800" eaLnBrk="0" fontAlgn="base" hangingPunct="0">
                <a:spcBef>
                  <a:spcPct val="0"/>
                </a:spcBef>
                <a:spcAft>
                  <a:spcPct val="0"/>
                </a:spcAft>
                <a:defRPr sz="2400">
                  <a:latin typeface="Tahoma" charset="0"/>
                  <a:ea typeface="ＭＳ Ｐゴシック" charset="0"/>
                </a:defRPr>
              </a:lvl9pPr>
            </a:lstStyle>
            <a:p>
              <a:r>
                <a:rPr lang="en-US" dirty="0"/>
                <a:t>Virtual File System</a:t>
              </a:r>
            </a:p>
            <a:p>
              <a:endParaRPr lang="en-US" dirty="0"/>
            </a:p>
            <a:p>
              <a:endParaRPr lang="en-US" dirty="0"/>
            </a:p>
            <a:p>
              <a:endParaRPr lang="en-US" dirty="0"/>
            </a:p>
          </p:txBody>
        </p:sp>
        <p:sp>
          <p:nvSpPr>
            <p:cNvPr id="16" name="TextBox 13">
              <a:extLst>
                <a:ext uri="{FF2B5EF4-FFF2-40B4-BE49-F238E27FC236}">
                  <a16:creationId xmlns:a16="http://schemas.microsoft.com/office/drawing/2014/main" id="{3371F355-8E88-43FD-A1E9-49D15D641C26}"/>
                </a:ext>
              </a:extLst>
            </p:cNvPr>
            <p:cNvSpPr txBox="1">
              <a:spLocks noChangeArrowheads="1"/>
            </p:cNvSpPr>
            <p:nvPr/>
          </p:nvSpPr>
          <p:spPr bwMode="auto">
            <a:xfrm>
              <a:off x="4698208" y="3235324"/>
              <a:ext cx="1728000" cy="288000"/>
            </a:xfrm>
            <a:prstGeom prst="roundRect">
              <a:avLst/>
            </a:prstGeom>
            <a:solidFill>
              <a:srgbClr val="FFC000"/>
            </a:solidFill>
            <a:ln w="9525">
              <a:solidFill>
                <a:schemeClr val="tx1"/>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Logical File System</a:t>
              </a:r>
            </a:p>
          </p:txBody>
        </p:sp>
        <p:sp>
          <p:nvSpPr>
            <p:cNvPr id="17" name="TextBox 14">
              <a:extLst>
                <a:ext uri="{FF2B5EF4-FFF2-40B4-BE49-F238E27FC236}">
                  <a16:creationId xmlns:a16="http://schemas.microsoft.com/office/drawing/2014/main" id="{340E6DE1-C329-4F16-BCEC-85713C1FE7B0}"/>
                </a:ext>
              </a:extLst>
            </p:cNvPr>
            <p:cNvSpPr txBox="1">
              <a:spLocks noChangeArrowheads="1"/>
            </p:cNvSpPr>
            <p:nvPr/>
          </p:nvSpPr>
          <p:spPr bwMode="auto">
            <a:xfrm>
              <a:off x="4702970" y="3602037"/>
              <a:ext cx="1728788" cy="288000"/>
            </a:xfrm>
            <a:prstGeom prst="roundRect">
              <a:avLst/>
            </a:prstGeom>
            <a:solidFill>
              <a:srgbClr val="C00000"/>
            </a:solidFill>
            <a:ln w="9525">
              <a:solidFill>
                <a:schemeClr val="tx1"/>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a:solidFill>
                    <a:schemeClr val="bg1"/>
                  </a:solidFill>
                  <a:latin typeface="+mn-lt"/>
                </a:rPr>
                <a:t>Hardware Drivers</a:t>
              </a:r>
            </a:p>
          </p:txBody>
        </p:sp>
      </p:grpSp>
      <p:grpSp>
        <p:nvGrpSpPr>
          <p:cNvPr id="18" name="Group 17">
            <a:extLst>
              <a:ext uri="{FF2B5EF4-FFF2-40B4-BE49-F238E27FC236}">
                <a16:creationId xmlns:a16="http://schemas.microsoft.com/office/drawing/2014/main" id="{82D76DC6-C747-4B7B-BA17-314A214BDDA2}"/>
              </a:ext>
            </a:extLst>
          </p:cNvPr>
          <p:cNvGrpSpPr/>
          <p:nvPr/>
        </p:nvGrpSpPr>
        <p:grpSpPr>
          <a:xfrm>
            <a:off x="8167138" y="2940470"/>
            <a:ext cx="1836000" cy="1200329"/>
            <a:chOff x="7140939" y="1486096"/>
            <a:chExt cx="1836000" cy="1200329"/>
          </a:xfrm>
          <a:solidFill>
            <a:schemeClr val="bg1">
              <a:lumMod val="95000"/>
            </a:schemeClr>
          </a:solidFill>
          <a:effectLst>
            <a:outerShdw blurRad="50800" dist="76200" dir="2700000" algn="tl" rotWithShape="0">
              <a:prstClr val="black">
                <a:alpha val="40000"/>
              </a:prstClr>
            </a:outerShdw>
          </a:effectLst>
        </p:grpSpPr>
        <p:sp>
          <p:nvSpPr>
            <p:cNvPr id="19" name="TextBox 4">
              <a:extLst>
                <a:ext uri="{FF2B5EF4-FFF2-40B4-BE49-F238E27FC236}">
                  <a16:creationId xmlns:a16="http://schemas.microsoft.com/office/drawing/2014/main" id="{A5AAE65F-921C-4784-BAE7-CC1838EEDDB8}"/>
                </a:ext>
              </a:extLst>
            </p:cNvPr>
            <p:cNvSpPr txBox="1">
              <a:spLocks noChangeArrowheads="1"/>
            </p:cNvSpPr>
            <p:nvPr/>
          </p:nvSpPr>
          <p:spPr bwMode="auto">
            <a:xfrm>
              <a:off x="7140939" y="1486096"/>
              <a:ext cx="1836000" cy="1200329"/>
            </a:xfrm>
            <a:prstGeom prst="roundRect">
              <a:avLst>
                <a:gd name="adj" fmla="val 7145"/>
              </a:avLst>
            </a:prstGeom>
            <a:grpFill/>
            <a:ln w="9525">
              <a:solidFill>
                <a:schemeClr val="bg1">
                  <a:lumMod val="95000"/>
                </a:schemeClr>
              </a:solidFill>
              <a:miter lim="800000"/>
              <a:headEnd/>
              <a:tailEnd/>
            </a:ln>
          </p:spPr>
          <p:txBody>
            <a:bodyPr wrap="none">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Process Scheduler</a:t>
              </a:r>
            </a:p>
          </p:txBody>
        </p:sp>
        <p:sp>
          <p:nvSpPr>
            <p:cNvPr id="20" name="TextBox 9">
              <a:extLst>
                <a:ext uri="{FF2B5EF4-FFF2-40B4-BE49-F238E27FC236}">
                  <a16:creationId xmlns:a16="http://schemas.microsoft.com/office/drawing/2014/main" id="{5F174AF3-4DA2-4A55-9A54-E78259DF4C45}"/>
                </a:ext>
              </a:extLst>
            </p:cNvPr>
            <p:cNvSpPr txBox="1">
              <a:spLocks noChangeArrowheads="1"/>
            </p:cNvSpPr>
            <p:nvPr/>
          </p:nvSpPr>
          <p:spPr bwMode="auto">
            <a:xfrm>
              <a:off x="7279480" y="1843274"/>
              <a:ext cx="1548000" cy="288000"/>
            </a:xfrm>
            <a:prstGeom prst="roundRect">
              <a:avLst/>
            </a:prstGeom>
            <a:grpFill/>
            <a:ln w="9525">
              <a:solidFill>
                <a:schemeClr val="bg1">
                  <a:lumMod val="95000"/>
                </a:schemeClr>
              </a:solidFill>
              <a:miter lim="800000"/>
              <a:headEnd/>
              <a:tailEnd/>
            </a:ln>
          </p:spPr>
          <p:txBody>
            <a:bodyPr wrap="none"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independent</a:t>
              </a:r>
            </a:p>
          </p:txBody>
        </p:sp>
        <p:sp>
          <p:nvSpPr>
            <p:cNvPr id="21" name="TextBox 10">
              <a:extLst>
                <a:ext uri="{FF2B5EF4-FFF2-40B4-BE49-F238E27FC236}">
                  <a16:creationId xmlns:a16="http://schemas.microsoft.com/office/drawing/2014/main" id="{B6DCCB50-0885-421B-8685-3C2588A7939B}"/>
                </a:ext>
              </a:extLst>
            </p:cNvPr>
            <p:cNvSpPr txBox="1">
              <a:spLocks noChangeArrowheads="1"/>
            </p:cNvSpPr>
            <p:nvPr/>
          </p:nvSpPr>
          <p:spPr bwMode="auto">
            <a:xfrm>
              <a:off x="7298530" y="2290957"/>
              <a:ext cx="1548000" cy="288000"/>
            </a:xfrm>
            <a:prstGeom prst="roundRect">
              <a:avLst/>
            </a:prstGeom>
            <a:grpFill/>
            <a:ln w="9525">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dependent</a:t>
              </a:r>
            </a:p>
          </p:txBody>
        </p:sp>
      </p:grpSp>
      <p:cxnSp>
        <p:nvCxnSpPr>
          <p:cNvPr id="22" name="Straight Arrow Connector 21">
            <a:extLst>
              <a:ext uri="{FF2B5EF4-FFF2-40B4-BE49-F238E27FC236}">
                <a16:creationId xmlns:a16="http://schemas.microsoft.com/office/drawing/2014/main" id="{05458CF1-E5C9-40FA-9C98-5E3664855FD8}"/>
              </a:ext>
            </a:extLst>
          </p:cNvPr>
          <p:cNvCxnSpPr>
            <a:stCxn id="7" idx="2"/>
            <a:endCxn id="19" idx="0"/>
          </p:cNvCxnSpPr>
          <p:nvPr/>
        </p:nvCxnSpPr>
        <p:spPr>
          <a:xfrm>
            <a:off x="9085138" y="2600702"/>
            <a:ext cx="0" cy="339768"/>
          </a:xfrm>
          <a:prstGeom prst="straightConnector1">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599D844B-C765-465A-84A2-2E26B815399B}"/>
              </a:ext>
            </a:extLst>
          </p:cNvPr>
          <p:cNvCxnSpPr>
            <a:stCxn id="19" idx="2"/>
            <a:endCxn id="11" idx="0"/>
          </p:cNvCxnSpPr>
          <p:nvPr/>
        </p:nvCxnSpPr>
        <p:spPr>
          <a:xfrm>
            <a:off x="9085138" y="4140799"/>
            <a:ext cx="0" cy="340905"/>
          </a:xfrm>
          <a:prstGeom prst="straightConnector1">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251E77CC-8A1C-476C-A94D-84BE6600AD25}"/>
              </a:ext>
            </a:extLst>
          </p:cNvPr>
          <p:cNvCxnSpPr>
            <a:stCxn id="19" idx="1"/>
          </p:cNvCxnSpPr>
          <p:nvPr/>
        </p:nvCxnSpPr>
        <p:spPr>
          <a:xfrm flipH="1" flipV="1">
            <a:off x="7858199" y="3540634"/>
            <a:ext cx="308939" cy="1"/>
          </a:xfrm>
          <a:prstGeom prst="straightConnector1">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CC12168E-91F1-4CA8-8A1A-A60740A083B9}"/>
              </a:ext>
            </a:extLst>
          </p:cNvPr>
          <p:cNvCxnSpPr>
            <a:stCxn id="19" idx="3"/>
            <a:endCxn id="5" idx="1"/>
          </p:cNvCxnSpPr>
          <p:nvPr/>
        </p:nvCxnSpPr>
        <p:spPr>
          <a:xfrm>
            <a:off x="10003138" y="3540635"/>
            <a:ext cx="316860" cy="0"/>
          </a:xfrm>
          <a:prstGeom prst="straightConnector1">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6" name="Elbow Connector 94">
            <a:extLst>
              <a:ext uri="{FF2B5EF4-FFF2-40B4-BE49-F238E27FC236}">
                <a16:creationId xmlns:a16="http://schemas.microsoft.com/office/drawing/2014/main" id="{E5BB03DF-B6AA-4E70-9957-C4F507D15D92}"/>
              </a:ext>
            </a:extLst>
          </p:cNvPr>
          <p:cNvCxnSpPr>
            <a:stCxn id="5" idx="0"/>
            <a:endCxn id="7" idx="3"/>
          </p:cNvCxnSpPr>
          <p:nvPr/>
        </p:nvCxnSpPr>
        <p:spPr>
          <a:xfrm rot="16200000" flipV="1">
            <a:off x="9961277" y="2042400"/>
            <a:ext cx="1216931" cy="1133207"/>
          </a:xfrm>
          <a:prstGeom prst="bentConnector2">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7" name="Elbow Connector 96">
            <a:extLst>
              <a:ext uri="{FF2B5EF4-FFF2-40B4-BE49-F238E27FC236}">
                <a16:creationId xmlns:a16="http://schemas.microsoft.com/office/drawing/2014/main" id="{05434C8C-62A6-4C2A-93B3-F4419CC50011}"/>
              </a:ext>
            </a:extLst>
          </p:cNvPr>
          <p:cNvCxnSpPr>
            <a:stCxn id="7" idx="1"/>
            <a:endCxn id="15" idx="0"/>
          </p:cNvCxnSpPr>
          <p:nvPr/>
        </p:nvCxnSpPr>
        <p:spPr>
          <a:xfrm rot="10800000" flipV="1">
            <a:off x="6940200" y="2000538"/>
            <a:ext cx="1226939" cy="939932"/>
          </a:xfrm>
          <a:prstGeom prst="bentConnector2">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8" name="Elbow Connector 98">
            <a:extLst>
              <a:ext uri="{FF2B5EF4-FFF2-40B4-BE49-F238E27FC236}">
                <a16:creationId xmlns:a16="http://schemas.microsoft.com/office/drawing/2014/main" id="{AD5140CC-F64E-4541-A299-80987AEE84D4}"/>
              </a:ext>
            </a:extLst>
          </p:cNvPr>
          <p:cNvCxnSpPr>
            <a:stCxn id="11" idx="1"/>
            <a:endCxn id="15" idx="2"/>
          </p:cNvCxnSpPr>
          <p:nvPr/>
        </p:nvCxnSpPr>
        <p:spPr>
          <a:xfrm rot="10800000">
            <a:off x="6940200" y="4140799"/>
            <a:ext cx="1226939" cy="940980"/>
          </a:xfrm>
          <a:prstGeom prst="bentConnector2">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23809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err="1"/>
              <a:t>inode</a:t>
            </a:r>
            <a:r>
              <a:rPr lang="en-US" dirty="0"/>
              <a:t> (Index Node)</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6451582" cy="4086225"/>
          </a:xfrm>
        </p:spPr>
        <p:txBody>
          <a:bodyPr wrap="square" numCol="1" anchor="t" anchorCtr="0" compatLnSpc="1">
            <a:prstTxWarp prst="textNoShape">
              <a:avLst/>
            </a:prstTxWarp>
          </a:bodyPr>
          <a:lstStyle/>
          <a:p>
            <a:r>
              <a:rPr lang="en-US" dirty="0"/>
              <a:t>It stores all the information about a file except its name and the data it contains.</a:t>
            </a:r>
          </a:p>
          <a:p>
            <a:r>
              <a:rPr lang="en-US" dirty="0"/>
              <a:t>When a file is created, it is assigned a name and an </a:t>
            </a:r>
            <a:r>
              <a:rPr lang="en-US" dirty="0" err="1"/>
              <a:t>inode</a:t>
            </a:r>
            <a:r>
              <a:rPr lang="en-US" dirty="0"/>
              <a:t> number (a unique integer value).</a:t>
            </a:r>
          </a:p>
          <a:p>
            <a:r>
              <a:rPr lang="en-US" dirty="0"/>
              <a:t>When a file is accessed</a:t>
            </a:r>
            <a:endParaRPr lang="en-US" altLang="en-US" dirty="0">
              <a:ea typeface="ＭＳ Ｐゴシック" panose="020B0600070205080204" pitchFamily="34" charset="-128"/>
            </a:endParaRPr>
          </a:p>
          <a:p>
            <a:pPr lvl="1"/>
            <a:r>
              <a:rPr lang="en-US" dirty="0"/>
              <a:t>Each file is associated with a unique </a:t>
            </a:r>
            <a:r>
              <a:rPr lang="en-US" dirty="0" err="1"/>
              <a:t>inode</a:t>
            </a:r>
            <a:r>
              <a:rPr lang="en-US" dirty="0"/>
              <a:t> number.</a:t>
            </a:r>
          </a:p>
          <a:p>
            <a:pPr lvl="1"/>
            <a:r>
              <a:rPr lang="en-US" dirty="0"/>
              <a:t>The </a:t>
            </a:r>
            <a:r>
              <a:rPr lang="en-US" dirty="0" err="1"/>
              <a:t>inode</a:t>
            </a:r>
            <a:r>
              <a:rPr lang="en-US" dirty="0"/>
              <a:t> number is then used for accessing the data structure containing the information about the file being accessed.</a:t>
            </a:r>
            <a:endParaRPr lang="en-US" altLang="en-US" dirty="0">
              <a:ea typeface="ＭＳ Ｐゴシック" panose="020B0600070205080204" pitchFamily="34" charset="-128"/>
            </a:endParaRPr>
          </a:p>
        </p:txBody>
      </p:sp>
      <p:sp>
        <p:nvSpPr>
          <p:cNvPr id="5" name="Content Placeholder 2">
            <a:extLst>
              <a:ext uri="{FF2B5EF4-FFF2-40B4-BE49-F238E27FC236}">
                <a16:creationId xmlns:a16="http://schemas.microsoft.com/office/drawing/2014/main" id="{5C6634C2-35D0-4AA6-8CBF-42CC91B82761}"/>
              </a:ext>
            </a:extLst>
          </p:cNvPr>
          <p:cNvSpPr txBox="1">
            <a:spLocks/>
          </p:cNvSpPr>
          <p:nvPr/>
        </p:nvSpPr>
        <p:spPr>
          <a:xfrm>
            <a:off x="7176687" y="467553"/>
            <a:ext cx="4523188" cy="4286113"/>
          </a:xfrm>
          <a:prstGeom prst="rect">
            <a:avLst/>
          </a:prstGeom>
          <a:ln>
            <a:solidFill>
              <a:schemeClr val="tx1"/>
            </a:solidFill>
          </a:ln>
        </p:spPr>
        <p:txBody>
          <a:bodyPr vert="horz" lIns="0" tIns="0" rIns="0" bIns="0" rtlCol="0">
            <a:noAutofit/>
          </a:bodyPr>
          <a:lstStyle>
            <a:lvl1pPr marL="0" indent="0" algn="l" rtl="0" eaLnBrk="1" fontAlgn="base" hangingPunct="1">
              <a:lnSpc>
                <a:spcPct val="90000"/>
              </a:lnSpc>
              <a:spcBef>
                <a:spcPct val="0"/>
              </a:spcBef>
              <a:spcAft>
                <a:spcPts val="1600"/>
              </a:spcAft>
              <a:buFont typeface="Calibri" panose="020F0502020204030204" pitchFamily="34" charset="0"/>
              <a:buNone/>
              <a:defRPr sz="2400" kern="1200">
                <a:solidFill>
                  <a:schemeClr val="tx2"/>
                </a:solidFill>
                <a:latin typeface="+mn-lt"/>
                <a:ea typeface="ＭＳ Ｐゴシック" charset="0"/>
                <a:cs typeface="ＭＳ Ｐゴシック" charset="0"/>
              </a:defRPr>
            </a:lvl1pPr>
            <a:lvl2pPr marL="398463" indent="-166688" algn="l" rtl="0" eaLnBrk="1" fontAlgn="base" hangingPunct="1">
              <a:lnSpc>
                <a:spcPct val="90000"/>
              </a:lnSpc>
              <a:spcBef>
                <a:spcPct val="0"/>
              </a:spcBef>
              <a:spcAft>
                <a:spcPts val="1200"/>
              </a:spcAft>
              <a:buClr>
                <a:schemeClr val="accent1"/>
              </a:buClr>
              <a:buSzPct val="80000"/>
              <a:buFont typeface="Arial" panose="020B0604020202020204" pitchFamily="34" charset="0"/>
              <a:buChar char="•"/>
              <a:defRPr kern="1200">
                <a:solidFill>
                  <a:schemeClr val="tx2"/>
                </a:solidFill>
                <a:latin typeface="+mn-lt"/>
                <a:ea typeface="ＭＳ Ｐゴシック" charset="0"/>
                <a:cs typeface="+mn-cs"/>
              </a:defRPr>
            </a:lvl2pPr>
            <a:lvl3pPr marL="855663" indent="-166688" algn="l" rtl="0" eaLnBrk="1" fontAlgn="base" hangingPunct="1">
              <a:lnSpc>
                <a:spcPct val="90000"/>
              </a:lnSpc>
              <a:spcBef>
                <a:spcPct val="0"/>
              </a:spcBef>
              <a:spcAft>
                <a:spcPts val="1200"/>
              </a:spcAft>
              <a:buClr>
                <a:schemeClr val="accent1"/>
              </a:buClr>
              <a:buSzPct val="80000"/>
              <a:buFont typeface="Calibri" panose="020F0502020204030204" pitchFamily="34" charset="0"/>
              <a:buChar char="–"/>
              <a:defRPr kern="1200">
                <a:solidFill>
                  <a:schemeClr val="tx2"/>
                </a:solidFill>
                <a:latin typeface="+mn-lt"/>
                <a:ea typeface="ＭＳ Ｐゴシック" charset="0"/>
                <a:cs typeface="+mn-cs"/>
              </a:defRPr>
            </a:lvl3pPr>
            <a:lvl4pPr marL="1201738" indent="-173038" algn="l" rtl="0" eaLnBrk="1" fontAlgn="base" hangingPunct="1">
              <a:lnSpc>
                <a:spcPct val="90000"/>
              </a:lnSpc>
              <a:spcBef>
                <a:spcPct val="0"/>
              </a:spcBef>
              <a:spcAft>
                <a:spcPts val="800"/>
              </a:spcAft>
              <a:buClr>
                <a:schemeClr val="accent1"/>
              </a:buClr>
              <a:buSzPct val="80000"/>
              <a:buFont typeface="Wingdings" panose="05000000000000000000" pitchFamily="2" charset="2"/>
              <a:buChar char="§"/>
              <a:defRPr kern="1200">
                <a:solidFill>
                  <a:schemeClr val="tx2"/>
                </a:solidFill>
                <a:latin typeface="+mn-lt"/>
                <a:ea typeface="ＭＳ Ｐゴシック" charset="0"/>
                <a:cs typeface="+mn-cs"/>
              </a:defRPr>
            </a:lvl4pPr>
            <a:lvl5pPr marL="1427163" indent="-168275" algn="l" rtl="0" eaLnBrk="1" fontAlgn="base" hangingPunct="1">
              <a:lnSpc>
                <a:spcPct val="90000"/>
              </a:lnSpc>
              <a:spcBef>
                <a:spcPct val="0"/>
              </a:spcBef>
              <a:spcAft>
                <a:spcPts val="800"/>
              </a:spcAft>
              <a:buClr>
                <a:schemeClr val="accent1"/>
              </a:buClr>
              <a:buSzPct val="80000"/>
              <a:buFont typeface="Calibri" panose="020F0502020204030204" pitchFamily="34" charset="0"/>
              <a:buChar char="–"/>
              <a:defRPr kern="1200">
                <a:solidFill>
                  <a:schemeClr val="tx2"/>
                </a:solidFill>
                <a:latin typeface="+mn-lt"/>
                <a:ea typeface="ＭＳ Ｐゴシック" charset="0"/>
                <a:cs typeface="+mn-cs"/>
              </a:defRPr>
            </a:lvl5pPr>
            <a:lvl6pPr marL="1655064" indent="-164592" algn="l" defTabSz="914400" rtl="0" eaLnBrk="1" latinLnBrk="0" hangingPunct="1">
              <a:lnSpc>
                <a:spcPct val="90000"/>
              </a:lnSpc>
              <a:spcBef>
                <a:spcPts val="0"/>
              </a:spcBef>
              <a:spcAft>
                <a:spcPts val="800"/>
              </a:spcAft>
              <a:buClr>
                <a:schemeClr val="accent1"/>
              </a:buClr>
              <a:buSzPct val="80000"/>
              <a:buFont typeface="Wingdings" panose="05000000000000000000" pitchFamily="2" charset="2"/>
              <a:buChar char="§"/>
              <a:defRPr lang="en-US" sz="1800" kern="1200">
                <a:solidFill>
                  <a:schemeClr val="tx2"/>
                </a:solidFill>
                <a:latin typeface="+mn-lt"/>
                <a:ea typeface="+mn-ea"/>
                <a:cs typeface="+mn-cs"/>
              </a:defRPr>
            </a:lvl6pPr>
            <a:lvl7pPr marL="1883664" indent="-164592" algn="l" defTabSz="914400" rtl="0" eaLnBrk="1" latinLnBrk="0" hangingPunct="1">
              <a:lnSpc>
                <a:spcPct val="90000"/>
              </a:lnSpc>
              <a:spcBef>
                <a:spcPts val="0"/>
              </a:spcBef>
              <a:spcAft>
                <a:spcPts val="800"/>
              </a:spcAft>
              <a:buClr>
                <a:schemeClr val="accent1"/>
              </a:buClr>
              <a:buSzPct val="80000"/>
              <a:buFont typeface="Calibri" panose="020F0502020204030204" pitchFamily="34" charset="0"/>
              <a:buChar char="–"/>
              <a:defRPr lang="en-US" sz="1800" kern="1200">
                <a:solidFill>
                  <a:schemeClr val="tx2"/>
                </a:solidFill>
                <a:latin typeface="+mn-lt"/>
                <a:ea typeface="+mn-ea"/>
                <a:cs typeface="+mn-cs"/>
              </a:defRPr>
            </a:lvl7pPr>
            <a:lvl8pPr marL="2112264" indent="-164592" algn="l" defTabSz="914400" rtl="0" eaLnBrk="1" latinLnBrk="0" hangingPunct="1">
              <a:lnSpc>
                <a:spcPct val="90000"/>
              </a:lnSpc>
              <a:spcBef>
                <a:spcPts val="0"/>
              </a:spcBef>
              <a:spcAft>
                <a:spcPts val="800"/>
              </a:spcAft>
              <a:buClr>
                <a:schemeClr val="accent1"/>
              </a:buClr>
              <a:buSzPct val="80000"/>
              <a:buFont typeface="Wingdings" panose="05000000000000000000" pitchFamily="2" charset="2"/>
              <a:buChar char="§"/>
              <a:defRPr lang="en-US" sz="1800" kern="1200">
                <a:solidFill>
                  <a:schemeClr val="tx2"/>
                </a:solidFill>
                <a:latin typeface="+mn-lt"/>
                <a:ea typeface="+mn-ea"/>
                <a:cs typeface="+mn-cs"/>
              </a:defRPr>
            </a:lvl8pPr>
            <a:lvl9pPr marL="2340864" indent="-164592" algn="l" defTabSz="914400" rtl="0" eaLnBrk="1" latinLnBrk="0" hangingPunct="1">
              <a:lnSpc>
                <a:spcPct val="90000"/>
              </a:lnSpc>
              <a:spcBef>
                <a:spcPts val="0"/>
              </a:spcBef>
              <a:spcAft>
                <a:spcPts val="800"/>
              </a:spcAft>
              <a:buClr>
                <a:schemeClr val="accent1"/>
              </a:buClr>
              <a:buSzPct val="80000"/>
              <a:buFont typeface="Calibri" panose="020F0502020204030204" pitchFamily="34" charset="0"/>
              <a:buChar char="–"/>
              <a:defRPr lang="en-US" sz="1800" kern="1200">
                <a:solidFill>
                  <a:schemeClr val="tx2"/>
                </a:solidFill>
                <a:latin typeface="+mn-lt"/>
                <a:ea typeface="+mn-ea"/>
                <a:cs typeface="+mn-cs"/>
              </a:defRPr>
            </a:lvl9pPr>
          </a:lstStyle>
          <a:p>
            <a:r>
              <a:rPr lang="en-GB" sz="1800" dirty="0">
                <a:solidFill>
                  <a:srgbClr val="0000FF"/>
                </a:solidFill>
                <a:effectLst/>
                <a:latin typeface="Courier New" panose="02070309020205020404" pitchFamily="49" charset="0"/>
                <a:cs typeface="Courier New" panose="02070309020205020404" pitchFamily="49" charset="0"/>
              </a:rPr>
              <a:t>struct</a:t>
            </a:r>
            <a:r>
              <a:rPr lang="en-GB" sz="1800" dirty="0">
                <a:solidFill>
                  <a:srgbClr val="000000"/>
                </a:solidFill>
                <a:effectLst/>
                <a:latin typeface="Courier New" panose="02070309020205020404" pitchFamily="49" charset="0"/>
                <a:cs typeface="Courier New" panose="02070309020205020404" pitchFamily="49" charset="0"/>
              </a:rPr>
              <a:t> </a:t>
            </a:r>
            <a:r>
              <a:rPr lang="en-GB" sz="1800" dirty="0" err="1">
                <a:solidFill>
                  <a:srgbClr val="A31515"/>
                </a:solidFill>
                <a:effectLst/>
                <a:latin typeface="Courier New" panose="02070309020205020404" pitchFamily="49" charset="0"/>
                <a:cs typeface="Courier New" panose="02070309020205020404" pitchFamily="49" charset="0"/>
              </a:rPr>
              <a:t>inode</a:t>
            </a:r>
            <a:r>
              <a:rPr lang="en-GB" sz="1800" dirty="0">
                <a:solidFill>
                  <a:srgbClr val="000000"/>
                </a:solidFill>
                <a:effectLst/>
                <a:latin typeface="Courier New" panose="02070309020205020404" pitchFamily="49" charset="0"/>
                <a:cs typeface="Courier New" panose="02070309020205020404" pitchFamily="49" charset="0"/>
              </a:rPr>
              <a:t> {</a:t>
            </a:r>
            <a:br>
              <a:rPr lang="en-GB" sz="1800" dirty="0">
                <a:solidFill>
                  <a:srgbClr val="000000"/>
                </a:solidFill>
                <a:latin typeface="Courier New" panose="02070309020205020404" pitchFamily="49" charset="0"/>
                <a:cs typeface="Courier New" panose="02070309020205020404" pitchFamily="49" charset="0"/>
              </a:rPr>
            </a:br>
            <a:r>
              <a:rPr lang="en-GB" sz="1800" dirty="0">
                <a:solidFill>
                  <a:srgbClr val="000000"/>
                </a:solidFill>
                <a:latin typeface="Courier New" panose="02070309020205020404" pitchFamily="49" charset="0"/>
                <a:cs typeface="Courier New" panose="02070309020205020404" pitchFamily="49" charset="0"/>
              </a:rPr>
              <a:t>    </a:t>
            </a:r>
            <a:r>
              <a:rPr lang="en-GB" sz="1800" dirty="0">
                <a:solidFill>
                  <a:srgbClr val="0000FF"/>
                </a:solidFill>
                <a:effectLst/>
                <a:latin typeface="Courier New" panose="02070309020205020404" pitchFamily="49" charset="0"/>
                <a:cs typeface="Courier New" panose="02070309020205020404" pitchFamily="49" charset="0"/>
              </a:rPr>
              <a:t>struct</a:t>
            </a:r>
            <a:r>
              <a:rPr lang="en-GB" sz="1800" dirty="0">
                <a:solidFill>
                  <a:srgbClr val="000000"/>
                </a:solidFill>
                <a:effectLst/>
                <a:latin typeface="Courier New" panose="02070309020205020404" pitchFamily="49" charset="0"/>
                <a:cs typeface="Courier New" panose="02070309020205020404" pitchFamily="49" charset="0"/>
              </a:rPr>
              <a:t> </a:t>
            </a:r>
            <a:r>
              <a:rPr lang="en-GB" sz="1800" dirty="0" err="1">
                <a:solidFill>
                  <a:srgbClr val="A31515"/>
                </a:solidFill>
                <a:effectLst/>
                <a:latin typeface="Courier New" panose="02070309020205020404" pitchFamily="49" charset="0"/>
                <a:cs typeface="Courier New" panose="02070309020205020404" pitchFamily="49" charset="0"/>
              </a:rPr>
              <a:t>hlist_node</a:t>
            </a:r>
            <a:r>
              <a:rPr lang="en-GB" sz="1800" dirty="0">
                <a:solidFill>
                  <a:srgbClr val="000000"/>
                </a:solidFill>
                <a:effectLst/>
                <a:latin typeface="Courier New" panose="02070309020205020404" pitchFamily="49" charset="0"/>
                <a:cs typeface="Courier New" panose="02070309020205020404" pitchFamily="49" charset="0"/>
              </a:rPr>
              <a:t> </a:t>
            </a:r>
            <a:r>
              <a:rPr lang="en-GB" sz="1800" dirty="0" err="1">
                <a:solidFill>
                  <a:schemeClr val="tx1"/>
                </a:solidFill>
                <a:effectLst/>
                <a:latin typeface="Courier New" panose="02070309020205020404" pitchFamily="49" charset="0"/>
                <a:cs typeface="Courier New" panose="02070309020205020404" pitchFamily="49" charset="0"/>
              </a:rPr>
              <a:t>i_hash</a:t>
            </a:r>
            <a:r>
              <a:rPr lang="en-GB" sz="1800" dirty="0">
                <a:solidFill>
                  <a:srgbClr val="000000"/>
                </a:solidFill>
                <a:effectLst/>
                <a:latin typeface="Courier New" panose="02070309020205020404" pitchFamily="49" charset="0"/>
                <a:cs typeface="Courier New" panose="02070309020205020404" pitchFamily="49" charset="0"/>
              </a:rPr>
              <a:t>;</a:t>
            </a:r>
            <a:br>
              <a:rPr lang="en-GB" sz="1800" dirty="0">
                <a:solidFill>
                  <a:srgbClr val="000000"/>
                </a:solidFill>
                <a:latin typeface="Courier New" panose="02070309020205020404" pitchFamily="49" charset="0"/>
                <a:cs typeface="Courier New" panose="02070309020205020404" pitchFamily="49" charset="0"/>
              </a:rPr>
            </a:br>
            <a:r>
              <a:rPr lang="en-GB" sz="1800" dirty="0">
                <a:solidFill>
                  <a:srgbClr val="000000"/>
                </a:solidFill>
                <a:latin typeface="Courier New" panose="02070309020205020404" pitchFamily="49" charset="0"/>
                <a:cs typeface="Courier New" panose="02070309020205020404" pitchFamily="49" charset="0"/>
              </a:rPr>
              <a:t>    </a:t>
            </a:r>
            <a:r>
              <a:rPr lang="en-GB" sz="1800" dirty="0">
                <a:solidFill>
                  <a:srgbClr val="0000FF"/>
                </a:solidFill>
                <a:effectLst/>
                <a:latin typeface="Courier New" panose="02070309020205020404" pitchFamily="49" charset="0"/>
                <a:cs typeface="Courier New" panose="02070309020205020404" pitchFamily="49" charset="0"/>
              </a:rPr>
              <a:t>struct</a:t>
            </a:r>
            <a:r>
              <a:rPr lang="en-GB" sz="1800" dirty="0">
                <a:solidFill>
                  <a:srgbClr val="000000"/>
                </a:solidFill>
                <a:effectLst/>
                <a:latin typeface="Courier New" panose="02070309020205020404" pitchFamily="49" charset="0"/>
                <a:cs typeface="Courier New" panose="02070309020205020404" pitchFamily="49" charset="0"/>
              </a:rPr>
              <a:t> </a:t>
            </a:r>
            <a:r>
              <a:rPr lang="en-GB" sz="1800" dirty="0" err="1">
                <a:solidFill>
                  <a:srgbClr val="A31515"/>
                </a:solidFill>
                <a:effectLst/>
                <a:latin typeface="Courier New" panose="02070309020205020404" pitchFamily="49" charset="0"/>
                <a:cs typeface="Courier New" panose="02070309020205020404" pitchFamily="49" charset="0"/>
              </a:rPr>
              <a:t>list_head</a:t>
            </a:r>
            <a:r>
              <a:rPr lang="en-GB" sz="1800" dirty="0">
                <a:solidFill>
                  <a:srgbClr val="000000"/>
                </a:solidFill>
                <a:effectLst/>
                <a:latin typeface="Courier New" panose="02070309020205020404" pitchFamily="49" charset="0"/>
                <a:cs typeface="Courier New" panose="02070309020205020404" pitchFamily="49" charset="0"/>
              </a:rPr>
              <a:t> </a:t>
            </a:r>
            <a:r>
              <a:rPr lang="en-GB" sz="1800" dirty="0" err="1">
                <a:solidFill>
                  <a:schemeClr val="tx1"/>
                </a:solidFill>
                <a:effectLst/>
                <a:latin typeface="Courier New" panose="02070309020205020404" pitchFamily="49" charset="0"/>
                <a:cs typeface="Courier New" panose="02070309020205020404" pitchFamily="49" charset="0"/>
              </a:rPr>
              <a:t>i_list</a:t>
            </a:r>
            <a:r>
              <a:rPr lang="en-GB" sz="1800" dirty="0">
                <a:solidFill>
                  <a:schemeClr val="tx1"/>
                </a:solidFill>
                <a:effectLst/>
                <a:latin typeface="Courier New" panose="02070309020205020404" pitchFamily="49" charset="0"/>
                <a:cs typeface="Courier New" panose="02070309020205020404" pitchFamily="49" charset="0"/>
              </a:rPr>
              <a:t>;</a:t>
            </a:r>
            <a:br>
              <a:rPr lang="en-GB" sz="1800" dirty="0">
                <a:solidFill>
                  <a:schemeClr val="tx1"/>
                </a:solidFill>
                <a:latin typeface="Courier New" panose="02070309020205020404" pitchFamily="49" charset="0"/>
                <a:cs typeface="Courier New" panose="02070309020205020404" pitchFamily="49" charset="0"/>
              </a:rPr>
            </a:br>
            <a:r>
              <a:rPr lang="en-GB" sz="1800" dirty="0">
                <a:solidFill>
                  <a:srgbClr val="000000"/>
                </a:solidFill>
                <a:latin typeface="Courier New" panose="02070309020205020404" pitchFamily="49" charset="0"/>
                <a:cs typeface="Courier New" panose="02070309020205020404" pitchFamily="49" charset="0"/>
              </a:rPr>
              <a:t>    </a:t>
            </a:r>
            <a:r>
              <a:rPr lang="en-GB" sz="1800" dirty="0">
                <a:solidFill>
                  <a:srgbClr val="0000FF"/>
                </a:solidFill>
                <a:effectLst/>
                <a:latin typeface="Courier New" panose="02070309020205020404" pitchFamily="49" charset="0"/>
                <a:cs typeface="Courier New" panose="02070309020205020404" pitchFamily="49" charset="0"/>
              </a:rPr>
              <a:t>struct</a:t>
            </a:r>
            <a:r>
              <a:rPr lang="en-GB" sz="1800" dirty="0">
                <a:solidFill>
                  <a:srgbClr val="000000"/>
                </a:solidFill>
                <a:effectLst/>
                <a:latin typeface="Courier New" panose="02070309020205020404" pitchFamily="49" charset="0"/>
                <a:cs typeface="Courier New" panose="02070309020205020404" pitchFamily="49" charset="0"/>
              </a:rPr>
              <a:t> </a:t>
            </a:r>
            <a:r>
              <a:rPr lang="en-GB" sz="1800" dirty="0" err="1">
                <a:solidFill>
                  <a:srgbClr val="A31515"/>
                </a:solidFill>
                <a:effectLst/>
                <a:latin typeface="Courier New" panose="02070309020205020404" pitchFamily="49" charset="0"/>
                <a:cs typeface="Courier New" panose="02070309020205020404" pitchFamily="49" charset="0"/>
              </a:rPr>
              <a:t>list_head</a:t>
            </a:r>
            <a:r>
              <a:rPr lang="en-GB" sz="1800" dirty="0">
                <a:solidFill>
                  <a:srgbClr val="000000"/>
                </a:solidFill>
                <a:effectLst/>
                <a:latin typeface="Courier New" panose="02070309020205020404" pitchFamily="49" charset="0"/>
                <a:cs typeface="Courier New" panose="02070309020205020404" pitchFamily="49" charset="0"/>
              </a:rPr>
              <a:t> </a:t>
            </a:r>
            <a:r>
              <a:rPr lang="en-GB" sz="1800" dirty="0" err="1">
                <a:solidFill>
                  <a:schemeClr val="tx1"/>
                </a:solidFill>
                <a:effectLst/>
                <a:latin typeface="Courier New" panose="02070309020205020404" pitchFamily="49" charset="0"/>
                <a:cs typeface="Courier New" panose="02070309020205020404" pitchFamily="49" charset="0"/>
              </a:rPr>
              <a:t>i_sb_list</a:t>
            </a:r>
            <a:r>
              <a:rPr lang="en-GB" sz="1800" dirty="0">
                <a:solidFill>
                  <a:srgbClr val="000000"/>
                </a:solidFill>
                <a:effectLst/>
                <a:latin typeface="Courier New" panose="02070309020205020404" pitchFamily="49" charset="0"/>
                <a:cs typeface="Courier New" panose="02070309020205020404" pitchFamily="49" charset="0"/>
              </a:rPr>
              <a:t>;</a:t>
            </a:r>
            <a:br>
              <a:rPr lang="en-GB" sz="1800" dirty="0">
                <a:solidFill>
                  <a:srgbClr val="000000"/>
                </a:solidFill>
                <a:effectLst/>
                <a:latin typeface="Courier New" panose="02070309020205020404" pitchFamily="49" charset="0"/>
                <a:cs typeface="Courier New" panose="02070309020205020404" pitchFamily="49" charset="0"/>
              </a:rPr>
            </a:br>
            <a:r>
              <a:rPr lang="en-GB" sz="1800" dirty="0">
                <a:solidFill>
                  <a:srgbClr val="000000"/>
                </a:solidFill>
                <a:effectLst/>
                <a:latin typeface="Courier New" panose="02070309020205020404" pitchFamily="49" charset="0"/>
                <a:cs typeface="Courier New" panose="02070309020205020404" pitchFamily="49" charset="0"/>
              </a:rPr>
              <a:t>    </a:t>
            </a:r>
            <a:r>
              <a:rPr lang="en-GB" sz="1800" dirty="0">
                <a:solidFill>
                  <a:srgbClr val="0000FF"/>
                </a:solidFill>
                <a:effectLst/>
                <a:latin typeface="Courier New" panose="02070309020205020404" pitchFamily="49" charset="0"/>
                <a:cs typeface="Courier New" panose="02070309020205020404" pitchFamily="49" charset="0"/>
              </a:rPr>
              <a:t>struct</a:t>
            </a:r>
            <a:r>
              <a:rPr lang="en-GB" sz="1800" dirty="0">
                <a:solidFill>
                  <a:srgbClr val="000000"/>
                </a:solidFill>
                <a:effectLst/>
                <a:latin typeface="Courier New" panose="02070309020205020404" pitchFamily="49" charset="0"/>
                <a:cs typeface="Courier New" panose="02070309020205020404" pitchFamily="49" charset="0"/>
              </a:rPr>
              <a:t> </a:t>
            </a:r>
            <a:r>
              <a:rPr lang="en-GB" sz="1800" dirty="0" err="1">
                <a:solidFill>
                  <a:srgbClr val="A31515"/>
                </a:solidFill>
                <a:effectLst/>
                <a:latin typeface="Courier New" panose="02070309020205020404" pitchFamily="49" charset="0"/>
                <a:cs typeface="Courier New" panose="02070309020205020404" pitchFamily="49" charset="0"/>
              </a:rPr>
              <a:t>list_head</a:t>
            </a:r>
            <a:r>
              <a:rPr lang="en-GB" sz="1800" dirty="0">
                <a:solidFill>
                  <a:srgbClr val="000000"/>
                </a:solidFill>
                <a:effectLst/>
                <a:latin typeface="Courier New" panose="02070309020205020404" pitchFamily="49" charset="0"/>
                <a:cs typeface="Courier New" panose="02070309020205020404" pitchFamily="49" charset="0"/>
              </a:rPr>
              <a:t> </a:t>
            </a:r>
            <a:r>
              <a:rPr lang="en-GB" sz="1800" dirty="0" err="1">
                <a:solidFill>
                  <a:schemeClr val="tx1"/>
                </a:solidFill>
                <a:effectLst/>
                <a:latin typeface="Courier New" panose="02070309020205020404" pitchFamily="49" charset="0"/>
                <a:cs typeface="Courier New" panose="02070309020205020404" pitchFamily="49" charset="0"/>
              </a:rPr>
              <a:t>i_dentry</a:t>
            </a:r>
            <a:r>
              <a:rPr lang="en-GB" sz="1800" dirty="0">
                <a:solidFill>
                  <a:srgbClr val="000000"/>
                </a:solidFill>
                <a:effectLst/>
                <a:latin typeface="Courier New" panose="02070309020205020404" pitchFamily="49" charset="0"/>
                <a:cs typeface="Courier New" panose="02070309020205020404" pitchFamily="49" charset="0"/>
              </a:rPr>
              <a:t>;</a:t>
            </a:r>
            <a:br>
              <a:rPr lang="en-GB" sz="1800" dirty="0">
                <a:solidFill>
                  <a:srgbClr val="000000"/>
                </a:solidFill>
                <a:effectLst/>
                <a:latin typeface="Courier New" panose="02070309020205020404" pitchFamily="49" charset="0"/>
                <a:cs typeface="Courier New" panose="02070309020205020404" pitchFamily="49" charset="0"/>
              </a:rPr>
            </a:br>
            <a:r>
              <a:rPr lang="en-GB" sz="1800" dirty="0">
                <a:solidFill>
                  <a:srgbClr val="000000"/>
                </a:solidFill>
                <a:effectLst/>
                <a:latin typeface="Courier New" panose="02070309020205020404" pitchFamily="49" charset="0"/>
                <a:cs typeface="Courier New" panose="02070309020205020404" pitchFamily="49" charset="0"/>
              </a:rPr>
              <a:t>    </a:t>
            </a:r>
            <a:r>
              <a:rPr lang="en-GB" sz="1800" dirty="0">
                <a:solidFill>
                  <a:srgbClr val="A31515"/>
                </a:solidFill>
                <a:effectLst/>
                <a:latin typeface="Courier New" panose="02070309020205020404" pitchFamily="49" charset="0"/>
                <a:cs typeface="Courier New" panose="02070309020205020404" pitchFamily="49" charset="0"/>
              </a:rPr>
              <a:t>unsigned</a:t>
            </a:r>
            <a:r>
              <a:rPr lang="en-GB" sz="1800" dirty="0">
                <a:latin typeface="Courier New" panose="02070309020205020404" pitchFamily="49" charset="0"/>
                <a:cs typeface="Courier New" panose="02070309020205020404" pitchFamily="49" charset="0"/>
              </a:rPr>
              <a:t> </a:t>
            </a:r>
            <a:r>
              <a:rPr lang="en-GB" sz="1800" dirty="0">
                <a:solidFill>
                  <a:srgbClr val="A31515"/>
                </a:solidFill>
                <a:effectLst/>
                <a:latin typeface="Courier New" panose="02070309020205020404" pitchFamily="49" charset="0"/>
                <a:cs typeface="Courier New" panose="02070309020205020404" pitchFamily="49" charset="0"/>
              </a:rPr>
              <a:t>long</a:t>
            </a:r>
            <a:r>
              <a:rPr lang="en-GB" sz="1800" dirty="0">
                <a:latin typeface="Courier New" panose="02070309020205020404" pitchFamily="49" charset="0"/>
                <a:cs typeface="Courier New" panose="02070309020205020404" pitchFamily="49" charset="0"/>
              </a:rPr>
              <a:t> </a:t>
            </a:r>
            <a:r>
              <a:rPr lang="en-GB" sz="1800" dirty="0" err="1">
                <a:latin typeface="Courier New" panose="02070309020205020404" pitchFamily="49" charset="0"/>
                <a:cs typeface="Courier New" panose="02070309020205020404" pitchFamily="49" charset="0"/>
              </a:rPr>
              <a:t>i_ino</a:t>
            </a:r>
            <a:r>
              <a:rPr lang="en-GB" sz="1800" dirty="0">
                <a:latin typeface="Courier New" panose="02070309020205020404" pitchFamily="49" charset="0"/>
                <a:cs typeface="Courier New" panose="02070309020205020404" pitchFamily="49" charset="0"/>
              </a:rPr>
              <a:t>;</a:t>
            </a:r>
            <a:br>
              <a:rPr lang="en-GB" sz="1800" dirty="0">
                <a:latin typeface="Courier New" panose="02070309020205020404" pitchFamily="49" charset="0"/>
                <a:cs typeface="Courier New" panose="02070309020205020404" pitchFamily="49" charset="0"/>
              </a:rPr>
            </a:br>
            <a:r>
              <a:rPr lang="en-GB" sz="1800" dirty="0">
                <a:latin typeface="Courier New" panose="02070309020205020404" pitchFamily="49" charset="0"/>
                <a:cs typeface="Courier New" panose="02070309020205020404" pitchFamily="49" charset="0"/>
              </a:rPr>
              <a:t>    </a:t>
            </a:r>
            <a:r>
              <a:rPr lang="en-GB" sz="1800" dirty="0" err="1">
                <a:solidFill>
                  <a:srgbClr val="A31515"/>
                </a:solidFill>
                <a:effectLst/>
                <a:latin typeface="Courier New" panose="02070309020205020404" pitchFamily="49" charset="0"/>
                <a:cs typeface="Courier New" panose="02070309020205020404" pitchFamily="49" charset="0"/>
              </a:rPr>
              <a:t>atomic_t</a:t>
            </a:r>
            <a:r>
              <a:rPr lang="en-GB" sz="1800" dirty="0">
                <a:latin typeface="Courier New" panose="02070309020205020404" pitchFamily="49" charset="0"/>
                <a:cs typeface="Courier New" panose="02070309020205020404" pitchFamily="49" charset="0"/>
              </a:rPr>
              <a:t> </a:t>
            </a:r>
            <a:r>
              <a:rPr lang="en-GB" sz="1800" dirty="0" err="1">
                <a:latin typeface="Courier New" panose="02070309020205020404" pitchFamily="49" charset="0"/>
                <a:cs typeface="Courier New" panose="02070309020205020404" pitchFamily="49" charset="0"/>
              </a:rPr>
              <a:t>i_count</a:t>
            </a:r>
            <a:r>
              <a:rPr lang="en-GB" sz="1800" dirty="0">
                <a:latin typeface="Courier New" panose="02070309020205020404" pitchFamily="49" charset="0"/>
                <a:cs typeface="Courier New" panose="02070309020205020404" pitchFamily="49" charset="0"/>
              </a:rPr>
              <a:t>;</a:t>
            </a:r>
            <a:br>
              <a:rPr lang="en-GB" sz="1800" dirty="0">
                <a:latin typeface="Courier New" panose="02070309020205020404" pitchFamily="49" charset="0"/>
                <a:cs typeface="Courier New" panose="02070309020205020404" pitchFamily="49" charset="0"/>
              </a:rPr>
            </a:br>
            <a:r>
              <a:rPr lang="en-GB" sz="1800" dirty="0">
                <a:latin typeface="Courier New" panose="02070309020205020404" pitchFamily="49" charset="0"/>
                <a:cs typeface="Courier New" panose="02070309020205020404" pitchFamily="49" charset="0"/>
              </a:rPr>
              <a:t>    </a:t>
            </a:r>
            <a:r>
              <a:rPr lang="en-GB" sz="1800" dirty="0" err="1">
                <a:solidFill>
                  <a:srgbClr val="A31515"/>
                </a:solidFill>
                <a:effectLst/>
                <a:latin typeface="Courier New" panose="02070309020205020404" pitchFamily="49" charset="0"/>
                <a:cs typeface="Courier New" panose="02070309020205020404" pitchFamily="49" charset="0"/>
              </a:rPr>
              <a:t>umode_t</a:t>
            </a:r>
            <a:r>
              <a:rPr lang="en-GB" sz="1800" dirty="0">
                <a:latin typeface="Courier New" panose="02070309020205020404" pitchFamily="49" charset="0"/>
                <a:cs typeface="Courier New" panose="02070309020205020404" pitchFamily="49" charset="0"/>
              </a:rPr>
              <a:t> </a:t>
            </a:r>
            <a:r>
              <a:rPr lang="en-GB" sz="1800" dirty="0" err="1">
                <a:latin typeface="Courier New" panose="02070309020205020404" pitchFamily="49" charset="0"/>
                <a:cs typeface="Courier New" panose="02070309020205020404" pitchFamily="49" charset="0"/>
              </a:rPr>
              <a:t>i_mode</a:t>
            </a:r>
            <a:r>
              <a:rPr lang="en-GB" sz="1800" dirty="0">
                <a:latin typeface="Courier New" panose="02070309020205020404" pitchFamily="49" charset="0"/>
                <a:cs typeface="Courier New" panose="02070309020205020404" pitchFamily="49" charset="0"/>
              </a:rPr>
              <a:t>;</a:t>
            </a:r>
            <a:br>
              <a:rPr lang="en-GB" sz="1800" dirty="0">
                <a:latin typeface="Courier New" panose="02070309020205020404" pitchFamily="49" charset="0"/>
                <a:cs typeface="Courier New" panose="02070309020205020404" pitchFamily="49" charset="0"/>
              </a:rPr>
            </a:br>
            <a:r>
              <a:rPr lang="en-GB" sz="1800" dirty="0">
                <a:latin typeface="Courier New" panose="02070309020205020404" pitchFamily="49" charset="0"/>
                <a:cs typeface="Courier New" panose="02070309020205020404" pitchFamily="49" charset="0"/>
              </a:rPr>
              <a:t>    </a:t>
            </a:r>
            <a:r>
              <a:rPr lang="en-GB" sz="1800" dirty="0">
                <a:solidFill>
                  <a:srgbClr val="A31515"/>
                </a:solidFill>
                <a:effectLst/>
                <a:latin typeface="Courier New" panose="02070309020205020404" pitchFamily="49" charset="0"/>
                <a:cs typeface="Courier New" panose="02070309020205020404" pitchFamily="49" charset="0"/>
              </a:rPr>
              <a:t>unsigned</a:t>
            </a:r>
            <a:r>
              <a:rPr lang="en-GB" sz="1800" dirty="0">
                <a:latin typeface="Courier New" panose="02070309020205020404" pitchFamily="49" charset="0"/>
                <a:cs typeface="Courier New" panose="02070309020205020404" pitchFamily="49" charset="0"/>
              </a:rPr>
              <a:t> </a:t>
            </a:r>
            <a:r>
              <a:rPr lang="en-GB" sz="1800" dirty="0">
                <a:solidFill>
                  <a:srgbClr val="A31515"/>
                </a:solidFill>
                <a:effectLst/>
                <a:latin typeface="Courier New" panose="02070309020205020404" pitchFamily="49" charset="0"/>
                <a:cs typeface="Courier New" panose="02070309020205020404" pitchFamily="49" charset="0"/>
              </a:rPr>
              <a:t>int</a:t>
            </a:r>
            <a:r>
              <a:rPr lang="en-GB" sz="1800" dirty="0">
                <a:latin typeface="Courier New" panose="02070309020205020404" pitchFamily="49" charset="0"/>
                <a:cs typeface="Courier New" panose="02070309020205020404" pitchFamily="49" charset="0"/>
              </a:rPr>
              <a:t> </a:t>
            </a:r>
            <a:r>
              <a:rPr lang="en-GB" sz="1800" dirty="0" err="1">
                <a:latin typeface="Courier New" panose="02070309020205020404" pitchFamily="49" charset="0"/>
                <a:cs typeface="Courier New" panose="02070309020205020404" pitchFamily="49" charset="0"/>
              </a:rPr>
              <a:t>i_nlink</a:t>
            </a:r>
            <a:r>
              <a:rPr lang="en-GB" sz="1800" dirty="0">
                <a:latin typeface="Courier New" panose="02070309020205020404" pitchFamily="49" charset="0"/>
                <a:cs typeface="Courier New" panose="02070309020205020404" pitchFamily="49" charset="0"/>
              </a:rPr>
              <a:t>;</a:t>
            </a:r>
            <a:br>
              <a:rPr lang="en-GB" sz="1800" dirty="0">
                <a:latin typeface="Courier New" panose="02070309020205020404" pitchFamily="49" charset="0"/>
                <a:cs typeface="Courier New" panose="02070309020205020404" pitchFamily="49" charset="0"/>
              </a:rPr>
            </a:br>
            <a:r>
              <a:rPr lang="en-GB" sz="1800" dirty="0">
                <a:latin typeface="Courier New" panose="02070309020205020404" pitchFamily="49" charset="0"/>
                <a:cs typeface="Courier New" panose="02070309020205020404" pitchFamily="49" charset="0"/>
              </a:rPr>
              <a:t>    </a:t>
            </a:r>
            <a:r>
              <a:rPr lang="en-GB" sz="1800" dirty="0" err="1">
                <a:solidFill>
                  <a:srgbClr val="A31515"/>
                </a:solidFill>
                <a:effectLst/>
                <a:latin typeface="Courier New" panose="02070309020205020404" pitchFamily="49" charset="0"/>
                <a:cs typeface="Courier New" panose="02070309020205020404" pitchFamily="49" charset="0"/>
              </a:rPr>
              <a:t>uid_t</a:t>
            </a:r>
            <a:r>
              <a:rPr lang="en-GB" sz="1800" dirty="0">
                <a:latin typeface="Courier New" panose="02070309020205020404" pitchFamily="49" charset="0"/>
                <a:cs typeface="Courier New" panose="02070309020205020404" pitchFamily="49" charset="0"/>
              </a:rPr>
              <a:t> </a:t>
            </a:r>
            <a:r>
              <a:rPr lang="en-GB" sz="1800" dirty="0" err="1">
                <a:latin typeface="Courier New" panose="02070309020205020404" pitchFamily="49" charset="0"/>
                <a:cs typeface="Courier New" panose="02070309020205020404" pitchFamily="49" charset="0"/>
              </a:rPr>
              <a:t>i_uid</a:t>
            </a:r>
            <a:r>
              <a:rPr lang="en-GB" sz="1800" dirty="0">
                <a:latin typeface="Courier New" panose="02070309020205020404" pitchFamily="49" charset="0"/>
                <a:cs typeface="Courier New" panose="02070309020205020404" pitchFamily="49" charset="0"/>
              </a:rPr>
              <a:t>;</a:t>
            </a:r>
            <a:br>
              <a:rPr lang="en-GB" sz="1800" dirty="0">
                <a:latin typeface="Courier New" panose="02070309020205020404" pitchFamily="49" charset="0"/>
                <a:cs typeface="Courier New" panose="02070309020205020404" pitchFamily="49" charset="0"/>
              </a:rPr>
            </a:br>
            <a:r>
              <a:rPr lang="en-GB" sz="1800" dirty="0">
                <a:latin typeface="Courier New" panose="02070309020205020404" pitchFamily="49" charset="0"/>
                <a:cs typeface="Courier New" panose="02070309020205020404" pitchFamily="49" charset="0"/>
              </a:rPr>
              <a:t>    </a:t>
            </a:r>
            <a:r>
              <a:rPr lang="en-GB" sz="1800" dirty="0" err="1">
                <a:solidFill>
                  <a:srgbClr val="A31515"/>
                </a:solidFill>
                <a:effectLst/>
                <a:latin typeface="Courier New" panose="02070309020205020404" pitchFamily="49" charset="0"/>
                <a:cs typeface="Courier New" panose="02070309020205020404" pitchFamily="49" charset="0"/>
              </a:rPr>
              <a:t>gid_t</a:t>
            </a:r>
            <a:r>
              <a:rPr lang="en-GB" sz="1800" dirty="0">
                <a:latin typeface="Courier New" panose="02070309020205020404" pitchFamily="49" charset="0"/>
                <a:cs typeface="Courier New" panose="02070309020205020404" pitchFamily="49" charset="0"/>
              </a:rPr>
              <a:t> </a:t>
            </a:r>
            <a:r>
              <a:rPr lang="en-GB" sz="1800" dirty="0" err="1">
                <a:latin typeface="Courier New" panose="02070309020205020404" pitchFamily="49" charset="0"/>
                <a:cs typeface="Courier New" panose="02070309020205020404" pitchFamily="49" charset="0"/>
              </a:rPr>
              <a:t>i_gid</a:t>
            </a:r>
            <a:r>
              <a:rPr lang="en-GB" sz="1800" dirty="0">
                <a:latin typeface="Courier New" panose="02070309020205020404" pitchFamily="49" charset="0"/>
                <a:cs typeface="Courier New" panose="02070309020205020404" pitchFamily="49" charset="0"/>
              </a:rPr>
              <a:t>;</a:t>
            </a:r>
            <a:br>
              <a:rPr lang="en-GB" sz="1800" dirty="0">
                <a:latin typeface="Courier New" panose="02070309020205020404" pitchFamily="49" charset="0"/>
                <a:cs typeface="Courier New" panose="02070309020205020404" pitchFamily="49" charset="0"/>
              </a:rPr>
            </a:br>
            <a:r>
              <a:rPr lang="en-GB" sz="1800" dirty="0">
                <a:latin typeface="Courier New" panose="02070309020205020404" pitchFamily="49" charset="0"/>
                <a:cs typeface="Courier New" panose="02070309020205020404" pitchFamily="49" charset="0"/>
              </a:rPr>
              <a:t>    </a:t>
            </a:r>
            <a:r>
              <a:rPr lang="en-GB" sz="1800" dirty="0" err="1">
                <a:solidFill>
                  <a:srgbClr val="A31515"/>
                </a:solidFill>
                <a:effectLst/>
                <a:latin typeface="Courier New" panose="02070309020205020404" pitchFamily="49" charset="0"/>
                <a:cs typeface="Courier New" panose="02070309020205020404" pitchFamily="49" charset="0"/>
              </a:rPr>
              <a:t>dev_t</a:t>
            </a:r>
            <a:r>
              <a:rPr lang="en-GB" sz="1800" dirty="0">
                <a:latin typeface="Courier New" panose="02070309020205020404" pitchFamily="49" charset="0"/>
                <a:cs typeface="Courier New" panose="02070309020205020404" pitchFamily="49" charset="0"/>
              </a:rPr>
              <a:t> </a:t>
            </a:r>
            <a:r>
              <a:rPr lang="en-GB" sz="1800" dirty="0" err="1">
                <a:latin typeface="Courier New" panose="02070309020205020404" pitchFamily="49" charset="0"/>
                <a:cs typeface="Courier New" panose="02070309020205020404" pitchFamily="49" charset="0"/>
              </a:rPr>
              <a:t>i_rdev</a:t>
            </a:r>
            <a:r>
              <a:rPr lang="en-GB" sz="1800" dirty="0">
                <a:latin typeface="Courier New" panose="02070309020205020404" pitchFamily="49" charset="0"/>
                <a:cs typeface="Courier New" panose="02070309020205020404" pitchFamily="49" charset="0"/>
              </a:rPr>
              <a:t>;</a:t>
            </a:r>
            <a:br>
              <a:rPr lang="en-GB" sz="1800" dirty="0">
                <a:latin typeface="Courier New" panose="02070309020205020404" pitchFamily="49" charset="0"/>
                <a:cs typeface="Courier New" panose="02070309020205020404" pitchFamily="49" charset="0"/>
              </a:rPr>
            </a:br>
            <a:r>
              <a:rPr lang="en-GB" sz="1800" dirty="0">
                <a:latin typeface="Courier New" panose="02070309020205020404" pitchFamily="49" charset="0"/>
                <a:cs typeface="Courier New" panose="02070309020205020404" pitchFamily="49" charset="0"/>
              </a:rPr>
              <a:t>    </a:t>
            </a:r>
            <a:r>
              <a:rPr lang="en-GB" sz="1800" dirty="0" err="1">
                <a:solidFill>
                  <a:srgbClr val="A31515"/>
                </a:solidFill>
                <a:effectLst/>
                <a:latin typeface="Courier New" panose="02070309020205020404" pitchFamily="49" charset="0"/>
                <a:cs typeface="Courier New" panose="02070309020205020404" pitchFamily="49" charset="0"/>
              </a:rPr>
              <a:t>loff_t</a:t>
            </a:r>
            <a:r>
              <a:rPr lang="en-GB" sz="1800" dirty="0">
                <a:latin typeface="Courier New" panose="02070309020205020404" pitchFamily="49" charset="0"/>
                <a:cs typeface="Courier New" panose="02070309020205020404" pitchFamily="49" charset="0"/>
              </a:rPr>
              <a:t> </a:t>
            </a:r>
            <a:r>
              <a:rPr lang="en-GB" sz="1800" dirty="0" err="1">
                <a:latin typeface="Courier New" panose="02070309020205020404" pitchFamily="49" charset="0"/>
                <a:cs typeface="Courier New" panose="02070309020205020404" pitchFamily="49" charset="0"/>
              </a:rPr>
              <a:t>i_size</a:t>
            </a:r>
            <a:r>
              <a:rPr lang="en-GB" sz="1800" dirty="0">
                <a:latin typeface="Courier New" panose="02070309020205020404" pitchFamily="49" charset="0"/>
                <a:cs typeface="Courier New" panose="02070309020205020404" pitchFamily="49" charset="0"/>
              </a:rPr>
              <a:t>;</a:t>
            </a:r>
            <a:br>
              <a:rPr lang="en-GB" sz="1800" dirty="0">
                <a:latin typeface="Courier New" panose="02070309020205020404" pitchFamily="49" charset="0"/>
                <a:cs typeface="Courier New" panose="02070309020205020404" pitchFamily="49" charset="0"/>
              </a:rPr>
            </a:br>
            <a:r>
              <a:rPr lang="en-GB" sz="1800" dirty="0">
                <a:latin typeface="Courier New" panose="02070309020205020404" pitchFamily="49" charset="0"/>
                <a:cs typeface="Courier New" panose="02070309020205020404" pitchFamily="49" charset="0"/>
              </a:rPr>
              <a:t>    </a:t>
            </a:r>
            <a:r>
              <a:rPr lang="en-GB" sz="1800" dirty="0">
                <a:solidFill>
                  <a:srgbClr val="0000FF"/>
                </a:solidFill>
                <a:effectLst/>
                <a:latin typeface="Courier New" panose="02070309020205020404" pitchFamily="49" charset="0"/>
                <a:cs typeface="Courier New" panose="02070309020205020404" pitchFamily="49" charset="0"/>
              </a:rPr>
              <a:t>struct</a:t>
            </a:r>
            <a:r>
              <a:rPr lang="en-GB" sz="1800" dirty="0">
                <a:solidFill>
                  <a:srgbClr val="000000"/>
                </a:solidFill>
                <a:effectLst/>
                <a:latin typeface="Courier New" panose="02070309020205020404" pitchFamily="49" charset="0"/>
                <a:cs typeface="Courier New" panose="02070309020205020404" pitchFamily="49" charset="0"/>
              </a:rPr>
              <a:t> </a:t>
            </a:r>
            <a:r>
              <a:rPr lang="en-GB" sz="1800" dirty="0" err="1">
                <a:solidFill>
                  <a:srgbClr val="A31515"/>
                </a:solidFill>
                <a:effectLst/>
                <a:latin typeface="Courier New" panose="02070309020205020404" pitchFamily="49" charset="0"/>
                <a:cs typeface="Courier New" panose="02070309020205020404" pitchFamily="49" charset="0"/>
              </a:rPr>
              <a:t>timespec</a:t>
            </a:r>
            <a:r>
              <a:rPr lang="en-GB" sz="1800" dirty="0">
                <a:solidFill>
                  <a:srgbClr val="000000"/>
                </a:solidFill>
                <a:effectLst/>
                <a:latin typeface="Courier New" panose="02070309020205020404" pitchFamily="49" charset="0"/>
                <a:cs typeface="Courier New" panose="02070309020205020404" pitchFamily="49" charset="0"/>
              </a:rPr>
              <a:t> </a:t>
            </a:r>
            <a:r>
              <a:rPr lang="en-GB" sz="1800" dirty="0" err="1">
                <a:solidFill>
                  <a:schemeClr val="tx1"/>
                </a:solidFill>
                <a:effectLst/>
                <a:latin typeface="Courier New" panose="02070309020205020404" pitchFamily="49" charset="0"/>
                <a:cs typeface="Courier New" panose="02070309020205020404" pitchFamily="49" charset="0"/>
              </a:rPr>
              <a:t>i_atime</a:t>
            </a:r>
            <a:r>
              <a:rPr lang="en-GB" sz="1800" dirty="0">
                <a:solidFill>
                  <a:srgbClr val="000000"/>
                </a:solidFill>
                <a:effectLst/>
                <a:latin typeface="Courier New" panose="02070309020205020404" pitchFamily="49" charset="0"/>
                <a:cs typeface="Courier New" panose="02070309020205020404" pitchFamily="49" charset="0"/>
              </a:rPr>
              <a:t>;</a:t>
            </a:r>
            <a:br>
              <a:rPr lang="en-GB" sz="1800" dirty="0">
                <a:solidFill>
                  <a:srgbClr val="000000"/>
                </a:solidFill>
                <a:effectLst/>
                <a:latin typeface="Courier New" panose="02070309020205020404" pitchFamily="49" charset="0"/>
                <a:cs typeface="Courier New" panose="02070309020205020404" pitchFamily="49" charset="0"/>
              </a:rPr>
            </a:br>
            <a:r>
              <a:rPr lang="en-GB" sz="1800" dirty="0">
                <a:solidFill>
                  <a:srgbClr val="000000"/>
                </a:solidFill>
                <a:effectLst/>
                <a:latin typeface="Courier New" panose="02070309020205020404" pitchFamily="49" charset="0"/>
                <a:cs typeface="Courier New" panose="02070309020205020404" pitchFamily="49" charset="0"/>
              </a:rPr>
              <a:t>    </a:t>
            </a:r>
            <a:r>
              <a:rPr lang="en-GB" sz="1800" dirty="0">
                <a:solidFill>
                  <a:srgbClr val="0000FF"/>
                </a:solidFill>
                <a:effectLst/>
                <a:latin typeface="Courier New" panose="02070309020205020404" pitchFamily="49" charset="0"/>
                <a:cs typeface="Courier New" panose="02070309020205020404" pitchFamily="49" charset="0"/>
              </a:rPr>
              <a:t>struct</a:t>
            </a:r>
            <a:r>
              <a:rPr lang="en-GB" sz="1800" dirty="0">
                <a:solidFill>
                  <a:srgbClr val="000000"/>
                </a:solidFill>
                <a:effectLst/>
                <a:latin typeface="Courier New" panose="02070309020205020404" pitchFamily="49" charset="0"/>
                <a:cs typeface="Courier New" panose="02070309020205020404" pitchFamily="49" charset="0"/>
              </a:rPr>
              <a:t> </a:t>
            </a:r>
            <a:r>
              <a:rPr lang="en-GB" sz="1800" dirty="0" err="1">
                <a:solidFill>
                  <a:srgbClr val="A31515"/>
                </a:solidFill>
                <a:effectLst/>
                <a:latin typeface="Courier New" panose="02070309020205020404" pitchFamily="49" charset="0"/>
                <a:cs typeface="Courier New" panose="02070309020205020404" pitchFamily="49" charset="0"/>
              </a:rPr>
              <a:t>timespec</a:t>
            </a:r>
            <a:r>
              <a:rPr lang="en-GB" sz="1800" dirty="0">
                <a:solidFill>
                  <a:srgbClr val="000000"/>
                </a:solidFill>
                <a:effectLst/>
                <a:latin typeface="Courier New" panose="02070309020205020404" pitchFamily="49" charset="0"/>
                <a:cs typeface="Courier New" panose="02070309020205020404" pitchFamily="49" charset="0"/>
              </a:rPr>
              <a:t> </a:t>
            </a:r>
            <a:r>
              <a:rPr lang="en-GB" sz="1800" dirty="0" err="1">
                <a:solidFill>
                  <a:schemeClr val="tx1"/>
                </a:solidFill>
                <a:effectLst/>
                <a:latin typeface="Courier New" panose="02070309020205020404" pitchFamily="49" charset="0"/>
                <a:cs typeface="Courier New" panose="02070309020205020404" pitchFamily="49" charset="0"/>
              </a:rPr>
              <a:t>i_mtime</a:t>
            </a:r>
            <a:r>
              <a:rPr lang="en-GB" sz="1800" dirty="0">
                <a:solidFill>
                  <a:srgbClr val="000000"/>
                </a:solidFill>
                <a:effectLst/>
                <a:latin typeface="Courier New" panose="02070309020205020404" pitchFamily="49" charset="0"/>
                <a:cs typeface="Courier New" panose="02070309020205020404" pitchFamily="49" charset="0"/>
              </a:rPr>
              <a:t>;</a:t>
            </a:r>
            <a:br>
              <a:rPr lang="en-GB" sz="1800" dirty="0">
                <a:solidFill>
                  <a:srgbClr val="000000"/>
                </a:solidFill>
                <a:effectLst/>
                <a:latin typeface="Courier New" panose="02070309020205020404" pitchFamily="49" charset="0"/>
                <a:cs typeface="Courier New" panose="02070309020205020404" pitchFamily="49" charset="0"/>
              </a:rPr>
            </a:br>
            <a:r>
              <a:rPr lang="en-GB" sz="1800" dirty="0">
                <a:solidFill>
                  <a:srgbClr val="000000"/>
                </a:solidFill>
                <a:effectLst/>
                <a:latin typeface="Courier New" panose="02070309020205020404" pitchFamily="49" charset="0"/>
                <a:cs typeface="Courier New" panose="02070309020205020404" pitchFamily="49" charset="0"/>
              </a:rPr>
              <a:t>    </a:t>
            </a:r>
            <a:r>
              <a:rPr lang="en-GB" sz="1800" dirty="0">
                <a:solidFill>
                  <a:srgbClr val="0000FF"/>
                </a:solidFill>
                <a:effectLst/>
                <a:latin typeface="Courier New" panose="02070309020205020404" pitchFamily="49" charset="0"/>
                <a:cs typeface="Courier New" panose="02070309020205020404" pitchFamily="49" charset="0"/>
              </a:rPr>
              <a:t>struct</a:t>
            </a:r>
            <a:r>
              <a:rPr lang="en-GB" sz="1800" dirty="0">
                <a:solidFill>
                  <a:srgbClr val="000000"/>
                </a:solidFill>
                <a:effectLst/>
                <a:latin typeface="Courier New" panose="02070309020205020404" pitchFamily="49" charset="0"/>
                <a:cs typeface="Courier New" panose="02070309020205020404" pitchFamily="49" charset="0"/>
              </a:rPr>
              <a:t> </a:t>
            </a:r>
            <a:r>
              <a:rPr lang="en-GB" sz="1800" dirty="0" err="1">
                <a:solidFill>
                  <a:srgbClr val="A31515"/>
                </a:solidFill>
                <a:effectLst/>
                <a:latin typeface="Courier New" panose="02070309020205020404" pitchFamily="49" charset="0"/>
                <a:cs typeface="Courier New" panose="02070309020205020404" pitchFamily="49" charset="0"/>
              </a:rPr>
              <a:t>timespec</a:t>
            </a:r>
            <a:r>
              <a:rPr lang="en-GB" sz="1800" dirty="0">
                <a:solidFill>
                  <a:srgbClr val="000000"/>
                </a:solidFill>
                <a:effectLst/>
                <a:latin typeface="Courier New" panose="02070309020205020404" pitchFamily="49" charset="0"/>
                <a:cs typeface="Courier New" panose="02070309020205020404" pitchFamily="49" charset="0"/>
              </a:rPr>
              <a:t> </a:t>
            </a:r>
            <a:r>
              <a:rPr lang="en-GB" sz="1800" dirty="0" err="1">
                <a:solidFill>
                  <a:schemeClr val="tx1"/>
                </a:solidFill>
                <a:effectLst/>
                <a:latin typeface="Courier New" panose="02070309020205020404" pitchFamily="49" charset="0"/>
                <a:cs typeface="Courier New" panose="02070309020205020404" pitchFamily="49" charset="0"/>
              </a:rPr>
              <a:t>i_ctime</a:t>
            </a:r>
            <a:r>
              <a:rPr lang="en-GB" sz="1800" dirty="0">
                <a:solidFill>
                  <a:srgbClr val="000000"/>
                </a:solidFill>
                <a:effectLst/>
                <a:latin typeface="Courier New" panose="02070309020205020404" pitchFamily="49" charset="0"/>
                <a:cs typeface="Courier New" panose="02070309020205020404" pitchFamily="49" charset="0"/>
              </a:rPr>
              <a:t>;</a:t>
            </a:r>
            <a:br>
              <a:rPr lang="en-GB" sz="1800" dirty="0">
                <a:solidFill>
                  <a:srgbClr val="000000"/>
                </a:solidFill>
                <a:effectLst/>
                <a:latin typeface="Courier New" panose="02070309020205020404" pitchFamily="49" charset="0"/>
                <a:cs typeface="Courier New" panose="02070309020205020404" pitchFamily="49" charset="0"/>
              </a:rPr>
            </a:br>
            <a:r>
              <a:rPr lang="en-GB" sz="1800" dirty="0">
                <a:solidFill>
                  <a:srgbClr val="000000"/>
                </a:solidFill>
                <a:effectLst/>
                <a:latin typeface="Courier New" panose="02070309020205020404" pitchFamily="49" charset="0"/>
                <a:cs typeface="Courier New" panose="02070309020205020404" pitchFamily="49" charset="0"/>
              </a:rPr>
              <a:t>    </a:t>
            </a:r>
            <a:r>
              <a:rPr lang="en-GB" sz="1400" dirty="0">
                <a:solidFill>
                  <a:srgbClr val="008000"/>
                </a:solidFill>
                <a:effectLst/>
                <a:latin typeface="Courier New" panose="02070309020205020404" pitchFamily="49" charset="0"/>
                <a:cs typeface="Courier New" panose="02070309020205020404" pitchFamily="49" charset="0"/>
              </a:rPr>
              <a:t>// ...</a:t>
            </a:r>
            <a:endParaRPr lang="en-US" sz="3200" dirty="0">
              <a:latin typeface="Courier New" panose="02070309020205020404" pitchFamily="49" charset="0"/>
              <a:ea typeface="Courier" charset="0"/>
              <a:cs typeface="Courier New" panose="02070309020205020404" pitchFamily="49" charset="0"/>
            </a:endParaRPr>
          </a:p>
        </p:txBody>
      </p:sp>
    </p:spTree>
    <p:extLst>
      <p:ext uri="{BB962C8B-B14F-4D97-AF65-F5344CB8AC3E}">
        <p14:creationId xmlns:p14="http://schemas.microsoft.com/office/powerpoint/2010/main" val="39656484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9C92998-F821-4E15-BBFC-43178145EFAF}"/>
              </a:ext>
            </a:extLst>
          </p:cNvPr>
          <p:cNvSpPr>
            <a:spLocks noGrp="1"/>
          </p:cNvSpPr>
          <p:nvPr>
            <p:ph type="title"/>
          </p:nvPr>
        </p:nvSpPr>
        <p:spPr/>
        <p:txBody>
          <a:bodyPr/>
          <a:lstStyle/>
          <a:p>
            <a:pPr>
              <a:defRPr/>
            </a:pPr>
            <a:r>
              <a:rPr lang="en-US" dirty="0" err="1"/>
              <a:t>inode</a:t>
            </a:r>
            <a:r>
              <a:rPr lang="en-US" dirty="0"/>
              <a:t> Interface</a:t>
            </a:r>
          </a:p>
        </p:txBody>
      </p:sp>
      <p:sp>
        <p:nvSpPr>
          <p:cNvPr id="30725" name="Content Placeholder 22">
            <a:extLst>
              <a:ext uri="{FF2B5EF4-FFF2-40B4-BE49-F238E27FC236}">
                <a16:creationId xmlns:a16="http://schemas.microsoft.com/office/drawing/2014/main" id="{780998E4-D833-4328-9E0F-4938412C5C8A}"/>
              </a:ext>
            </a:extLst>
          </p:cNvPr>
          <p:cNvSpPr>
            <a:spLocks noGrp="1" noChangeArrowheads="1"/>
          </p:cNvSpPr>
          <p:nvPr>
            <p:ph sz="quarter" idx="19"/>
          </p:nvPr>
        </p:nvSpPr>
        <p:spPr bwMode="auto">
          <a:xfrm>
            <a:off x="492125" y="1418576"/>
            <a:ext cx="5332413" cy="3605212"/>
          </a:xfrm>
        </p:spPr>
        <p:txBody>
          <a:bodyPr wrap="square" numCol="1" anchor="t" anchorCtr="0" compatLnSpc="1">
            <a:prstTxWarp prst="textNoShape">
              <a:avLst/>
            </a:prstTxWarp>
          </a:bodyPr>
          <a:lstStyle/>
          <a:p>
            <a:r>
              <a:rPr lang="en-US" sz="2000" dirty="0">
                <a:latin typeface="Courier" charset="0"/>
                <a:ea typeface="Courier" charset="0"/>
                <a:cs typeface="Courier" charset="0"/>
              </a:rPr>
              <a:t>create()</a:t>
            </a:r>
            <a:r>
              <a:rPr lang="en-US" dirty="0"/>
              <a:t>: creates a file in a directory</a:t>
            </a:r>
          </a:p>
          <a:p>
            <a:r>
              <a:rPr lang="en-US" sz="2000" dirty="0">
                <a:latin typeface="Courier" charset="0"/>
                <a:ea typeface="Courier" charset="0"/>
                <a:cs typeface="Courier" charset="0"/>
              </a:rPr>
              <a:t>lookup()</a:t>
            </a:r>
            <a:r>
              <a:rPr lang="en-US" dirty="0"/>
              <a:t>: finds a file by name within a directory</a:t>
            </a:r>
          </a:p>
          <a:p>
            <a:r>
              <a:rPr lang="en-US" sz="2000" dirty="0">
                <a:latin typeface="Courier" charset="0"/>
                <a:ea typeface="Courier" charset="0"/>
                <a:cs typeface="Courier" charset="0"/>
              </a:rPr>
              <a:t>link()/</a:t>
            </a:r>
            <a:r>
              <a:rPr lang="en-US" sz="2000" dirty="0" err="1">
                <a:latin typeface="Courier" charset="0"/>
                <a:ea typeface="Courier" charset="0"/>
                <a:cs typeface="Courier" charset="0"/>
              </a:rPr>
              <a:t>symlink</a:t>
            </a:r>
            <a:r>
              <a:rPr lang="en-US" sz="2000" dirty="0">
                <a:latin typeface="Courier" charset="0"/>
                <a:ea typeface="Courier" charset="0"/>
                <a:cs typeface="Courier" charset="0"/>
              </a:rPr>
              <a:t>()/unlink()/</a:t>
            </a:r>
            <a:r>
              <a:rPr lang="en-US" sz="2000" dirty="0" err="1">
                <a:latin typeface="Courier" charset="0"/>
                <a:ea typeface="Courier" charset="0"/>
                <a:cs typeface="Courier" charset="0"/>
              </a:rPr>
              <a:t>readlink</a:t>
            </a:r>
            <a:r>
              <a:rPr lang="en-US" sz="2000" dirty="0">
                <a:latin typeface="Courier" charset="0"/>
                <a:ea typeface="Courier" charset="0"/>
                <a:cs typeface="Courier" charset="0"/>
              </a:rPr>
              <a:t>()/</a:t>
            </a:r>
            <a:r>
              <a:rPr lang="en-US" sz="2000" dirty="0" err="1">
                <a:latin typeface="Courier" charset="0"/>
                <a:ea typeface="Courier" charset="0"/>
                <a:cs typeface="Courier" charset="0"/>
              </a:rPr>
              <a:t>follow_link</a:t>
            </a:r>
            <a:r>
              <a:rPr lang="en-US" sz="2000" dirty="0">
                <a:latin typeface="Courier" charset="0"/>
                <a:ea typeface="Courier" charset="0"/>
                <a:cs typeface="Courier" charset="0"/>
              </a:rPr>
              <a:t>()</a:t>
            </a:r>
            <a:r>
              <a:rPr lang="en-US" dirty="0"/>
              <a:t>: manages file system links</a:t>
            </a:r>
          </a:p>
          <a:p>
            <a:r>
              <a:rPr lang="en-US" sz="2000" dirty="0" err="1">
                <a:latin typeface="Courier" charset="0"/>
                <a:ea typeface="Courier" charset="0"/>
                <a:cs typeface="Courier" charset="0"/>
              </a:rPr>
              <a:t>mkdir</a:t>
            </a:r>
            <a:r>
              <a:rPr lang="en-US" sz="2000" dirty="0">
                <a:latin typeface="Courier" charset="0"/>
                <a:ea typeface="Courier" charset="0"/>
                <a:cs typeface="Courier" charset="0"/>
              </a:rPr>
              <a:t>()/</a:t>
            </a:r>
            <a:r>
              <a:rPr lang="en-US" sz="2000" dirty="0" err="1">
                <a:latin typeface="Courier" charset="0"/>
                <a:ea typeface="Courier" charset="0"/>
                <a:cs typeface="Courier" charset="0"/>
              </a:rPr>
              <a:t>rmdir</a:t>
            </a:r>
            <a:r>
              <a:rPr lang="en-US" sz="2000" dirty="0">
                <a:latin typeface="Courier" charset="0"/>
                <a:ea typeface="Courier" charset="0"/>
                <a:cs typeface="Courier" charset="0"/>
              </a:rPr>
              <a:t>():</a:t>
            </a:r>
            <a:r>
              <a:rPr lang="en-US" dirty="0"/>
              <a:t> creates or removes sub-directories</a:t>
            </a:r>
          </a:p>
          <a:p>
            <a:r>
              <a:rPr lang="en-US" sz="2000" dirty="0" err="1">
                <a:latin typeface="Courier" charset="0"/>
                <a:ea typeface="Courier" charset="0"/>
                <a:cs typeface="Courier" charset="0"/>
              </a:rPr>
              <a:t>mknod</a:t>
            </a:r>
            <a:r>
              <a:rPr lang="en-US" sz="2000" dirty="0">
                <a:latin typeface="Courier" charset="0"/>
                <a:ea typeface="Courier" charset="0"/>
                <a:cs typeface="Courier" charset="0"/>
              </a:rPr>
              <a:t>()</a:t>
            </a:r>
            <a:r>
              <a:rPr lang="en-US" dirty="0"/>
              <a:t>: creates a directory, special file, or regular file</a:t>
            </a:r>
          </a:p>
          <a:p>
            <a:r>
              <a:rPr lang="en-US" sz="2000" dirty="0" err="1">
                <a:latin typeface="Courier" charset="0"/>
                <a:ea typeface="Courier" charset="0"/>
                <a:cs typeface="Courier" charset="0"/>
              </a:rPr>
              <a:t>readpage</a:t>
            </a:r>
            <a:r>
              <a:rPr lang="en-US" sz="2000" dirty="0">
                <a:latin typeface="Courier" charset="0"/>
                <a:ea typeface="Courier" charset="0"/>
                <a:cs typeface="Courier" charset="0"/>
              </a:rPr>
              <a:t>()/</a:t>
            </a:r>
            <a:r>
              <a:rPr lang="en-US" sz="2000" dirty="0" err="1">
                <a:latin typeface="Courier" charset="0"/>
                <a:ea typeface="Courier" charset="0"/>
                <a:cs typeface="Courier" charset="0"/>
              </a:rPr>
              <a:t>writepage</a:t>
            </a:r>
            <a:r>
              <a:rPr lang="en-US" sz="2000" dirty="0">
                <a:latin typeface="Courier" charset="0"/>
                <a:ea typeface="Courier" charset="0"/>
                <a:cs typeface="Courier" charset="0"/>
              </a:rPr>
              <a:t>()</a:t>
            </a:r>
            <a:r>
              <a:rPr lang="en-US" dirty="0"/>
              <a:t>: reads or writes a page of physical memory</a:t>
            </a:r>
            <a:endParaRPr lang="en-US" altLang="en-US" dirty="0">
              <a:ea typeface="ＭＳ Ｐゴシック" panose="020B0600070205080204" pitchFamily="34" charset="-128"/>
            </a:endParaRPr>
          </a:p>
        </p:txBody>
      </p:sp>
      <p:sp>
        <p:nvSpPr>
          <p:cNvPr id="30727" name="Content Placeholder 1">
            <a:extLst>
              <a:ext uri="{FF2B5EF4-FFF2-40B4-BE49-F238E27FC236}">
                <a16:creationId xmlns:a16="http://schemas.microsoft.com/office/drawing/2014/main" id="{4EEAE119-CD9F-4330-9D7E-4F77B079C67B}"/>
              </a:ext>
            </a:extLst>
          </p:cNvPr>
          <p:cNvSpPr>
            <a:spLocks noGrp="1" noChangeArrowheads="1"/>
          </p:cNvSpPr>
          <p:nvPr>
            <p:ph sz="quarter" idx="20"/>
          </p:nvPr>
        </p:nvSpPr>
        <p:spPr bwMode="auto">
          <a:xfrm>
            <a:off x="6342063" y="1418576"/>
            <a:ext cx="5330825" cy="3605212"/>
          </a:xfrm>
        </p:spPr>
        <p:txBody>
          <a:bodyPr wrap="square" numCol="1" anchor="t" anchorCtr="0" compatLnSpc="1">
            <a:prstTxWarp prst="textNoShape">
              <a:avLst/>
            </a:prstTxWarp>
          </a:bodyPr>
          <a:lstStyle/>
          <a:p>
            <a:r>
              <a:rPr lang="en-US" sz="2000" dirty="0">
                <a:latin typeface="Courier" charset="0"/>
                <a:ea typeface="Courier" charset="0"/>
                <a:cs typeface="Courier" charset="0"/>
              </a:rPr>
              <a:t>truncate()</a:t>
            </a:r>
            <a:r>
              <a:rPr lang="en-US" dirty="0"/>
              <a:t>: sets the length of a file to zero</a:t>
            </a:r>
          </a:p>
          <a:p>
            <a:r>
              <a:rPr lang="en-US" sz="2000" dirty="0">
                <a:latin typeface="Courier" charset="0"/>
                <a:ea typeface="Courier" charset="0"/>
                <a:cs typeface="Courier" charset="0"/>
              </a:rPr>
              <a:t>permission()</a:t>
            </a:r>
            <a:r>
              <a:rPr lang="en-US" dirty="0"/>
              <a:t>: checks to see if a user process has permission to perform an operation</a:t>
            </a:r>
          </a:p>
          <a:p>
            <a:r>
              <a:rPr lang="en-US" sz="2000" dirty="0" err="1">
                <a:latin typeface="Courier" charset="0"/>
                <a:ea typeface="Courier" charset="0"/>
                <a:cs typeface="Courier" charset="0"/>
              </a:rPr>
              <a:t>smap</a:t>
            </a:r>
            <a:r>
              <a:rPr lang="en-US" sz="2000" dirty="0">
                <a:latin typeface="Courier" charset="0"/>
                <a:ea typeface="Courier" charset="0"/>
                <a:cs typeface="Courier" charset="0"/>
              </a:rPr>
              <a:t>()</a:t>
            </a:r>
            <a:r>
              <a:rPr lang="en-US" dirty="0"/>
              <a:t>: maps a logical file block to a physical device sector</a:t>
            </a:r>
          </a:p>
          <a:p>
            <a:r>
              <a:rPr lang="en-US" sz="2000" dirty="0" err="1">
                <a:latin typeface="Courier" charset="0"/>
                <a:ea typeface="Courier" charset="0"/>
                <a:cs typeface="Courier" charset="0"/>
              </a:rPr>
              <a:t>bmap</a:t>
            </a:r>
            <a:r>
              <a:rPr lang="en-US" sz="2000" dirty="0">
                <a:latin typeface="Courier" charset="0"/>
                <a:ea typeface="Courier" charset="0"/>
                <a:cs typeface="Courier" charset="0"/>
              </a:rPr>
              <a:t>()</a:t>
            </a:r>
            <a:r>
              <a:rPr lang="en-US" dirty="0"/>
              <a:t>: maps a logical file block to a physical device block</a:t>
            </a:r>
          </a:p>
          <a:p>
            <a:r>
              <a:rPr lang="en-US" sz="2000" dirty="0">
                <a:latin typeface="Courier" charset="0"/>
                <a:ea typeface="Courier" charset="0"/>
                <a:cs typeface="Courier" charset="0"/>
              </a:rPr>
              <a:t>rename()</a:t>
            </a:r>
            <a:r>
              <a:rPr lang="en-US" dirty="0"/>
              <a:t>: renames a file or directory</a:t>
            </a:r>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10538902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9C92998-F821-4E15-BBFC-43178145EFAF}"/>
              </a:ext>
            </a:extLst>
          </p:cNvPr>
          <p:cNvSpPr>
            <a:spLocks noGrp="1"/>
          </p:cNvSpPr>
          <p:nvPr>
            <p:ph type="title"/>
          </p:nvPr>
        </p:nvSpPr>
        <p:spPr/>
        <p:txBody>
          <a:bodyPr/>
          <a:lstStyle/>
          <a:p>
            <a:pPr>
              <a:defRPr/>
            </a:pPr>
            <a:r>
              <a:rPr lang="en-US" dirty="0"/>
              <a:t>File Interface</a:t>
            </a:r>
          </a:p>
        </p:txBody>
      </p:sp>
      <p:sp>
        <p:nvSpPr>
          <p:cNvPr id="30725" name="Content Placeholder 22">
            <a:extLst>
              <a:ext uri="{FF2B5EF4-FFF2-40B4-BE49-F238E27FC236}">
                <a16:creationId xmlns:a16="http://schemas.microsoft.com/office/drawing/2014/main" id="{780998E4-D833-4328-9E0F-4938412C5C8A}"/>
              </a:ext>
            </a:extLst>
          </p:cNvPr>
          <p:cNvSpPr>
            <a:spLocks noGrp="1" noChangeArrowheads="1"/>
          </p:cNvSpPr>
          <p:nvPr>
            <p:ph sz="quarter" idx="19"/>
          </p:nvPr>
        </p:nvSpPr>
        <p:spPr bwMode="auto">
          <a:xfrm>
            <a:off x="492125" y="1418576"/>
            <a:ext cx="5332413" cy="3605212"/>
          </a:xfrm>
        </p:spPr>
        <p:txBody>
          <a:bodyPr wrap="square" numCol="1" anchor="t" anchorCtr="0" compatLnSpc="1">
            <a:prstTxWarp prst="textNoShape">
              <a:avLst/>
            </a:prstTxWarp>
          </a:bodyPr>
          <a:lstStyle/>
          <a:p>
            <a:r>
              <a:rPr lang="en-US" dirty="0">
                <a:latin typeface="Courier" charset="0"/>
                <a:ea typeface="Courier" charset="0"/>
                <a:cs typeface="Courier" charset="0"/>
              </a:rPr>
              <a:t>open()/release()</a:t>
            </a:r>
            <a:r>
              <a:rPr lang="en-US" dirty="0"/>
              <a:t>: opens or closes the file</a:t>
            </a:r>
          </a:p>
          <a:p>
            <a:r>
              <a:rPr lang="en-US" dirty="0">
                <a:latin typeface="Courier" charset="0"/>
                <a:ea typeface="Courier" charset="0"/>
                <a:cs typeface="Courier" charset="0"/>
              </a:rPr>
              <a:t>read()/write()</a:t>
            </a:r>
            <a:r>
              <a:rPr lang="en-US" dirty="0"/>
              <a:t>: reads or writes the file</a:t>
            </a:r>
          </a:p>
          <a:p>
            <a:r>
              <a:rPr lang="en-US" dirty="0">
                <a:latin typeface="Courier" charset="0"/>
                <a:ea typeface="Courier" charset="0"/>
                <a:cs typeface="Courier" charset="0"/>
              </a:rPr>
              <a:t>select()</a:t>
            </a:r>
            <a:r>
              <a:rPr lang="en-US" dirty="0"/>
              <a:t>: waits until the file is in a particular state (readable or writeable)</a:t>
            </a:r>
          </a:p>
          <a:p>
            <a:r>
              <a:rPr lang="en-US" dirty="0" err="1">
                <a:latin typeface="Courier" charset="0"/>
                <a:ea typeface="Courier" charset="0"/>
                <a:cs typeface="Courier" charset="0"/>
              </a:rPr>
              <a:t>lseek</a:t>
            </a:r>
            <a:r>
              <a:rPr lang="en-US" dirty="0">
                <a:latin typeface="Courier" charset="0"/>
                <a:ea typeface="Courier" charset="0"/>
                <a:cs typeface="Courier" charset="0"/>
              </a:rPr>
              <a:t>()</a:t>
            </a:r>
            <a:r>
              <a:rPr lang="en-US" dirty="0"/>
              <a:t>: moves to a particular offset in the file</a:t>
            </a:r>
          </a:p>
          <a:p>
            <a:r>
              <a:rPr lang="en-US" dirty="0" err="1">
                <a:latin typeface="Courier" charset="0"/>
                <a:ea typeface="Courier" charset="0"/>
                <a:cs typeface="Courier" charset="0"/>
              </a:rPr>
              <a:t>mmap</a:t>
            </a:r>
            <a:r>
              <a:rPr lang="en-US" dirty="0">
                <a:latin typeface="Courier" charset="0"/>
                <a:ea typeface="Courier" charset="0"/>
                <a:cs typeface="Courier" charset="0"/>
              </a:rPr>
              <a:t>():</a:t>
            </a:r>
            <a:r>
              <a:rPr lang="en-US" dirty="0"/>
              <a:t> maps a region of the file onto the virtual memory of a user process</a:t>
            </a:r>
            <a:endParaRPr lang="en-US" altLang="en-US" dirty="0">
              <a:ea typeface="ＭＳ Ｐゴシック" panose="020B0600070205080204" pitchFamily="34" charset="-128"/>
            </a:endParaRPr>
          </a:p>
        </p:txBody>
      </p:sp>
      <p:sp>
        <p:nvSpPr>
          <p:cNvPr id="30727" name="Content Placeholder 1">
            <a:extLst>
              <a:ext uri="{FF2B5EF4-FFF2-40B4-BE49-F238E27FC236}">
                <a16:creationId xmlns:a16="http://schemas.microsoft.com/office/drawing/2014/main" id="{4EEAE119-CD9F-4330-9D7E-4F77B079C67B}"/>
              </a:ext>
            </a:extLst>
          </p:cNvPr>
          <p:cNvSpPr>
            <a:spLocks noGrp="1" noChangeArrowheads="1"/>
          </p:cNvSpPr>
          <p:nvPr>
            <p:ph sz="quarter" idx="20"/>
          </p:nvPr>
        </p:nvSpPr>
        <p:spPr bwMode="auto">
          <a:xfrm>
            <a:off x="6342063" y="1418576"/>
            <a:ext cx="5330825" cy="3605212"/>
          </a:xfrm>
        </p:spPr>
        <p:txBody>
          <a:bodyPr wrap="square" numCol="1" anchor="t" anchorCtr="0" compatLnSpc="1">
            <a:prstTxWarp prst="textNoShape">
              <a:avLst/>
            </a:prstTxWarp>
          </a:bodyPr>
          <a:lstStyle/>
          <a:p>
            <a:r>
              <a:rPr lang="en-US" dirty="0" err="1">
                <a:latin typeface="Courier" charset="0"/>
                <a:ea typeface="Courier" charset="0"/>
                <a:cs typeface="Courier" charset="0"/>
              </a:rPr>
              <a:t>fsync</a:t>
            </a:r>
            <a:r>
              <a:rPr lang="en-US" dirty="0">
                <a:latin typeface="Courier" charset="0"/>
                <a:ea typeface="Courier" charset="0"/>
                <a:cs typeface="Courier" charset="0"/>
              </a:rPr>
              <a:t>()/</a:t>
            </a:r>
            <a:r>
              <a:rPr lang="en-US" dirty="0" err="1">
                <a:latin typeface="Courier" charset="0"/>
                <a:ea typeface="Courier" charset="0"/>
                <a:cs typeface="Courier" charset="0"/>
              </a:rPr>
              <a:t>fasync</a:t>
            </a:r>
            <a:r>
              <a:rPr lang="en-US" dirty="0">
                <a:latin typeface="Courier" charset="0"/>
                <a:ea typeface="Courier" charset="0"/>
                <a:cs typeface="Courier" charset="0"/>
              </a:rPr>
              <a:t>()</a:t>
            </a:r>
            <a:r>
              <a:rPr lang="en-US" dirty="0"/>
              <a:t>: synchronizes any memory buffers with the physical device</a:t>
            </a:r>
          </a:p>
          <a:p>
            <a:r>
              <a:rPr lang="en-US" dirty="0" err="1">
                <a:latin typeface="Courier" charset="0"/>
                <a:ea typeface="Courier" charset="0"/>
                <a:cs typeface="Courier" charset="0"/>
              </a:rPr>
              <a:t>readdir</a:t>
            </a:r>
            <a:r>
              <a:rPr lang="en-US" dirty="0">
                <a:latin typeface="Courier" charset="0"/>
                <a:ea typeface="Courier" charset="0"/>
                <a:cs typeface="Courier" charset="0"/>
              </a:rPr>
              <a:t>()</a:t>
            </a:r>
            <a:r>
              <a:rPr lang="en-US" dirty="0"/>
              <a:t>: reads the files that are pointed to by a directory file</a:t>
            </a:r>
          </a:p>
          <a:p>
            <a:r>
              <a:rPr lang="en-US" dirty="0" err="1">
                <a:latin typeface="Courier" charset="0"/>
                <a:ea typeface="Courier" charset="0"/>
                <a:cs typeface="Courier" charset="0"/>
              </a:rPr>
              <a:t>ioctl</a:t>
            </a:r>
            <a:r>
              <a:rPr lang="en-US" dirty="0">
                <a:latin typeface="Courier" charset="0"/>
                <a:ea typeface="Courier" charset="0"/>
                <a:cs typeface="Courier" charset="0"/>
              </a:rPr>
              <a:t>():</a:t>
            </a:r>
            <a:r>
              <a:rPr lang="en-US" dirty="0"/>
              <a:t> sets file attributes</a:t>
            </a:r>
          </a:p>
          <a:p>
            <a:r>
              <a:rPr lang="en-US" dirty="0" err="1">
                <a:latin typeface="Courier" charset="0"/>
                <a:ea typeface="Courier" charset="0"/>
                <a:cs typeface="Courier" charset="0"/>
              </a:rPr>
              <a:t>check_media_change</a:t>
            </a:r>
            <a:r>
              <a:rPr lang="en-US" dirty="0">
                <a:latin typeface="Courier" charset="0"/>
                <a:ea typeface="Courier" charset="0"/>
                <a:cs typeface="Courier" charset="0"/>
              </a:rPr>
              <a:t>()</a:t>
            </a:r>
            <a:r>
              <a:rPr lang="en-US" dirty="0"/>
              <a:t>: checks to see if a removable media has been removed</a:t>
            </a:r>
          </a:p>
          <a:p>
            <a:r>
              <a:rPr lang="en-US" dirty="0">
                <a:latin typeface="Courier" charset="0"/>
                <a:ea typeface="Courier" charset="0"/>
                <a:cs typeface="Courier" charset="0"/>
              </a:rPr>
              <a:t>revalidate()</a:t>
            </a:r>
            <a:r>
              <a:rPr lang="en-US" dirty="0"/>
              <a:t>: verifies that all cached information is valid</a:t>
            </a:r>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39749472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Virtual File System Architecture</a:t>
            </a:r>
          </a:p>
        </p:txBody>
      </p:sp>
      <p:sp>
        <p:nvSpPr>
          <p:cNvPr id="6" name="TextBox 5">
            <a:extLst>
              <a:ext uri="{FF2B5EF4-FFF2-40B4-BE49-F238E27FC236}">
                <a16:creationId xmlns:a16="http://schemas.microsoft.com/office/drawing/2014/main" id="{8D42886B-E00A-49BD-8478-3D0DF3012AB3}"/>
              </a:ext>
            </a:extLst>
          </p:cNvPr>
          <p:cNvSpPr txBox="1">
            <a:spLocks noChangeArrowheads="1"/>
          </p:cNvSpPr>
          <p:nvPr/>
        </p:nvSpPr>
        <p:spPr bwMode="auto">
          <a:xfrm>
            <a:off x="2528894" y="1269998"/>
            <a:ext cx="1500187" cy="715089"/>
          </a:xfrm>
          <a:prstGeom prst="roundRect">
            <a:avLst/>
          </a:prstGeom>
          <a:solidFill>
            <a:srgbClr val="FFC000"/>
          </a:solidFill>
          <a:ln w="9525">
            <a:solidFill>
              <a:schemeClr val="tx1"/>
            </a:solidFill>
            <a:miter lim="800000"/>
            <a:headEnd/>
            <a:tailEnd/>
          </a:ln>
          <a:effectLst>
            <a:outerShdw blurRad="50800" dist="76200" dir="2700000" algn="tl" rotWithShape="0">
              <a:prstClr val="black">
                <a:alpha val="40000"/>
              </a:prstClr>
            </a:outerShdw>
          </a:effectLst>
        </p:spPr>
        <p:txBody>
          <a:bodyPr>
            <a:sp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System-Call interface</a:t>
            </a:r>
          </a:p>
        </p:txBody>
      </p:sp>
      <p:sp>
        <p:nvSpPr>
          <p:cNvPr id="7" name="TextBox 5">
            <a:extLst>
              <a:ext uri="{FF2B5EF4-FFF2-40B4-BE49-F238E27FC236}">
                <a16:creationId xmlns:a16="http://schemas.microsoft.com/office/drawing/2014/main" id="{1AC40489-FFFA-4200-9993-8D7907DF59F6}"/>
              </a:ext>
            </a:extLst>
          </p:cNvPr>
          <p:cNvSpPr txBox="1">
            <a:spLocks noChangeArrowheads="1"/>
          </p:cNvSpPr>
          <p:nvPr/>
        </p:nvSpPr>
        <p:spPr bwMode="auto">
          <a:xfrm>
            <a:off x="8039106" y="1269998"/>
            <a:ext cx="2276475" cy="2586037"/>
          </a:xfrm>
          <a:prstGeom prst="roundRect">
            <a:avLst>
              <a:gd name="adj" fmla="val 5998"/>
            </a:avLst>
          </a:prstGeom>
          <a:solidFill>
            <a:srgbClr val="FFC000"/>
          </a:solidFill>
          <a:ln w="9525">
            <a:solidFill>
              <a:schemeClr val="tx1"/>
            </a:solidFill>
            <a:miter lim="800000"/>
            <a:headEnd/>
            <a:tailEnd/>
          </a:ln>
        </p:spPr>
        <p:txBody>
          <a:bodyP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Logical file system</a:t>
            </a: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p:txBody>
      </p:sp>
      <p:sp>
        <p:nvSpPr>
          <p:cNvPr id="8" name="TextBox 6">
            <a:extLst>
              <a:ext uri="{FF2B5EF4-FFF2-40B4-BE49-F238E27FC236}">
                <a16:creationId xmlns:a16="http://schemas.microsoft.com/office/drawing/2014/main" id="{272DD229-6FD2-4D5F-8315-076ABFBBBC6D}"/>
              </a:ext>
            </a:extLst>
          </p:cNvPr>
          <p:cNvSpPr txBox="1">
            <a:spLocks noChangeArrowheads="1"/>
          </p:cNvSpPr>
          <p:nvPr/>
        </p:nvSpPr>
        <p:spPr bwMode="auto">
          <a:xfrm>
            <a:off x="9249586" y="1746965"/>
            <a:ext cx="923119" cy="374571"/>
          </a:xfrm>
          <a:prstGeom prst="roundRect">
            <a:avLst/>
          </a:prstGeom>
          <a:solidFill>
            <a:srgbClr val="FFC000"/>
          </a:solidFill>
          <a:ln w="9525">
            <a:solidFill>
              <a:schemeClr val="tx1"/>
            </a:solidFill>
            <a:miter lim="800000"/>
            <a:headEnd/>
            <a:tailEnd/>
          </a:ln>
          <a:effectLst>
            <a:outerShdw blurRad="50800" dist="76200" dir="2700000" algn="tl" rotWithShape="0">
              <a:prstClr val="black">
                <a:alpha val="40000"/>
              </a:prstClr>
            </a:outerShdw>
          </a:effectLst>
        </p:spPr>
        <p:txBody>
          <a:bodyP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600">
                <a:solidFill>
                  <a:schemeClr val="bg1"/>
                </a:solidFill>
                <a:latin typeface="+mn-lt"/>
              </a:rPr>
              <a:t>ext</a:t>
            </a:r>
            <a:endParaRPr lang="en-US" sz="1800">
              <a:solidFill>
                <a:schemeClr val="bg1"/>
              </a:solidFill>
              <a:latin typeface="+mn-lt"/>
            </a:endParaRPr>
          </a:p>
        </p:txBody>
      </p:sp>
      <p:sp>
        <p:nvSpPr>
          <p:cNvPr id="9" name="TextBox 7">
            <a:extLst>
              <a:ext uri="{FF2B5EF4-FFF2-40B4-BE49-F238E27FC236}">
                <a16:creationId xmlns:a16="http://schemas.microsoft.com/office/drawing/2014/main" id="{AA1357BE-0D1B-435D-AA23-4DD9395C1DCD}"/>
              </a:ext>
            </a:extLst>
          </p:cNvPr>
          <p:cNvSpPr txBox="1">
            <a:spLocks noChangeArrowheads="1"/>
          </p:cNvSpPr>
          <p:nvPr/>
        </p:nvSpPr>
        <p:spPr bwMode="auto">
          <a:xfrm>
            <a:off x="8172465" y="1746965"/>
            <a:ext cx="923119" cy="374571"/>
          </a:xfrm>
          <a:prstGeom prst="roundRect">
            <a:avLst/>
          </a:prstGeom>
          <a:solidFill>
            <a:srgbClr val="FFC000"/>
          </a:solidFill>
          <a:ln w="9525">
            <a:solidFill>
              <a:schemeClr val="tx1"/>
            </a:solidFill>
            <a:miter lim="800000"/>
            <a:headEnd/>
            <a:tailEnd/>
          </a:ln>
          <a:effectLst>
            <a:outerShdw blurRad="50800" dist="76200" dir="2700000" algn="tl" rotWithShape="0">
              <a:prstClr val="black">
                <a:alpha val="40000"/>
              </a:prstClr>
            </a:outerShdw>
          </a:effectLst>
        </p:spPr>
        <p:txBody>
          <a:bodyP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600">
                <a:solidFill>
                  <a:schemeClr val="bg1"/>
                </a:solidFill>
                <a:latin typeface="+mn-lt"/>
              </a:rPr>
              <a:t>ext2</a:t>
            </a:r>
            <a:endParaRPr lang="en-US" sz="1800">
              <a:solidFill>
                <a:schemeClr val="bg1"/>
              </a:solidFill>
              <a:latin typeface="+mn-lt"/>
            </a:endParaRPr>
          </a:p>
        </p:txBody>
      </p:sp>
      <p:sp>
        <p:nvSpPr>
          <p:cNvPr id="10" name="TextBox 8">
            <a:extLst>
              <a:ext uri="{FF2B5EF4-FFF2-40B4-BE49-F238E27FC236}">
                <a16:creationId xmlns:a16="http://schemas.microsoft.com/office/drawing/2014/main" id="{F9FA21A7-AE31-459D-89D5-108004E8C70A}"/>
              </a:ext>
            </a:extLst>
          </p:cNvPr>
          <p:cNvSpPr txBox="1">
            <a:spLocks noChangeArrowheads="1"/>
          </p:cNvSpPr>
          <p:nvPr/>
        </p:nvSpPr>
        <p:spPr bwMode="auto">
          <a:xfrm>
            <a:off x="9249586" y="2254936"/>
            <a:ext cx="923119" cy="374571"/>
          </a:xfrm>
          <a:prstGeom prst="roundRect">
            <a:avLst/>
          </a:prstGeom>
          <a:solidFill>
            <a:srgbClr val="FFC000"/>
          </a:solidFill>
          <a:ln w="9525">
            <a:solidFill>
              <a:schemeClr val="tx1"/>
            </a:solidFill>
            <a:miter lim="800000"/>
            <a:headEnd/>
            <a:tailEnd/>
          </a:ln>
          <a:effectLst>
            <a:outerShdw blurRad="50800" dist="76200" dir="2700000" algn="tl" rotWithShape="0">
              <a:prstClr val="black">
                <a:alpha val="40000"/>
              </a:prstClr>
            </a:outerShdw>
          </a:effectLst>
        </p:spPr>
        <p:txBody>
          <a:bodyP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600">
                <a:solidFill>
                  <a:schemeClr val="bg1"/>
                </a:solidFill>
                <a:latin typeface="+mn-lt"/>
              </a:rPr>
              <a:t>fat</a:t>
            </a:r>
            <a:endParaRPr lang="en-US" sz="1800">
              <a:solidFill>
                <a:schemeClr val="bg1"/>
              </a:solidFill>
              <a:latin typeface="+mn-lt"/>
            </a:endParaRPr>
          </a:p>
        </p:txBody>
      </p:sp>
      <p:sp>
        <p:nvSpPr>
          <p:cNvPr id="11" name="TextBox 9">
            <a:extLst>
              <a:ext uri="{FF2B5EF4-FFF2-40B4-BE49-F238E27FC236}">
                <a16:creationId xmlns:a16="http://schemas.microsoft.com/office/drawing/2014/main" id="{8B453178-1DC9-4C25-BE53-ACB88E3B1F29}"/>
              </a:ext>
            </a:extLst>
          </p:cNvPr>
          <p:cNvSpPr txBox="1">
            <a:spLocks noChangeArrowheads="1"/>
          </p:cNvSpPr>
          <p:nvPr/>
        </p:nvSpPr>
        <p:spPr bwMode="auto">
          <a:xfrm>
            <a:off x="8172465" y="2762907"/>
            <a:ext cx="923119" cy="374571"/>
          </a:xfrm>
          <a:prstGeom prst="roundRect">
            <a:avLst/>
          </a:prstGeom>
          <a:solidFill>
            <a:srgbClr val="FFC000"/>
          </a:solidFill>
          <a:ln w="9525">
            <a:solidFill>
              <a:schemeClr val="tx1"/>
            </a:solidFill>
            <a:miter lim="800000"/>
            <a:headEnd/>
            <a:tailEnd/>
          </a:ln>
          <a:effectLst>
            <a:outerShdw blurRad="50800" dist="76200" dir="2700000" algn="tl" rotWithShape="0">
              <a:prstClr val="black">
                <a:alpha val="40000"/>
              </a:prstClr>
            </a:outerShdw>
          </a:effectLst>
        </p:spPr>
        <p:txBody>
          <a:bodyP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600">
                <a:solidFill>
                  <a:schemeClr val="bg1"/>
                </a:solidFill>
                <a:latin typeface="+mn-lt"/>
              </a:rPr>
              <a:t>nfs</a:t>
            </a:r>
            <a:endParaRPr lang="en-US" sz="1800">
              <a:solidFill>
                <a:schemeClr val="bg1"/>
              </a:solidFill>
              <a:latin typeface="+mn-lt"/>
            </a:endParaRPr>
          </a:p>
        </p:txBody>
      </p:sp>
      <p:sp>
        <p:nvSpPr>
          <p:cNvPr id="12" name="TextBox 10">
            <a:extLst>
              <a:ext uri="{FF2B5EF4-FFF2-40B4-BE49-F238E27FC236}">
                <a16:creationId xmlns:a16="http://schemas.microsoft.com/office/drawing/2014/main" id="{F9340545-CB29-4E49-9783-65ED23F90813}"/>
              </a:ext>
            </a:extLst>
          </p:cNvPr>
          <p:cNvSpPr txBox="1">
            <a:spLocks noChangeArrowheads="1"/>
          </p:cNvSpPr>
          <p:nvPr/>
        </p:nvSpPr>
        <p:spPr bwMode="auto">
          <a:xfrm>
            <a:off x="8172465" y="2254936"/>
            <a:ext cx="923119" cy="374571"/>
          </a:xfrm>
          <a:prstGeom prst="roundRect">
            <a:avLst/>
          </a:prstGeom>
          <a:solidFill>
            <a:srgbClr val="FFC000"/>
          </a:solidFill>
          <a:ln w="9525">
            <a:solidFill>
              <a:schemeClr val="tx1"/>
            </a:solidFill>
            <a:miter lim="800000"/>
            <a:headEnd/>
            <a:tailEnd/>
          </a:ln>
          <a:effectLst>
            <a:outerShdw blurRad="50800" dist="76200" dir="2700000" algn="tl" rotWithShape="0">
              <a:prstClr val="black">
                <a:alpha val="40000"/>
              </a:prstClr>
            </a:outerShdw>
          </a:effectLst>
        </p:spPr>
        <p:txBody>
          <a:bodyP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600">
                <a:solidFill>
                  <a:schemeClr val="bg1"/>
                </a:solidFill>
                <a:latin typeface="+mn-lt"/>
              </a:rPr>
              <a:t>smbfs</a:t>
            </a:r>
            <a:endParaRPr lang="en-US" sz="1800">
              <a:solidFill>
                <a:schemeClr val="bg1"/>
              </a:solidFill>
              <a:latin typeface="+mn-lt"/>
            </a:endParaRPr>
          </a:p>
        </p:txBody>
      </p:sp>
      <p:sp>
        <p:nvSpPr>
          <p:cNvPr id="13" name="TextBox 11">
            <a:extLst>
              <a:ext uri="{FF2B5EF4-FFF2-40B4-BE49-F238E27FC236}">
                <a16:creationId xmlns:a16="http://schemas.microsoft.com/office/drawing/2014/main" id="{66A96EAD-239A-4425-8EE7-67A5EFB17FC9}"/>
              </a:ext>
            </a:extLst>
          </p:cNvPr>
          <p:cNvSpPr txBox="1">
            <a:spLocks noChangeArrowheads="1"/>
          </p:cNvSpPr>
          <p:nvPr/>
        </p:nvSpPr>
        <p:spPr bwMode="auto">
          <a:xfrm>
            <a:off x="9249587" y="2773771"/>
            <a:ext cx="923119" cy="374571"/>
          </a:xfrm>
          <a:prstGeom prst="roundRect">
            <a:avLst/>
          </a:prstGeom>
          <a:solidFill>
            <a:srgbClr val="FFC000"/>
          </a:solidFill>
          <a:ln w="9525">
            <a:solidFill>
              <a:schemeClr val="tx1"/>
            </a:solidFill>
            <a:miter lim="800000"/>
            <a:headEnd/>
            <a:tailEnd/>
          </a:ln>
          <a:effectLst>
            <a:outerShdw blurRad="50800" dist="76200" dir="2700000" algn="tl" rotWithShape="0">
              <a:prstClr val="black">
                <a:alpha val="40000"/>
              </a:prstClr>
            </a:outerShdw>
          </a:effectLst>
        </p:spPr>
        <p:txBody>
          <a:bodyP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600">
                <a:solidFill>
                  <a:schemeClr val="bg1"/>
                </a:solidFill>
                <a:latin typeface="+mn-lt"/>
              </a:rPr>
              <a:t>proc</a:t>
            </a:r>
            <a:endParaRPr lang="en-US" sz="1800">
              <a:solidFill>
                <a:schemeClr val="bg1"/>
              </a:solidFill>
              <a:latin typeface="+mn-lt"/>
            </a:endParaRPr>
          </a:p>
        </p:txBody>
      </p:sp>
      <p:sp>
        <p:nvSpPr>
          <p:cNvPr id="14" name="TextBox 12">
            <a:extLst>
              <a:ext uri="{FF2B5EF4-FFF2-40B4-BE49-F238E27FC236}">
                <a16:creationId xmlns:a16="http://schemas.microsoft.com/office/drawing/2014/main" id="{6CEF4CA8-78BB-4E42-AE82-F3C770E7870B}"/>
              </a:ext>
            </a:extLst>
          </p:cNvPr>
          <p:cNvSpPr txBox="1">
            <a:spLocks noChangeArrowheads="1"/>
          </p:cNvSpPr>
          <p:nvPr/>
        </p:nvSpPr>
        <p:spPr bwMode="auto">
          <a:xfrm>
            <a:off x="8715395" y="3292616"/>
            <a:ext cx="923119" cy="374571"/>
          </a:xfrm>
          <a:prstGeom prst="roundRect">
            <a:avLst/>
          </a:prstGeom>
          <a:solidFill>
            <a:srgbClr val="FFC000"/>
          </a:solidFill>
          <a:ln w="9525">
            <a:solidFill>
              <a:schemeClr val="tx1"/>
            </a:solidFill>
            <a:miter lim="800000"/>
            <a:headEnd/>
            <a:tailEnd/>
          </a:ln>
          <a:effectLst>
            <a:outerShdw blurRad="50800" dist="76200" dir="2700000" algn="tl" rotWithShape="0">
              <a:prstClr val="black">
                <a:alpha val="40000"/>
              </a:prstClr>
            </a:outerShdw>
          </a:effectLst>
        </p:spPr>
        <p:txBody>
          <a:bodyP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600">
                <a:solidFill>
                  <a:schemeClr val="bg1"/>
                </a:solidFill>
                <a:latin typeface="+mn-lt"/>
              </a:rPr>
              <a:t>iofs</a:t>
            </a:r>
            <a:endParaRPr lang="en-US" sz="1800">
              <a:solidFill>
                <a:schemeClr val="bg1"/>
              </a:solidFill>
              <a:latin typeface="+mn-lt"/>
            </a:endParaRPr>
          </a:p>
        </p:txBody>
      </p:sp>
      <p:sp>
        <p:nvSpPr>
          <p:cNvPr id="15" name="TextBox 16">
            <a:extLst>
              <a:ext uri="{FF2B5EF4-FFF2-40B4-BE49-F238E27FC236}">
                <a16:creationId xmlns:a16="http://schemas.microsoft.com/office/drawing/2014/main" id="{7943FC62-B014-48D3-AF00-F5C785648176}"/>
              </a:ext>
            </a:extLst>
          </p:cNvPr>
          <p:cNvSpPr txBox="1">
            <a:spLocks noChangeArrowheads="1"/>
          </p:cNvSpPr>
          <p:nvPr/>
        </p:nvSpPr>
        <p:spPr bwMode="auto">
          <a:xfrm>
            <a:off x="3606806" y="2552698"/>
            <a:ext cx="2276475" cy="1548765"/>
          </a:xfrm>
          <a:prstGeom prst="roundRect">
            <a:avLst>
              <a:gd name="adj" fmla="val 8800"/>
            </a:avLst>
          </a:prstGeom>
          <a:solidFill>
            <a:srgbClr val="FFC000"/>
          </a:solidFill>
          <a:ln w="9525">
            <a:solidFill>
              <a:schemeClr val="tx1"/>
            </a:solidFill>
            <a:miter lim="800000"/>
            <a:headEnd/>
            <a:tailEnd/>
          </a:ln>
        </p:spPr>
        <p:txBody>
          <a:bodyPr>
            <a:sp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Binary Executable</a:t>
            </a: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p:txBody>
      </p:sp>
      <p:sp>
        <p:nvSpPr>
          <p:cNvPr id="16" name="TextBox 17">
            <a:extLst>
              <a:ext uri="{FF2B5EF4-FFF2-40B4-BE49-F238E27FC236}">
                <a16:creationId xmlns:a16="http://schemas.microsoft.com/office/drawing/2014/main" id="{31C940B3-8A07-457F-84D7-FFA95FC6CE6E}"/>
              </a:ext>
            </a:extLst>
          </p:cNvPr>
          <p:cNvSpPr txBox="1">
            <a:spLocks noChangeArrowheads="1"/>
          </p:cNvSpPr>
          <p:nvPr/>
        </p:nvSpPr>
        <p:spPr bwMode="auto">
          <a:xfrm>
            <a:off x="4817286" y="3029738"/>
            <a:ext cx="923119" cy="374571"/>
          </a:xfrm>
          <a:prstGeom prst="roundRect">
            <a:avLst/>
          </a:prstGeom>
          <a:solidFill>
            <a:srgbClr val="FFC000"/>
          </a:solidFill>
          <a:ln w="9525">
            <a:solidFill>
              <a:schemeClr val="tx1"/>
            </a:solidFill>
            <a:miter lim="800000"/>
            <a:headEnd/>
            <a:tailEnd/>
          </a:ln>
          <a:effectLst>
            <a:outerShdw blurRad="50800" dist="76200" dir="2700000" algn="tl" rotWithShape="0">
              <a:prstClr val="black">
                <a:alpha val="40000"/>
              </a:prstClr>
            </a:outerShdw>
          </a:effectLst>
        </p:spPr>
        <p:txBody>
          <a:bodyPr>
            <a:sp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600">
                <a:solidFill>
                  <a:schemeClr val="bg1"/>
                </a:solidFill>
                <a:latin typeface="+mn-lt"/>
              </a:rPr>
              <a:t>ELF</a:t>
            </a:r>
            <a:endParaRPr lang="en-US" sz="1800">
              <a:solidFill>
                <a:schemeClr val="bg1"/>
              </a:solidFill>
              <a:latin typeface="+mn-lt"/>
            </a:endParaRPr>
          </a:p>
        </p:txBody>
      </p:sp>
      <p:sp>
        <p:nvSpPr>
          <p:cNvPr id="17" name="TextBox 18">
            <a:extLst>
              <a:ext uri="{FF2B5EF4-FFF2-40B4-BE49-F238E27FC236}">
                <a16:creationId xmlns:a16="http://schemas.microsoft.com/office/drawing/2014/main" id="{7CAD06B4-CE4A-4987-9D55-AE630E8E1E82}"/>
              </a:ext>
            </a:extLst>
          </p:cNvPr>
          <p:cNvSpPr txBox="1">
            <a:spLocks noChangeArrowheads="1"/>
          </p:cNvSpPr>
          <p:nvPr/>
        </p:nvSpPr>
        <p:spPr bwMode="auto">
          <a:xfrm>
            <a:off x="3740165" y="3029738"/>
            <a:ext cx="923119" cy="374571"/>
          </a:xfrm>
          <a:prstGeom prst="roundRect">
            <a:avLst/>
          </a:prstGeom>
          <a:solidFill>
            <a:srgbClr val="FFC000"/>
          </a:solidFill>
          <a:ln w="9525">
            <a:solidFill>
              <a:schemeClr val="tx1"/>
            </a:solidFill>
            <a:miter lim="800000"/>
            <a:headEnd/>
            <a:tailEnd/>
          </a:ln>
          <a:effectLst>
            <a:outerShdw blurRad="50800" dist="76200" dir="2700000" algn="tl" rotWithShape="0">
              <a:prstClr val="black">
                <a:alpha val="40000"/>
              </a:prstClr>
            </a:outerShdw>
          </a:effectLst>
        </p:spPr>
        <p:txBody>
          <a:bodyPr>
            <a:sp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600" dirty="0" err="1">
                <a:solidFill>
                  <a:schemeClr val="bg1"/>
                </a:solidFill>
                <a:latin typeface="+mn-lt"/>
              </a:rPr>
              <a:t>a.out</a:t>
            </a:r>
            <a:endParaRPr lang="en-US" sz="1800" dirty="0">
              <a:solidFill>
                <a:schemeClr val="bg1"/>
              </a:solidFill>
              <a:latin typeface="+mn-lt"/>
            </a:endParaRPr>
          </a:p>
        </p:txBody>
      </p:sp>
      <p:sp>
        <p:nvSpPr>
          <p:cNvPr id="18" name="TextBox 19">
            <a:extLst>
              <a:ext uri="{FF2B5EF4-FFF2-40B4-BE49-F238E27FC236}">
                <a16:creationId xmlns:a16="http://schemas.microsoft.com/office/drawing/2014/main" id="{CD27485E-C5E5-4937-8C41-39E6BE858E30}"/>
              </a:ext>
            </a:extLst>
          </p:cNvPr>
          <p:cNvSpPr txBox="1">
            <a:spLocks noChangeArrowheads="1"/>
          </p:cNvSpPr>
          <p:nvPr/>
        </p:nvSpPr>
        <p:spPr bwMode="auto">
          <a:xfrm>
            <a:off x="4288646" y="3537786"/>
            <a:ext cx="923119" cy="374571"/>
          </a:xfrm>
          <a:prstGeom prst="roundRect">
            <a:avLst/>
          </a:prstGeom>
          <a:solidFill>
            <a:srgbClr val="FFC000"/>
          </a:solidFill>
          <a:ln w="9525">
            <a:solidFill>
              <a:schemeClr val="tx1"/>
            </a:solidFill>
            <a:miter lim="800000"/>
            <a:headEnd/>
            <a:tailEnd/>
          </a:ln>
          <a:effectLst>
            <a:outerShdw blurRad="50800" dist="76200" dir="2700000" algn="tl" rotWithShape="0">
              <a:prstClr val="black">
                <a:alpha val="40000"/>
              </a:prstClr>
            </a:outerShdw>
          </a:effectLst>
        </p:spPr>
        <p:txBody>
          <a:bodyPr>
            <a:sp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600">
                <a:solidFill>
                  <a:schemeClr val="bg1"/>
                </a:solidFill>
                <a:latin typeface="+mn-lt"/>
              </a:rPr>
              <a:t>script</a:t>
            </a:r>
            <a:endParaRPr lang="en-US" sz="1800">
              <a:solidFill>
                <a:schemeClr val="bg1"/>
              </a:solidFill>
              <a:latin typeface="+mn-lt"/>
            </a:endParaRPr>
          </a:p>
        </p:txBody>
      </p:sp>
      <p:sp>
        <p:nvSpPr>
          <p:cNvPr id="19" name="TextBox 26">
            <a:extLst>
              <a:ext uri="{FF2B5EF4-FFF2-40B4-BE49-F238E27FC236}">
                <a16:creationId xmlns:a16="http://schemas.microsoft.com/office/drawing/2014/main" id="{21AA03C3-BC27-4DFF-9F9A-6D01B3282A43}"/>
              </a:ext>
            </a:extLst>
          </p:cNvPr>
          <p:cNvSpPr txBox="1">
            <a:spLocks noChangeArrowheads="1"/>
          </p:cNvSpPr>
          <p:nvPr/>
        </p:nvSpPr>
        <p:spPr bwMode="auto">
          <a:xfrm>
            <a:off x="7529519" y="4235447"/>
            <a:ext cx="2276475" cy="976908"/>
          </a:xfrm>
          <a:prstGeom prst="roundRect">
            <a:avLst>
              <a:gd name="adj" fmla="val 9674"/>
            </a:avLst>
          </a:prstGeom>
          <a:solidFill>
            <a:srgbClr val="FFC000"/>
          </a:solidFill>
          <a:ln w="9525">
            <a:solidFill>
              <a:schemeClr val="tx1"/>
            </a:solidFill>
            <a:miter lim="800000"/>
            <a:headEnd/>
            <a:tailEnd/>
          </a:ln>
        </p:spPr>
        <p:txBody>
          <a:bodyPr>
            <a:sp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a:solidFill>
                  <a:schemeClr val="bg1"/>
                </a:solidFill>
                <a:latin typeface="+mn-lt"/>
              </a:rPr>
              <a:t>Buffer cache</a:t>
            </a:r>
          </a:p>
          <a:p>
            <a:pPr algn="ctr" eaLnBrk="1" hangingPunct="1"/>
            <a:endParaRPr lang="en-US" sz="1800">
              <a:solidFill>
                <a:schemeClr val="bg1"/>
              </a:solidFill>
              <a:latin typeface="+mn-lt"/>
            </a:endParaRPr>
          </a:p>
          <a:p>
            <a:pPr algn="ctr" eaLnBrk="1" hangingPunct="1"/>
            <a:endParaRPr lang="en-US" sz="1800">
              <a:solidFill>
                <a:schemeClr val="bg1"/>
              </a:solidFill>
              <a:latin typeface="+mn-lt"/>
            </a:endParaRPr>
          </a:p>
        </p:txBody>
      </p:sp>
      <p:sp>
        <p:nvSpPr>
          <p:cNvPr id="20" name="TextBox 29">
            <a:extLst>
              <a:ext uri="{FF2B5EF4-FFF2-40B4-BE49-F238E27FC236}">
                <a16:creationId xmlns:a16="http://schemas.microsoft.com/office/drawing/2014/main" id="{34A735DC-5343-4320-B31C-8F2F5B30FCA6}"/>
              </a:ext>
            </a:extLst>
          </p:cNvPr>
          <p:cNvSpPr>
            <a:spLocks noChangeArrowheads="1"/>
          </p:cNvSpPr>
          <p:nvPr/>
        </p:nvSpPr>
        <p:spPr bwMode="auto">
          <a:xfrm>
            <a:off x="8739999" y="4718444"/>
            <a:ext cx="923119" cy="374812"/>
          </a:xfrm>
          <a:prstGeom prst="roundRect">
            <a:avLst>
              <a:gd name="adj" fmla="val 16667"/>
            </a:avLst>
          </a:prstGeom>
          <a:solidFill>
            <a:srgbClr val="FFC000"/>
          </a:solidFill>
          <a:ln w="9525">
            <a:solidFill>
              <a:schemeClr val="tx1"/>
            </a:solidFill>
            <a:round/>
            <a:headEnd/>
            <a:tailEnd/>
          </a:ln>
          <a:effectLst>
            <a:outerShdw blurRad="50800" dist="76200" dir="2700000" algn="tl" rotWithShape="0">
              <a:prstClr val="black">
                <a:alpha val="40000"/>
              </a:prstClr>
            </a:outerShdw>
          </a:effectLst>
        </p:spPr>
        <p:txBody>
          <a:bodyPr>
            <a:spAutoFit/>
          </a:bodyPr>
          <a:lstStyle/>
          <a:p>
            <a:pPr algn="ctr"/>
            <a:r>
              <a:rPr lang="en-US" sz="1600">
                <a:solidFill>
                  <a:schemeClr val="bg1"/>
                </a:solidFill>
              </a:rPr>
              <a:t>kflushd</a:t>
            </a:r>
            <a:endParaRPr lang="en-US" sz="1800">
              <a:solidFill>
                <a:schemeClr val="bg1"/>
              </a:solidFill>
            </a:endParaRPr>
          </a:p>
        </p:txBody>
      </p:sp>
      <p:sp>
        <p:nvSpPr>
          <p:cNvPr id="21" name="TextBox 30">
            <a:extLst>
              <a:ext uri="{FF2B5EF4-FFF2-40B4-BE49-F238E27FC236}">
                <a16:creationId xmlns:a16="http://schemas.microsoft.com/office/drawing/2014/main" id="{116E5846-F920-42A0-AFBA-79912C731491}"/>
              </a:ext>
            </a:extLst>
          </p:cNvPr>
          <p:cNvSpPr txBox="1">
            <a:spLocks noChangeArrowheads="1"/>
          </p:cNvSpPr>
          <p:nvPr/>
        </p:nvSpPr>
        <p:spPr bwMode="auto">
          <a:xfrm>
            <a:off x="7662878" y="4718444"/>
            <a:ext cx="923119" cy="374571"/>
          </a:xfrm>
          <a:prstGeom prst="roundRect">
            <a:avLst/>
          </a:prstGeom>
          <a:solidFill>
            <a:srgbClr val="FFC000"/>
          </a:solidFill>
          <a:ln w="9525">
            <a:solidFill>
              <a:schemeClr val="tx1"/>
            </a:solidFill>
            <a:miter lim="800000"/>
            <a:headEnd/>
            <a:tailEnd/>
          </a:ln>
          <a:effectLst>
            <a:outerShdw blurRad="50800" dist="76200" dir="2700000" algn="tl" rotWithShape="0">
              <a:prstClr val="black">
                <a:alpha val="40000"/>
              </a:prstClr>
            </a:outerShdw>
          </a:effectLst>
        </p:spPr>
        <p:txBody>
          <a:bodyPr>
            <a:sp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600">
                <a:solidFill>
                  <a:schemeClr val="bg1"/>
                </a:solidFill>
                <a:latin typeface="+mn-lt"/>
              </a:rPr>
              <a:t>buffer</a:t>
            </a:r>
            <a:endParaRPr lang="en-US" sz="1800">
              <a:solidFill>
                <a:schemeClr val="bg1"/>
              </a:solidFill>
              <a:latin typeface="+mn-lt"/>
            </a:endParaRPr>
          </a:p>
        </p:txBody>
      </p:sp>
      <p:sp>
        <p:nvSpPr>
          <p:cNvPr id="22" name="TextBox 33">
            <a:extLst>
              <a:ext uri="{FF2B5EF4-FFF2-40B4-BE49-F238E27FC236}">
                <a16:creationId xmlns:a16="http://schemas.microsoft.com/office/drawing/2014/main" id="{83240BE3-9A1D-4710-8295-D3BDFB8AA35B}"/>
              </a:ext>
            </a:extLst>
          </p:cNvPr>
          <p:cNvSpPr txBox="1">
            <a:spLocks noChangeArrowheads="1"/>
          </p:cNvSpPr>
          <p:nvPr/>
        </p:nvSpPr>
        <p:spPr bwMode="auto">
          <a:xfrm>
            <a:off x="2538419" y="5500685"/>
            <a:ext cx="7777162" cy="1021556"/>
          </a:xfrm>
          <a:prstGeom prst="roundRect">
            <a:avLst>
              <a:gd name="adj" fmla="val 11073"/>
            </a:avLst>
          </a:prstGeom>
          <a:solidFill>
            <a:srgbClr val="FFC000"/>
          </a:solidFill>
          <a:ln w="9525">
            <a:solidFill>
              <a:schemeClr val="tx1"/>
            </a:solidFill>
            <a:miter lim="800000"/>
            <a:headEnd/>
            <a:tailEnd/>
          </a:ln>
          <a:effectLst>
            <a:outerShdw blurRad="50800" dist="76200" dir="2700000" algn="tl" rotWithShape="0">
              <a:prstClr val="black">
                <a:alpha val="40000"/>
              </a:prstClr>
            </a:outerShdw>
          </a:effectLst>
        </p:spPr>
        <p:txBody>
          <a:bodyPr>
            <a:sp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a:solidFill>
                  <a:schemeClr val="bg1"/>
                </a:solidFill>
                <a:latin typeface="+mn-lt"/>
              </a:rPr>
              <a:t>Device drivers</a:t>
            </a:r>
          </a:p>
          <a:p>
            <a:pPr algn="ctr" eaLnBrk="1" hangingPunct="1"/>
            <a:endParaRPr lang="en-US" sz="1800">
              <a:solidFill>
                <a:schemeClr val="bg1"/>
              </a:solidFill>
              <a:latin typeface="+mn-lt"/>
            </a:endParaRPr>
          </a:p>
          <a:p>
            <a:pPr algn="ctr" eaLnBrk="1" hangingPunct="1"/>
            <a:endParaRPr lang="en-US" sz="1800">
              <a:solidFill>
                <a:schemeClr val="bg1"/>
              </a:solidFill>
              <a:latin typeface="+mn-lt"/>
            </a:endParaRPr>
          </a:p>
        </p:txBody>
      </p:sp>
      <p:cxnSp>
        <p:nvCxnSpPr>
          <p:cNvPr id="23" name="Straight Arrow Connector 35">
            <a:extLst>
              <a:ext uri="{FF2B5EF4-FFF2-40B4-BE49-F238E27FC236}">
                <a16:creationId xmlns:a16="http://schemas.microsoft.com/office/drawing/2014/main" id="{AA46261B-2B70-47E9-9A03-70F0609E0BB7}"/>
              </a:ext>
            </a:extLst>
          </p:cNvPr>
          <p:cNvCxnSpPr>
            <a:cxnSpLocks noChangeShapeType="1"/>
          </p:cNvCxnSpPr>
          <p:nvPr/>
        </p:nvCxnSpPr>
        <p:spPr bwMode="auto">
          <a:xfrm>
            <a:off x="4029081" y="1593848"/>
            <a:ext cx="4010025" cy="492125"/>
          </a:xfrm>
          <a:prstGeom prst="straightConnector1">
            <a:avLst/>
          </a:prstGeom>
          <a:noFill/>
          <a:ln w="28575">
            <a:solidFill>
              <a:schemeClr val="tx1"/>
            </a:solidFill>
            <a:round/>
            <a:headEnd/>
            <a:tailEnd type="arrow" w="med" len="med"/>
          </a:ln>
          <a:effectLst>
            <a:outerShdw blurRad="50800" dist="762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24" name="Straight Arrow Connector 39">
            <a:extLst>
              <a:ext uri="{FF2B5EF4-FFF2-40B4-BE49-F238E27FC236}">
                <a16:creationId xmlns:a16="http://schemas.microsoft.com/office/drawing/2014/main" id="{A56D80FA-82BA-4CC8-BC76-EFA34040BED2}"/>
              </a:ext>
            </a:extLst>
          </p:cNvPr>
          <p:cNvCxnSpPr>
            <a:cxnSpLocks noChangeShapeType="1"/>
          </p:cNvCxnSpPr>
          <p:nvPr/>
        </p:nvCxnSpPr>
        <p:spPr bwMode="auto">
          <a:xfrm>
            <a:off x="3096433" y="1985087"/>
            <a:ext cx="2373" cy="3925173"/>
          </a:xfrm>
          <a:prstGeom prst="straightConnector1">
            <a:avLst/>
          </a:prstGeom>
          <a:noFill/>
          <a:ln w="28575">
            <a:solidFill>
              <a:schemeClr val="tx1"/>
            </a:solidFill>
            <a:round/>
            <a:headEnd/>
            <a:tailEnd type="arrow" w="med" len="med"/>
          </a:ln>
          <a:effectLst>
            <a:outerShdw blurRad="50800" dist="76200" dir="2700000" algn="tl" rotWithShape="0">
              <a:prstClr val="black">
                <a:alpha val="40000"/>
              </a:prstClr>
            </a:outerShdw>
          </a:effectLst>
          <a:extLst>
            <a:ext uri="{909E8E84-426E-40DD-AFC4-6F175D3DCCD1}">
              <a14:hiddenFill xmlns:a14="http://schemas.microsoft.com/office/drawing/2010/main">
                <a:noFill/>
              </a14:hiddenFill>
            </a:ext>
          </a:extLst>
        </p:spPr>
      </p:cxnSp>
      <p:sp>
        <p:nvSpPr>
          <p:cNvPr id="25" name="TextBox 40">
            <a:extLst>
              <a:ext uri="{FF2B5EF4-FFF2-40B4-BE49-F238E27FC236}">
                <a16:creationId xmlns:a16="http://schemas.microsoft.com/office/drawing/2014/main" id="{D485C7F8-C9DE-4612-8946-183BCB907C79}"/>
              </a:ext>
            </a:extLst>
          </p:cNvPr>
          <p:cNvSpPr txBox="1">
            <a:spLocks noChangeArrowheads="1"/>
          </p:cNvSpPr>
          <p:nvPr/>
        </p:nvSpPr>
        <p:spPr bwMode="auto">
          <a:xfrm>
            <a:off x="2743206" y="5915023"/>
            <a:ext cx="3643313" cy="374571"/>
          </a:xfrm>
          <a:prstGeom prst="roundRect">
            <a:avLst/>
          </a:prstGeom>
          <a:solidFill>
            <a:srgbClr val="C00000"/>
          </a:solidFill>
          <a:ln w="9525">
            <a:solidFill>
              <a:schemeClr val="tx1"/>
            </a:solidFill>
            <a:miter lim="800000"/>
            <a:headEnd/>
            <a:tailEnd/>
          </a:ln>
          <a:effectLst>
            <a:outerShdw blurRad="50800" dist="76200" dir="2700000" algn="tl" rotWithShape="0">
              <a:prstClr val="black">
                <a:alpha val="40000"/>
              </a:prstClr>
            </a:outerShdw>
          </a:effectLst>
        </p:spPr>
        <p:txBody>
          <a:bodyPr>
            <a:sp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600">
                <a:solidFill>
                  <a:schemeClr val="bg1"/>
                </a:solidFill>
                <a:latin typeface="+mn-lt"/>
              </a:rPr>
              <a:t>char</a:t>
            </a:r>
            <a:endParaRPr lang="en-US">
              <a:solidFill>
                <a:schemeClr val="bg1"/>
              </a:solidFill>
              <a:latin typeface="+mn-lt"/>
            </a:endParaRPr>
          </a:p>
        </p:txBody>
      </p:sp>
      <p:sp>
        <p:nvSpPr>
          <p:cNvPr id="26" name="TextBox 41">
            <a:extLst>
              <a:ext uri="{FF2B5EF4-FFF2-40B4-BE49-F238E27FC236}">
                <a16:creationId xmlns:a16="http://schemas.microsoft.com/office/drawing/2014/main" id="{4F659846-3AC0-4F50-B461-EE1F8B950B2F}"/>
              </a:ext>
            </a:extLst>
          </p:cNvPr>
          <p:cNvSpPr txBox="1">
            <a:spLocks noChangeArrowheads="1"/>
          </p:cNvSpPr>
          <p:nvPr/>
        </p:nvSpPr>
        <p:spPr bwMode="auto">
          <a:xfrm>
            <a:off x="6529394" y="5910260"/>
            <a:ext cx="3643312" cy="374571"/>
          </a:xfrm>
          <a:prstGeom prst="roundRect">
            <a:avLst/>
          </a:prstGeom>
          <a:solidFill>
            <a:srgbClr val="C00000"/>
          </a:solidFill>
          <a:ln w="9525">
            <a:solidFill>
              <a:schemeClr val="tx1"/>
            </a:solidFill>
            <a:miter lim="800000"/>
            <a:headEnd/>
            <a:tailEnd/>
          </a:ln>
          <a:effectLst>
            <a:outerShdw blurRad="50800" dist="76200" dir="2700000" algn="tl" rotWithShape="0">
              <a:prstClr val="black">
                <a:alpha val="40000"/>
              </a:prstClr>
            </a:outerShdw>
          </a:effectLst>
        </p:spPr>
        <p:txBody>
          <a:bodyPr>
            <a:sp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600">
                <a:solidFill>
                  <a:schemeClr val="bg1"/>
                </a:solidFill>
                <a:latin typeface="+mn-lt"/>
              </a:rPr>
              <a:t>block</a:t>
            </a:r>
            <a:endParaRPr lang="en-US">
              <a:solidFill>
                <a:schemeClr val="bg1"/>
              </a:solidFill>
              <a:latin typeface="+mn-lt"/>
            </a:endParaRPr>
          </a:p>
        </p:txBody>
      </p:sp>
      <p:sp>
        <p:nvSpPr>
          <p:cNvPr id="27" name="Freeform 50">
            <a:extLst>
              <a:ext uri="{FF2B5EF4-FFF2-40B4-BE49-F238E27FC236}">
                <a16:creationId xmlns:a16="http://schemas.microsoft.com/office/drawing/2014/main" id="{A514DB03-1D9C-44CB-9C48-48BCB2E41EA0}"/>
              </a:ext>
            </a:extLst>
          </p:cNvPr>
          <p:cNvSpPr>
            <a:spLocks noChangeArrowheads="1"/>
          </p:cNvSpPr>
          <p:nvPr/>
        </p:nvSpPr>
        <p:spPr bwMode="auto">
          <a:xfrm>
            <a:off x="4029081" y="1662110"/>
            <a:ext cx="3476625" cy="4248150"/>
          </a:xfrm>
          <a:custGeom>
            <a:avLst/>
            <a:gdLst>
              <a:gd name="T0" fmla="*/ 0 w 3476625"/>
              <a:gd name="T1" fmla="*/ 247650 h 4248150"/>
              <a:gd name="T2" fmla="*/ 1971682 w 3476625"/>
              <a:gd name="T3" fmla="*/ 666750 h 4248150"/>
              <a:gd name="T4" fmla="*/ 3476625 w 3476625"/>
              <a:gd name="T5" fmla="*/ 4248150 h 4248150"/>
              <a:gd name="T6" fmla="*/ 0 60000 65536"/>
              <a:gd name="T7" fmla="*/ 0 60000 65536"/>
              <a:gd name="T8" fmla="*/ 0 60000 65536"/>
              <a:gd name="T9" fmla="*/ 0 w 3476625"/>
              <a:gd name="T10" fmla="*/ 0 h 4248150"/>
              <a:gd name="T11" fmla="*/ 3476625 w 3476625"/>
              <a:gd name="T12" fmla="*/ 4248150 h 4248150"/>
            </a:gdLst>
            <a:ahLst/>
            <a:cxnLst>
              <a:cxn ang="T6">
                <a:pos x="T0" y="T1"/>
              </a:cxn>
              <a:cxn ang="T7">
                <a:pos x="T2" y="T3"/>
              </a:cxn>
              <a:cxn ang="T8">
                <a:pos x="T4" y="T5"/>
              </a:cxn>
            </a:cxnLst>
            <a:rect l="T9" t="T10" r="T11" b="T12"/>
            <a:pathLst>
              <a:path w="3476625" h="4248150">
                <a:moveTo>
                  <a:pt x="0" y="247650"/>
                </a:moveTo>
                <a:cubicBezTo>
                  <a:pt x="696119" y="123825"/>
                  <a:pt x="1392238" y="0"/>
                  <a:pt x="1971675" y="666750"/>
                </a:cubicBezTo>
                <a:cubicBezTo>
                  <a:pt x="2551113" y="1333500"/>
                  <a:pt x="3224213" y="3656013"/>
                  <a:pt x="3476625" y="4248150"/>
                </a:cubicBezTo>
              </a:path>
            </a:pathLst>
          </a:custGeom>
          <a:noFill/>
          <a:ln w="28575">
            <a:solidFill>
              <a:schemeClr val="tx1"/>
            </a:solidFill>
            <a:round/>
            <a:headEnd/>
            <a:tailEnd type="arrow" w="med" len="med"/>
          </a:ln>
          <a:effectLst>
            <a:outerShdw blurRad="50800" dist="762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nchor="ctr"/>
          <a:lstStyle/>
          <a:p>
            <a:pPr algn="ctr"/>
            <a:endParaRPr lang="it-IT">
              <a:solidFill>
                <a:schemeClr val="bg1"/>
              </a:solidFill>
            </a:endParaRPr>
          </a:p>
        </p:txBody>
      </p:sp>
      <p:cxnSp>
        <p:nvCxnSpPr>
          <p:cNvPr id="28" name="Straight Arrow Connector 52">
            <a:extLst>
              <a:ext uri="{FF2B5EF4-FFF2-40B4-BE49-F238E27FC236}">
                <a16:creationId xmlns:a16="http://schemas.microsoft.com/office/drawing/2014/main" id="{708FFD44-EA35-4FA6-A55D-F7A7FAA54426}"/>
              </a:ext>
            </a:extLst>
          </p:cNvPr>
          <p:cNvCxnSpPr>
            <a:cxnSpLocks noChangeShapeType="1"/>
          </p:cNvCxnSpPr>
          <p:nvPr/>
        </p:nvCxnSpPr>
        <p:spPr bwMode="auto">
          <a:xfrm rot="10800000" flipV="1">
            <a:off x="5883281" y="2357435"/>
            <a:ext cx="2155825" cy="673100"/>
          </a:xfrm>
          <a:prstGeom prst="straightConnector1">
            <a:avLst/>
          </a:prstGeom>
          <a:noFill/>
          <a:ln w="28575">
            <a:solidFill>
              <a:schemeClr val="tx1"/>
            </a:solidFill>
            <a:round/>
            <a:headEnd/>
            <a:tailEnd type="arrow" w="med" len="med"/>
          </a:ln>
          <a:effectLst>
            <a:outerShdw blurRad="50800" dist="762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29" name="Straight Arrow Connector 54">
            <a:extLst>
              <a:ext uri="{FF2B5EF4-FFF2-40B4-BE49-F238E27FC236}">
                <a16:creationId xmlns:a16="http://schemas.microsoft.com/office/drawing/2014/main" id="{AE745BA8-6201-4F97-97E9-2C4940894C49}"/>
              </a:ext>
            </a:extLst>
          </p:cNvPr>
          <p:cNvCxnSpPr>
            <a:cxnSpLocks noChangeShapeType="1"/>
          </p:cNvCxnSpPr>
          <p:nvPr/>
        </p:nvCxnSpPr>
        <p:spPr bwMode="auto">
          <a:xfrm>
            <a:off x="5883281" y="4030660"/>
            <a:ext cx="1646238" cy="666750"/>
          </a:xfrm>
          <a:prstGeom prst="straightConnector1">
            <a:avLst/>
          </a:prstGeom>
          <a:noFill/>
          <a:ln w="28575">
            <a:solidFill>
              <a:schemeClr val="tx1"/>
            </a:solidFill>
            <a:round/>
            <a:headEnd/>
            <a:tailEnd type="arrow" w="med" len="med"/>
          </a:ln>
          <a:effectLst>
            <a:outerShdw blurRad="50800" dist="762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30" name="Straight Arrow Connector 56">
            <a:extLst>
              <a:ext uri="{FF2B5EF4-FFF2-40B4-BE49-F238E27FC236}">
                <a16:creationId xmlns:a16="http://schemas.microsoft.com/office/drawing/2014/main" id="{DCA9E4C9-FCB2-429F-8064-3D46B3ADCCFD}"/>
              </a:ext>
            </a:extLst>
          </p:cNvPr>
          <p:cNvCxnSpPr>
            <a:cxnSpLocks noChangeShapeType="1"/>
          </p:cNvCxnSpPr>
          <p:nvPr/>
        </p:nvCxnSpPr>
        <p:spPr bwMode="auto">
          <a:xfrm rot="5400000">
            <a:off x="8769356" y="3827460"/>
            <a:ext cx="379413" cy="436563"/>
          </a:xfrm>
          <a:prstGeom prst="straightConnector1">
            <a:avLst/>
          </a:prstGeom>
          <a:noFill/>
          <a:ln w="28575">
            <a:solidFill>
              <a:schemeClr val="tx1"/>
            </a:solidFill>
            <a:round/>
            <a:headEnd/>
            <a:tailEnd type="arrow" w="med" len="med"/>
          </a:ln>
          <a:effectLst>
            <a:outerShdw blurRad="50800" dist="762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31" name="Straight Arrow Connector 60">
            <a:extLst>
              <a:ext uri="{FF2B5EF4-FFF2-40B4-BE49-F238E27FC236}">
                <a16:creationId xmlns:a16="http://schemas.microsoft.com/office/drawing/2014/main" id="{8E7496E5-50F2-4DE9-835C-42C6A2B8337D}"/>
              </a:ext>
            </a:extLst>
          </p:cNvPr>
          <p:cNvCxnSpPr>
            <a:cxnSpLocks noChangeShapeType="1"/>
          </p:cNvCxnSpPr>
          <p:nvPr/>
        </p:nvCxnSpPr>
        <p:spPr bwMode="auto">
          <a:xfrm>
            <a:off x="8434392" y="5257004"/>
            <a:ext cx="0" cy="679702"/>
          </a:xfrm>
          <a:prstGeom prst="straightConnector1">
            <a:avLst/>
          </a:prstGeom>
          <a:noFill/>
          <a:ln w="28575">
            <a:solidFill>
              <a:schemeClr val="tx1"/>
            </a:solidFill>
            <a:round/>
            <a:headEnd/>
            <a:tailEnd type="arrow" w="med" len="med"/>
          </a:ln>
          <a:effectLst>
            <a:outerShdw blurRad="50800" dist="76200" dir="2700000" algn="tl" rotWithShape="0">
              <a:prstClr val="black">
                <a:alpha val="40000"/>
              </a:prstClr>
            </a:outerShdw>
          </a:effectLst>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5811676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Virtual File System Architecture</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505618" y="1385887"/>
            <a:ext cx="11180763" cy="4086225"/>
          </a:xfrm>
        </p:spPr>
        <p:txBody>
          <a:bodyPr wrap="square" numCol="1" anchor="t" anchorCtr="0" compatLnSpc="1">
            <a:prstTxWarp prst="textNoShape">
              <a:avLst/>
            </a:prstTxWarp>
          </a:bodyPr>
          <a:lstStyle/>
          <a:p>
            <a:r>
              <a:rPr lang="en-US" dirty="0">
                <a:solidFill>
                  <a:srgbClr val="128CAB"/>
                </a:solidFill>
                <a:ea typeface="ＭＳ Ｐゴシック"/>
              </a:rPr>
              <a:t>System call interface</a:t>
            </a:r>
            <a:r>
              <a:rPr lang="en-US" dirty="0">
                <a:ea typeface="ＭＳ Ｐゴシック"/>
              </a:rPr>
              <a:t>: it provides Virtual File System services to the user space.</a:t>
            </a:r>
            <a:endParaRPr lang="en-US" dirty="0"/>
          </a:p>
          <a:p>
            <a:r>
              <a:rPr lang="en-US" dirty="0">
                <a:solidFill>
                  <a:srgbClr val="128CAB"/>
                </a:solidFill>
              </a:rPr>
              <a:t>Logical file system</a:t>
            </a:r>
            <a:r>
              <a:rPr lang="en-US" dirty="0"/>
              <a:t>: it provides a logical structure for the information stored in a storage medium.</a:t>
            </a:r>
            <a:endParaRPr lang="en-US" dirty="0">
              <a:ea typeface="ＭＳ Ｐゴシック" panose="020B0600070205080204" pitchFamily="34" charset="-128"/>
            </a:endParaRPr>
          </a:p>
          <a:p>
            <a:pPr marL="398145" lvl="1" indent="-166370"/>
            <a:r>
              <a:rPr lang="en-US" dirty="0">
                <a:ea typeface="ＭＳ Ｐゴシック"/>
              </a:rPr>
              <a:t>Several logical file systems are supported (e.g., ext2, fat).</a:t>
            </a:r>
            <a:endParaRPr lang="en-US" dirty="0">
              <a:ea typeface="ＭＳ Ｐゴシック"/>
              <a:cs typeface="Calibri"/>
            </a:endParaRPr>
          </a:p>
          <a:p>
            <a:pPr marL="398145" lvl="1" indent="-166370"/>
            <a:r>
              <a:rPr lang="en-US" dirty="0"/>
              <a:t>All files appear the same to the user.</a:t>
            </a:r>
            <a:endParaRPr lang="en-US" dirty="0">
              <a:cs typeface="Calibri"/>
            </a:endParaRPr>
          </a:p>
          <a:p>
            <a:pPr marL="398145" lvl="1" indent="-166370"/>
            <a:r>
              <a:rPr lang="en-US" dirty="0"/>
              <a:t>The </a:t>
            </a:r>
            <a:r>
              <a:rPr lang="en-US" dirty="0" err="1"/>
              <a:t>inode</a:t>
            </a:r>
            <a:r>
              <a:rPr lang="en-US" dirty="0"/>
              <a:t> is used to hide logical file system details.</a:t>
            </a:r>
            <a:endParaRPr lang="en-US" dirty="0">
              <a:cs typeface="Calibri"/>
            </a:endParaRPr>
          </a:p>
          <a:p>
            <a:pPr marL="398145" lvl="1" indent="-166370"/>
            <a:r>
              <a:rPr lang="en-US" dirty="0"/>
              <a:t>For each file, the corresponding logical file system type is stored in the </a:t>
            </a:r>
            <a:r>
              <a:rPr lang="en-US" dirty="0" err="1"/>
              <a:t>i</a:t>
            </a:r>
            <a:r>
              <a:rPr lang="en-US" dirty="0"/>
              <a:t>-node.</a:t>
            </a:r>
            <a:endParaRPr lang="en-US" dirty="0">
              <a:cs typeface="Calibri"/>
            </a:endParaRPr>
          </a:p>
          <a:p>
            <a:pPr marL="398145" lvl="1" indent="-166370"/>
            <a:r>
              <a:rPr lang="en-US" dirty="0">
                <a:ea typeface="ＭＳ Ｐゴシック"/>
              </a:rPr>
              <a:t>Depending on the information in the </a:t>
            </a:r>
            <a:r>
              <a:rPr lang="en-US" dirty="0" err="1">
                <a:ea typeface="ＭＳ Ｐゴシック"/>
              </a:rPr>
              <a:t>i</a:t>
            </a:r>
            <a:r>
              <a:rPr lang="en-US" dirty="0">
                <a:ea typeface="ＭＳ Ｐゴシック"/>
              </a:rPr>
              <a:t>-node, the proper operations are activated when reading/writing a file in a given logical file system.</a:t>
            </a:r>
            <a:endParaRPr lang="en-US" altLang="en-US" dirty="0">
              <a:ea typeface="ＭＳ Ｐゴシック"/>
              <a:cs typeface="Calibri"/>
            </a:endParaRPr>
          </a:p>
          <a:p>
            <a:r>
              <a:rPr lang="en-US" dirty="0">
                <a:solidFill>
                  <a:srgbClr val="128CAB"/>
                </a:solidFill>
              </a:rPr>
              <a:t>Buffer cache</a:t>
            </a:r>
            <a:r>
              <a:rPr lang="en-US" dirty="0"/>
              <a:t>: it provides data caching mechanisms to improve performance of storage media access operations.</a:t>
            </a:r>
          </a:p>
          <a:p>
            <a:r>
              <a:rPr lang="en-US" dirty="0">
                <a:solidFill>
                  <a:srgbClr val="128CAB"/>
                </a:solidFill>
              </a:rPr>
              <a:t>Binary executable</a:t>
            </a:r>
            <a:r>
              <a:rPr lang="en-US" dirty="0"/>
              <a:t>: it supports different types of executable files transparently to the user.</a:t>
            </a:r>
            <a:endParaRPr lang="en-US" altLang="en-US" dirty="0">
              <a:ea typeface="ＭＳ Ｐゴシック" panose="020B0600070205080204" pitchFamily="34" charset="-128"/>
            </a:endParaRPr>
          </a:p>
          <a:p>
            <a:pPr marL="855345" lvl="2" indent="-166370"/>
            <a:endParaRPr lang="en-US" altLang="en-US" dirty="0">
              <a:ea typeface="ＭＳ Ｐゴシック" panose="020B0600070205080204" pitchFamily="34" charset="-128"/>
              <a:cs typeface="Calibri"/>
            </a:endParaRPr>
          </a:p>
        </p:txBody>
      </p:sp>
    </p:spTree>
    <p:extLst>
      <p:ext uri="{BB962C8B-B14F-4D97-AF65-F5344CB8AC3E}">
        <p14:creationId xmlns:p14="http://schemas.microsoft.com/office/powerpoint/2010/main" val="5329806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Virtual File System Architecture</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solidFill>
                  <a:srgbClr val="128CAB"/>
                </a:solidFill>
              </a:rPr>
              <a:t>Device drivers</a:t>
            </a:r>
            <a:r>
              <a:rPr lang="en-US" dirty="0"/>
              <a:t> provide a uniform interface to access hardware devices:</a:t>
            </a:r>
            <a:endParaRPr lang="en-US" altLang="en-US" dirty="0">
              <a:ea typeface="ＭＳ Ｐゴシック" panose="020B0600070205080204" pitchFamily="34" charset="-128"/>
            </a:endParaRPr>
          </a:p>
          <a:p>
            <a:pPr marL="398145" lvl="1" indent="-166370"/>
            <a:r>
              <a:rPr lang="en-US" dirty="0">
                <a:solidFill>
                  <a:srgbClr val="128CAB"/>
                </a:solidFill>
                <a:ea typeface="ＭＳ Ｐゴシック"/>
              </a:rPr>
              <a:t>Character-based devices</a:t>
            </a:r>
            <a:r>
              <a:rPr lang="en-US" dirty="0">
                <a:ea typeface="ＭＳ Ｐゴシック"/>
              </a:rPr>
              <a:t> are hardware devices accessed sequentially (e.g., serial port).</a:t>
            </a:r>
            <a:endParaRPr lang="en-US" dirty="0">
              <a:ea typeface="ＭＳ Ｐゴシック"/>
              <a:cs typeface="Calibri"/>
            </a:endParaRPr>
          </a:p>
          <a:p>
            <a:pPr marL="398145" lvl="1" indent="-166370"/>
            <a:r>
              <a:rPr lang="en-US" dirty="0">
                <a:solidFill>
                  <a:srgbClr val="128CAB"/>
                </a:solidFill>
                <a:ea typeface="ＭＳ Ｐゴシック"/>
              </a:rPr>
              <a:t>Block-based devices</a:t>
            </a:r>
            <a:r>
              <a:rPr lang="en-US" dirty="0">
                <a:ea typeface="ＭＳ Ｐゴシック"/>
              </a:rPr>
              <a:t> are devices that are accessed randomly and whose data is read/written in blocks (e.g., hard disk unit).</a:t>
            </a:r>
            <a:endParaRPr lang="en-US" altLang="en-US" dirty="0">
              <a:ea typeface="ＭＳ Ｐゴシック"/>
              <a:cs typeface="Calibri"/>
            </a:endParaRPr>
          </a:p>
          <a:p>
            <a:r>
              <a:rPr lang="en-US" dirty="0"/>
              <a:t>Device drivers use the </a:t>
            </a:r>
            <a:r>
              <a:rPr lang="en-US" dirty="0">
                <a:solidFill>
                  <a:srgbClr val="128CAB"/>
                </a:solidFill>
              </a:rPr>
              <a:t>file interface abstraction</a:t>
            </a:r>
            <a:r>
              <a:rPr lang="en-US" dirty="0"/>
              <a:t>:</a:t>
            </a:r>
            <a:endParaRPr lang="en-US" altLang="en-US" dirty="0">
              <a:ea typeface="ＭＳ Ｐゴシック" panose="020B0600070205080204" pitchFamily="34" charset="-128"/>
            </a:endParaRPr>
          </a:p>
          <a:p>
            <a:pPr marL="398145" lvl="1" indent="-166370"/>
            <a:r>
              <a:rPr lang="en-US" dirty="0"/>
              <a:t>Each device can be accessed as a file in the file system through a special file, the </a:t>
            </a:r>
            <a:r>
              <a:rPr lang="en-US" dirty="0">
                <a:solidFill>
                  <a:srgbClr val="128CAB"/>
                </a:solidFill>
              </a:rPr>
              <a:t>device file</a:t>
            </a:r>
            <a:r>
              <a:rPr lang="en-US" dirty="0"/>
              <a:t>, associated with it. </a:t>
            </a:r>
            <a:endParaRPr lang="en-US" dirty="0">
              <a:cs typeface="Calibri"/>
            </a:endParaRPr>
          </a:p>
          <a:p>
            <a:pPr marL="398145" lvl="1" indent="-166370"/>
            <a:r>
              <a:rPr lang="en-US" dirty="0"/>
              <a:t>A new device driver is a new implementing of the hardware-specific code to customize the file interface abstraction (more about this later).</a:t>
            </a:r>
            <a:endParaRPr lang="en-US" altLang="en-US" dirty="0">
              <a:ea typeface="ＭＳ Ｐゴシック" panose="020B0600070205080204" pitchFamily="34" charset="-128"/>
              <a:cs typeface="Calibri"/>
            </a:endParaRPr>
          </a:p>
          <a:p>
            <a:pPr marL="855345" lvl="2" indent="-166370"/>
            <a:endParaRPr lang="en-US" altLang="en-US" dirty="0">
              <a:ea typeface="ＭＳ Ｐゴシック" panose="020B0600070205080204" pitchFamily="34" charset="-128"/>
              <a:cs typeface="Calibri"/>
            </a:endParaRPr>
          </a:p>
        </p:txBody>
      </p:sp>
    </p:spTree>
    <p:extLst>
      <p:ext uri="{BB962C8B-B14F-4D97-AF65-F5344CB8AC3E}">
        <p14:creationId xmlns:p14="http://schemas.microsoft.com/office/powerpoint/2010/main" val="13773154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ea typeface="ＭＳ Ｐゴシック"/>
              </a:rPr>
              <a:t>Inter-Process Communication</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t>It provides mechanisms to processes for allowing:</a:t>
            </a:r>
            <a:endParaRPr lang="en-US" altLang="en-US" dirty="0">
              <a:ea typeface="ＭＳ Ｐゴシック" panose="020B0600070205080204" pitchFamily="34" charset="-128"/>
            </a:endParaRPr>
          </a:p>
          <a:p>
            <a:pPr lvl="1"/>
            <a:r>
              <a:rPr lang="en-US" dirty="0"/>
              <a:t>Resource sharing</a:t>
            </a:r>
          </a:p>
          <a:p>
            <a:pPr lvl="1"/>
            <a:r>
              <a:rPr lang="en-US" dirty="0"/>
              <a:t>Synchronization</a:t>
            </a:r>
          </a:p>
          <a:p>
            <a:pPr lvl="1"/>
            <a:r>
              <a:rPr lang="en-US" dirty="0"/>
              <a:t>Data exchange</a:t>
            </a:r>
            <a:endParaRPr lang="en-US" altLang="en-US" dirty="0">
              <a:ea typeface="ＭＳ Ｐゴシック" panose="020B0600070205080204" pitchFamily="34" charset="-128"/>
            </a:endParaRPr>
          </a:p>
        </p:txBody>
      </p:sp>
      <p:sp>
        <p:nvSpPr>
          <p:cNvPr id="5" name="TextBox 7">
            <a:extLst>
              <a:ext uri="{FF2B5EF4-FFF2-40B4-BE49-F238E27FC236}">
                <a16:creationId xmlns:a16="http://schemas.microsoft.com/office/drawing/2014/main" id="{4C3B4A9A-9CA0-4B35-A2CA-E20A1BE2AEE1}"/>
              </a:ext>
            </a:extLst>
          </p:cNvPr>
          <p:cNvSpPr txBox="1">
            <a:spLocks noChangeArrowheads="1"/>
          </p:cNvSpPr>
          <p:nvPr/>
        </p:nvSpPr>
        <p:spPr bwMode="auto">
          <a:xfrm>
            <a:off x="10319998" y="3217469"/>
            <a:ext cx="1632694" cy="646331"/>
          </a:xfrm>
          <a:prstGeom prst="roundRect">
            <a:avLst>
              <a:gd name="adj" fmla="val 10035"/>
            </a:avLst>
          </a:prstGeom>
          <a:solidFill>
            <a:srgbClr val="FFC000"/>
          </a:solidFill>
          <a:ln w="9525">
            <a:solidFill>
              <a:schemeClr val="tx1"/>
            </a:solidFill>
            <a:miter lim="800000"/>
            <a:headEnd/>
            <a:tailEnd/>
          </a:ln>
          <a:effectLst>
            <a:outerShdw blurRad="50800" dist="76200" dir="2700000" algn="tl" rotWithShape="0">
              <a:prstClr val="black">
                <a:alpha val="40000"/>
              </a:prstClr>
            </a:outerShdw>
          </a:effectLst>
        </p:spPr>
        <p:txBody>
          <a:bodyPr wrap="none">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Inter-Process</a:t>
            </a:r>
          </a:p>
          <a:p>
            <a:pPr algn="ctr" eaLnBrk="1" hangingPunct="1"/>
            <a:r>
              <a:rPr lang="en-US" sz="1800" dirty="0">
                <a:solidFill>
                  <a:schemeClr val="bg1"/>
                </a:solidFill>
                <a:latin typeface="+mn-lt"/>
              </a:rPr>
              <a:t>Communication</a:t>
            </a:r>
          </a:p>
        </p:txBody>
      </p:sp>
      <p:grpSp>
        <p:nvGrpSpPr>
          <p:cNvPr id="6" name="Group 5">
            <a:extLst>
              <a:ext uri="{FF2B5EF4-FFF2-40B4-BE49-F238E27FC236}">
                <a16:creationId xmlns:a16="http://schemas.microsoft.com/office/drawing/2014/main" id="{64B40E56-DB69-4EE3-8118-0FC3CBA61039}"/>
              </a:ext>
            </a:extLst>
          </p:cNvPr>
          <p:cNvGrpSpPr/>
          <p:nvPr/>
        </p:nvGrpSpPr>
        <p:grpSpPr>
          <a:xfrm>
            <a:off x="8167138" y="1400373"/>
            <a:ext cx="1836000" cy="1200329"/>
            <a:chOff x="7140939" y="1486096"/>
            <a:chExt cx="1836000" cy="1200329"/>
          </a:xfrm>
          <a:solidFill>
            <a:schemeClr val="bg1">
              <a:lumMod val="95000"/>
            </a:schemeClr>
          </a:solidFill>
          <a:effectLst>
            <a:outerShdw blurRad="50800" dist="76200" dir="2700000" algn="tl" rotWithShape="0">
              <a:prstClr val="black">
                <a:alpha val="40000"/>
              </a:prstClr>
            </a:outerShdw>
          </a:effectLst>
        </p:grpSpPr>
        <p:sp>
          <p:nvSpPr>
            <p:cNvPr id="7" name="TextBox 4">
              <a:extLst>
                <a:ext uri="{FF2B5EF4-FFF2-40B4-BE49-F238E27FC236}">
                  <a16:creationId xmlns:a16="http://schemas.microsoft.com/office/drawing/2014/main" id="{1B4C0F2F-2D98-45BC-966D-CCDDB7DB2278}"/>
                </a:ext>
              </a:extLst>
            </p:cNvPr>
            <p:cNvSpPr txBox="1">
              <a:spLocks noChangeArrowheads="1"/>
            </p:cNvSpPr>
            <p:nvPr/>
          </p:nvSpPr>
          <p:spPr bwMode="auto">
            <a:xfrm>
              <a:off x="7140939" y="1486096"/>
              <a:ext cx="1836000" cy="1200329"/>
            </a:xfrm>
            <a:prstGeom prst="roundRect">
              <a:avLst>
                <a:gd name="adj" fmla="val 7145"/>
              </a:avLst>
            </a:prstGeom>
            <a:grpFill/>
            <a:ln w="0">
              <a:solidFill>
                <a:schemeClr val="bg1">
                  <a:lumMod val="95000"/>
                </a:schemeClr>
              </a:solidFill>
              <a:miter lim="800000"/>
              <a:headEnd/>
              <a:tailEnd/>
            </a:ln>
          </p:spPr>
          <p:txBody>
            <a:bodyPr wrap="none">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Memory Manager</a:t>
              </a: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p:txBody>
        </p:sp>
        <p:sp>
          <p:nvSpPr>
            <p:cNvPr id="8" name="TextBox 9">
              <a:extLst>
                <a:ext uri="{FF2B5EF4-FFF2-40B4-BE49-F238E27FC236}">
                  <a16:creationId xmlns:a16="http://schemas.microsoft.com/office/drawing/2014/main" id="{1F5649EF-F2BA-41B8-BA94-27D7F7ADF5C0}"/>
                </a:ext>
              </a:extLst>
            </p:cNvPr>
            <p:cNvSpPr txBox="1">
              <a:spLocks noChangeArrowheads="1"/>
            </p:cNvSpPr>
            <p:nvPr/>
          </p:nvSpPr>
          <p:spPr bwMode="auto">
            <a:xfrm>
              <a:off x="7279480" y="1843274"/>
              <a:ext cx="1548000" cy="288000"/>
            </a:xfrm>
            <a:prstGeom prst="roundRect">
              <a:avLst/>
            </a:prstGeom>
            <a:grpFill/>
            <a:ln w="0">
              <a:solidFill>
                <a:schemeClr val="bg1">
                  <a:lumMod val="95000"/>
                </a:schemeClr>
              </a:solidFill>
              <a:miter lim="800000"/>
              <a:headEnd/>
              <a:tailEnd/>
            </a:ln>
          </p:spPr>
          <p:txBody>
            <a:bodyPr wrap="none"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independent</a:t>
              </a:r>
            </a:p>
          </p:txBody>
        </p:sp>
        <p:sp>
          <p:nvSpPr>
            <p:cNvPr id="9" name="TextBox 10">
              <a:extLst>
                <a:ext uri="{FF2B5EF4-FFF2-40B4-BE49-F238E27FC236}">
                  <a16:creationId xmlns:a16="http://schemas.microsoft.com/office/drawing/2014/main" id="{14677A3C-3CBE-4BC0-832A-C2A194A9A25C}"/>
                </a:ext>
              </a:extLst>
            </p:cNvPr>
            <p:cNvSpPr txBox="1">
              <a:spLocks noChangeArrowheads="1"/>
            </p:cNvSpPr>
            <p:nvPr/>
          </p:nvSpPr>
          <p:spPr bwMode="auto">
            <a:xfrm>
              <a:off x="7298530" y="2290957"/>
              <a:ext cx="1548000" cy="288000"/>
            </a:xfrm>
            <a:prstGeom prst="roundRect">
              <a:avLst/>
            </a:prstGeom>
            <a:grpFill/>
            <a:ln w="0">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dependent</a:t>
              </a:r>
            </a:p>
          </p:txBody>
        </p:sp>
      </p:grpSp>
      <p:grpSp>
        <p:nvGrpSpPr>
          <p:cNvPr id="10" name="Group 9">
            <a:extLst>
              <a:ext uri="{FF2B5EF4-FFF2-40B4-BE49-F238E27FC236}">
                <a16:creationId xmlns:a16="http://schemas.microsoft.com/office/drawing/2014/main" id="{C3509605-614B-4C79-9431-19DC60911832}"/>
              </a:ext>
            </a:extLst>
          </p:cNvPr>
          <p:cNvGrpSpPr/>
          <p:nvPr/>
        </p:nvGrpSpPr>
        <p:grpSpPr>
          <a:xfrm>
            <a:off x="8167138" y="4481704"/>
            <a:ext cx="1836000" cy="1200150"/>
            <a:chOff x="7169945" y="4338819"/>
            <a:chExt cx="2052637" cy="1200150"/>
          </a:xfrm>
          <a:solidFill>
            <a:schemeClr val="bg1">
              <a:lumMod val="95000"/>
            </a:schemeClr>
          </a:solidFill>
          <a:effectLst>
            <a:outerShdw blurRad="50800" dist="76200" dir="2700000" algn="tl" rotWithShape="0">
              <a:prstClr val="black">
                <a:alpha val="40000"/>
              </a:prstClr>
            </a:outerShdw>
          </a:effectLst>
        </p:grpSpPr>
        <p:sp>
          <p:nvSpPr>
            <p:cNvPr id="11" name="TextBox 8">
              <a:extLst>
                <a:ext uri="{FF2B5EF4-FFF2-40B4-BE49-F238E27FC236}">
                  <a16:creationId xmlns:a16="http://schemas.microsoft.com/office/drawing/2014/main" id="{15BD429E-D0E1-49B3-B9BC-AB26BD75CE52}"/>
                </a:ext>
              </a:extLst>
            </p:cNvPr>
            <p:cNvSpPr txBox="1">
              <a:spLocks noChangeArrowheads="1"/>
            </p:cNvSpPr>
            <p:nvPr/>
          </p:nvSpPr>
          <p:spPr bwMode="auto">
            <a:xfrm>
              <a:off x="7169945" y="4338819"/>
              <a:ext cx="2052637" cy="1200150"/>
            </a:xfrm>
            <a:prstGeom prst="roundRect">
              <a:avLst>
                <a:gd name="adj" fmla="val 8334"/>
              </a:avLst>
            </a:prstGeom>
            <a:grpFill/>
            <a:ln w="9525">
              <a:solidFill>
                <a:schemeClr val="bg1">
                  <a:lumMod val="95000"/>
                </a:schemeClr>
              </a:solidFill>
              <a:miter lim="800000"/>
              <a:headEnd/>
              <a:tailEnd/>
            </a:ln>
          </p:spPr>
          <p:txBody>
            <a:bodyP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Network</a:t>
              </a: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p:txBody>
        </p:sp>
        <p:sp>
          <p:nvSpPr>
            <p:cNvPr id="12" name="TextBox 11">
              <a:extLst>
                <a:ext uri="{FF2B5EF4-FFF2-40B4-BE49-F238E27FC236}">
                  <a16:creationId xmlns:a16="http://schemas.microsoft.com/office/drawing/2014/main" id="{03069B35-EDDD-41EE-85F2-2EFF821560DF}"/>
                </a:ext>
              </a:extLst>
            </p:cNvPr>
            <p:cNvSpPr txBox="1">
              <a:spLocks noChangeArrowheads="1"/>
            </p:cNvSpPr>
            <p:nvPr/>
          </p:nvSpPr>
          <p:spPr bwMode="auto">
            <a:xfrm>
              <a:off x="7355682" y="4757918"/>
              <a:ext cx="1728788" cy="288000"/>
            </a:xfrm>
            <a:prstGeom prst="roundRect">
              <a:avLst/>
            </a:prstGeom>
            <a:grpFill/>
            <a:ln w="9525">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Network Protocols</a:t>
              </a:r>
            </a:p>
          </p:txBody>
        </p:sp>
        <p:sp>
          <p:nvSpPr>
            <p:cNvPr id="13" name="TextBox 12">
              <a:extLst>
                <a:ext uri="{FF2B5EF4-FFF2-40B4-BE49-F238E27FC236}">
                  <a16:creationId xmlns:a16="http://schemas.microsoft.com/office/drawing/2014/main" id="{EF1C3481-13BE-446B-ADA9-E8C3A5150CCB}"/>
                </a:ext>
              </a:extLst>
            </p:cNvPr>
            <p:cNvSpPr txBox="1">
              <a:spLocks noChangeArrowheads="1"/>
            </p:cNvSpPr>
            <p:nvPr/>
          </p:nvSpPr>
          <p:spPr bwMode="auto">
            <a:xfrm>
              <a:off x="7360445" y="5124631"/>
              <a:ext cx="1728787" cy="288000"/>
            </a:xfrm>
            <a:prstGeom prst="roundRect">
              <a:avLst/>
            </a:prstGeom>
            <a:grpFill/>
            <a:ln w="9525">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a:solidFill>
                    <a:schemeClr val="bg1"/>
                  </a:solidFill>
                  <a:latin typeface="+mn-lt"/>
                </a:rPr>
                <a:t>Hardware driver</a:t>
              </a:r>
            </a:p>
          </p:txBody>
        </p:sp>
      </p:grpSp>
      <p:grpSp>
        <p:nvGrpSpPr>
          <p:cNvPr id="14" name="Group 13">
            <a:extLst>
              <a:ext uri="{FF2B5EF4-FFF2-40B4-BE49-F238E27FC236}">
                <a16:creationId xmlns:a16="http://schemas.microsoft.com/office/drawing/2014/main" id="{2D9AD448-57ED-4300-B882-34735C4DE7D8}"/>
              </a:ext>
            </a:extLst>
          </p:cNvPr>
          <p:cNvGrpSpPr/>
          <p:nvPr/>
        </p:nvGrpSpPr>
        <p:grpSpPr>
          <a:xfrm>
            <a:off x="6022199" y="2940470"/>
            <a:ext cx="1836000" cy="1200329"/>
            <a:chOff x="4550569" y="2838450"/>
            <a:chExt cx="2052000" cy="1200329"/>
          </a:xfrm>
          <a:solidFill>
            <a:schemeClr val="bg1">
              <a:lumMod val="95000"/>
            </a:schemeClr>
          </a:solidFill>
          <a:effectLst>
            <a:outerShdw blurRad="50800" dist="76200" dir="2700000" algn="tl" rotWithShape="0">
              <a:prstClr val="black">
                <a:alpha val="40000"/>
              </a:prstClr>
            </a:outerShdw>
          </a:effectLst>
        </p:grpSpPr>
        <p:sp>
          <p:nvSpPr>
            <p:cNvPr id="15" name="TextBox 5">
              <a:extLst>
                <a:ext uri="{FF2B5EF4-FFF2-40B4-BE49-F238E27FC236}">
                  <a16:creationId xmlns:a16="http://schemas.microsoft.com/office/drawing/2014/main" id="{3F186789-6592-46E6-A1C6-798D1D0185B5}"/>
                </a:ext>
              </a:extLst>
            </p:cNvPr>
            <p:cNvSpPr txBox="1">
              <a:spLocks noChangeArrowheads="1"/>
            </p:cNvSpPr>
            <p:nvPr/>
          </p:nvSpPr>
          <p:spPr bwMode="auto">
            <a:xfrm>
              <a:off x="4550569" y="2838450"/>
              <a:ext cx="2052000" cy="1200329"/>
            </a:xfrm>
            <a:prstGeom prst="roundRect">
              <a:avLst>
                <a:gd name="adj" fmla="val 8335"/>
              </a:avLst>
            </a:prstGeom>
            <a:grpFill/>
            <a:ln w="9525">
              <a:solidFill>
                <a:schemeClr val="bg1">
                  <a:lumMod val="95000"/>
                </a:schemeClr>
              </a:solidFill>
              <a:miter lim="800000"/>
              <a:headEnd/>
              <a:tailEnd/>
            </a:ln>
          </p:spPr>
          <p:txBody>
            <a:bodyPr wrap="none">
              <a:noAutofit/>
            </a:bodyPr>
            <a:lstStyle>
              <a:defPPr>
                <a:defRPr lang="en-US"/>
              </a:defPPr>
              <a:lvl1pPr algn="ctr">
                <a:defRPr>
                  <a:solidFill>
                    <a:schemeClr val="bg1"/>
                  </a:solidFill>
                  <a:ea typeface="ＭＳ Ｐゴシック" charset="0"/>
                  <a:cs typeface="ＭＳ Ｐゴシック" charset="0"/>
                </a:defRPr>
              </a:lvl1pPr>
              <a:lvl2pPr marL="37931725" indent="-37474525" eaLnBrk="0" hangingPunct="0">
                <a:defRPr sz="2400">
                  <a:latin typeface="Tahoma" charset="0"/>
                  <a:ea typeface="ＭＳ Ｐゴシック" charset="0"/>
                </a:defRPr>
              </a:lvl2pPr>
              <a:lvl3pPr eaLnBrk="0" hangingPunct="0">
                <a:defRPr sz="2400">
                  <a:latin typeface="Tahoma" charset="0"/>
                  <a:ea typeface="ＭＳ Ｐゴシック" charset="0"/>
                </a:defRPr>
              </a:lvl3pPr>
              <a:lvl4pPr eaLnBrk="0" hangingPunct="0">
                <a:defRPr sz="2400">
                  <a:latin typeface="Tahoma" charset="0"/>
                  <a:ea typeface="ＭＳ Ｐゴシック" charset="0"/>
                </a:defRPr>
              </a:lvl4pPr>
              <a:lvl5pPr eaLnBrk="0" hangingPunct="0">
                <a:defRPr sz="2400">
                  <a:latin typeface="Tahoma" charset="0"/>
                  <a:ea typeface="ＭＳ Ｐゴシック" charset="0"/>
                </a:defRPr>
              </a:lvl5pPr>
              <a:lvl6pPr marL="457200" eaLnBrk="0" fontAlgn="base" hangingPunct="0">
                <a:spcBef>
                  <a:spcPct val="0"/>
                </a:spcBef>
                <a:spcAft>
                  <a:spcPct val="0"/>
                </a:spcAft>
                <a:defRPr sz="2400">
                  <a:latin typeface="Tahoma" charset="0"/>
                  <a:ea typeface="ＭＳ Ｐゴシック" charset="0"/>
                </a:defRPr>
              </a:lvl6pPr>
              <a:lvl7pPr marL="914400" eaLnBrk="0" fontAlgn="base" hangingPunct="0">
                <a:spcBef>
                  <a:spcPct val="0"/>
                </a:spcBef>
                <a:spcAft>
                  <a:spcPct val="0"/>
                </a:spcAft>
                <a:defRPr sz="2400">
                  <a:latin typeface="Tahoma" charset="0"/>
                  <a:ea typeface="ＭＳ Ｐゴシック" charset="0"/>
                </a:defRPr>
              </a:lvl7pPr>
              <a:lvl8pPr marL="1371600" eaLnBrk="0" fontAlgn="base" hangingPunct="0">
                <a:spcBef>
                  <a:spcPct val="0"/>
                </a:spcBef>
                <a:spcAft>
                  <a:spcPct val="0"/>
                </a:spcAft>
                <a:defRPr sz="2400">
                  <a:latin typeface="Tahoma" charset="0"/>
                  <a:ea typeface="ＭＳ Ｐゴシック" charset="0"/>
                </a:defRPr>
              </a:lvl8pPr>
              <a:lvl9pPr marL="1828800" eaLnBrk="0" fontAlgn="base" hangingPunct="0">
                <a:spcBef>
                  <a:spcPct val="0"/>
                </a:spcBef>
                <a:spcAft>
                  <a:spcPct val="0"/>
                </a:spcAft>
                <a:defRPr sz="2400">
                  <a:latin typeface="Tahoma" charset="0"/>
                  <a:ea typeface="ＭＳ Ｐゴシック" charset="0"/>
                </a:defRPr>
              </a:lvl9pPr>
            </a:lstStyle>
            <a:p>
              <a:r>
                <a:rPr lang="en-US" dirty="0"/>
                <a:t>Virtual File System</a:t>
              </a:r>
            </a:p>
            <a:p>
              <a:endParaRPr lang="en-US" dirty="0"/>
            </a:p>
            <a:p>
              <a:endParaRPr lang="en-US" dirty="0"/>
            </a:p>
            <a:p>
              <a:endParaRPr lang="en-US" dirty="0"/>
            </a:p>
          </p:txBody>
        </p:sp>
        <p:sp>
          <p:nvSpPr>
            <p:cNvPr id="16" name="TextBox 13">
              <a:extLst>
                <a:ext uri="{FF2B5EF4-FFF2-40B4-BE49-F238E27FC236}">
                  <a16:creationId xmlns:a16="http://schemas.microsoft.com/office/drawing/2014/main" id="{A8B64517-2F7B-4F7E-938C-0C1EE474F011}"/>
                </a:ext>
              </a:extLst>
            </p:cNvPr>
            <p:cNvSpPr txBox="1">
              <a:spLocks noChangeArrowheads="1"/>
            </p:cNvSpPr>
            <p:nvPr/>
          </p:nvSpPr>
          <p:spPr bwMode="auto">
            <a:xfrm>
              <a:off x="4698208" y="3235324"/>
              <a:ext cx="1728000" cy="288000"/>
            </a:xfrm>
            <a:prstGeom prst="roundRect">
              <a:avLst/>
            </a:prstGeom>
            <a:grpFill/>
            <a:ln w="9525">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Logical File System</a:t>
              </a:r>
            </a:p>
          </p:txBody>
        </p:sp>
        <p:sp>
          <p:nvSpPr>
            <p:cNvPr id="17" name="TextBox 14">
              <a:extLst>
                <a:ext uri="{FF2B5EF4-FFF2-40B4-BE49-F238E27FC236}">
                  <a16:creationId xmlns:a16="http://schemas.microsoft.com/office/drawing/2014/main" id="{16E19B1F-6374-40A3-8D41-BC38F3309A9A}"/>
                </a:ext>
              </a:extLst>
            </p:cNvPr>
            <p:cNvSpPr txBox="1">
              <a:spLocks noChangeArrowheads="1"/>
            </p:cNvSpPr>
            <p:nvPr/>
          </p:nvSpPr>
          <p:spPr bwMode="auto">
            <a:xfrm>
              <a:off x="4702970" y="3602037"/>
              <a:ext cx="1728788" cy="288000"/>
            </a:xfrm>
            <a:prstGeom prst="roundRect">
              <a:avLst/>
            </a:prstGeom>
            <a:grpFill/>
            <a:ln w="9525">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a:solidFill>
                    <a:schemeClr val="bg1"/>
                  </a:solidFill>
                  <a:latin typeface="+mn-lt"/>
                </a:rPr>
                <a:t>Hardware Drivers</a:t>
              </a:r>
            </a:p>
          </p:txBody>
        </p:sp>
      </p:grpSp>
      <p:grpSp>
        <p:nvGrpSpPr>
          <p:cNvPr id="18" name="Group 17">
            <a:extLst>
              <a:ext uri="{FF2B5EF4-FFF2-40B4-BE49-F238E27FC236}">
                <a16:creationId xmlns:a16="http://schemas.microsoft.com/office/drawing/2014/main" id="{2C282AE4-4567-4616-9A50-5777159141CA}"/>
              </a:ext>
            </a:extLst>
          </p:cNvPr>
          <p:cNvGrpSpPr/>
          <p:nvPr/>
        </p:nvGrpSpPr>
        <p:grpSpPr>
          <a:xfrm>
            <a:off x="8167138" y="2940470"/>
            <a:ext cx="1836000" cy="1200329"/>
            <a:chOff x="7140939" y="1486096"/>
            <a:chExt cx="1836000" cy="1200329"/>
          </a:xfrm>
          <a:solidFill>
            <a:schemeClr val="bg1">
              <a:lumMod val="95000"/>
            </a:schemeClr>
          </a:solidFill>
          <a:effectLst>
            <a:outerShdw blurRad="50800" dist="76200" dir="2700000" algn="tl" rotWithShape="0">
              <a:prstClr val="black">
                <a:alpha val="40000"/>
              </a:prstClr>
            </a:outerShdw>
          </a:effectLst>
        </p:grpSpPr>
        <p:sp>
          <p:nvSpPr>
            <p:cNvPr id="19" name="TextBox 4">
              <a:extLst>
                <a:ext uri="{FF2B5EF4-FFF2-40B4-BE49-F238E27FC236}">
                  <a16:creationId xmlns:a16="http://schemas.microsoft.com/office/drawing/2014/main" id="{F630926B-32FF-443D-9535-B50A230445D2}"/>
                </a:ext>
              </a:extLst>
            </p:cNvPr>
            <p:cNvSpPr txBox="1">
              <a:spLocks noChangeArrowheads="1"/>
            </p:cNvSpPr>
            <p:nvPr/>
          </p:nvSpPr>
          <p:spPr bwMode="auto">
            <a:xfrm>
              <a:off x="7140939" y="1486096"/>
              <a:ext cx="1836000" cy="1200329"/>
            </a:xfrm>
            <a:prstGeom prst="roundRect">
              <a:avLst>
                <a:gd name="adj" fmla="val 7145"/>
              </a:avLst>
            </a:prstGeom>
            <a:grpFill/>
            <a:ln w="9525">
              <a:solidFill>
                <a:schemeClr val="bg1">
                  <a:lumMod val="95000"/>
                </a:schemeClr>
              </a:solidFill>
              <a:miter lim="800000"/>
              <a:headEnd/>
              <a:tailEnd/>
            </a:ln>
          </p:spPr>
          <p:txBody>
            <a:bodyPr wrap="none">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Process Scheduler</a:t>
              </a:r>
            </a:p>
          </p:txBody>
        </p:sp>
        <p:sp>
          <p:nvSpPr>
            <p:cNvPr id="20" name="TextBox 9">
              <a:extLst>
                <a:ext uri="{FF2B5EF4-FFF2-40B4-BE49-F238E27FC236}">
                  <a16:creationId xmlns:a16="http://schemas.microsoft.com/office/drawing/2014/main" id="{E73D0A17-6383-48CC-A396-76BC044B9874}"/>
                </a:ext>
              </a:extLst>
            </p:cNvPr>
            <p:cNvSpPr txBox="1">
              <a:spLocks noChangeArrowheads="1"/>
            </p:cNvSpPr>
            <p:nvPr/>
          </p:nvSpPr>
          <p:spPr bwMode="auto">
            <a:xfrm>
              <a:off x="7279480" y="1843274"/>
              <a:ext cx="1548000" cy="288000"/>
            </a:xfrm>
            <a:prstGeom prst="roundRect">
              <a:avLst/>
            </a:prstGeom>
            <a:grpFill/>
            <a:ln w="9525">
              <a:solidFill>
                <a:schemeClr val="bg1">
                  <a:lumMod val="95000"/>
                </a:schemeClr>
              </a:solidFill>
              <a:miter lim="800000"/>
              <a:headEnd/>
              <a:tailEnd/>
            </a:ln>
          </p:spPr>
          <p:txBody>
            <a:bodyPr wrap="none"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independent</a:t>
              </a:r>
            </a:p>
          </p:txBody>
        </p:sp>
        <p:sp>
          <p:nvSpPr>
            <p:cNvPr id="21" name="TextBox 10">
              <a:extLst>
                <a:ext uri="{FF2B5EF4-FFF2-40B4-BE49-F238E27FC236}">
                  <a16:creationId xmlns:a16="http://schemas.microsoft.com/office/drawing/2014/main" id="{D414CAC2-B06A-4370-BB98-886600B80B6B}"/>
                </a:ext>
              </a:extLst>
            </p:cNvPr>
            <p:cNvSpPr txBox="1">
              <a:spLocks noChangeArrowheads="1"/>
            </p:cNvSpPr>
            <p:nvPr/>
          </p:nvSpPr>
          <p:spPr bwMode="auto">
            <a:xfrm>
              <a:off x="7298530" y="2290957"/>
              <a:ext cx="1548000" cy="288000"/>
            </a:xfrm>
            <a:prstGeom prst="roundRect">
              <a:avLst/>
            </a:prstGeom>
            <a:grpFill/>
            <a:ln w="9525">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dependent</a:t>
              </a:r>
            </a:p>
          </p:txBody>
        </p:sp>
      </p:grpSp>
      <p:cxnSp>
        <p:nvCxnSpPr>
          <p:cNvPr id="22" name="Straight Arrow Connector 21">
            <a:extLst>
              <a:ext uri="{FF2B5EF4-FFF2-40B4-BE49-F238E27FC236}">
                <a16:creationId xmlns:a16="http://schemas.microsoft.com/office/drawing/2014/main" id="{E631AD0E-3B4A-4385-A515-D602884CD898}"/>
              </a:ext>
            </a:extLst>
          </p:cNvPr>
          <p:cNvCxnSpPr>
            <a:stCxn id="7" idx="2"/>
            <a:endCxn id="19" idx="0"/>
          </p:cNvCxnSpPr>
          <p:nvPr/>
        </p:nvCxnSpPr>
        <p:spPr>
          <a:xfrm>
            <a:off x="9085138" y="2600702"/>
            <a:ext cx="0" cy="339768"/>
          </a:xfrm>
          <a:prstGeom prst="straightConnector1">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C411AE1D-F2BB-4EB5-9511-7D3007645405}"/>
              </a:ext>
            </a:extLst>
          </p:cNvPr>
          <p:cNvCxnSpPr>
            <a:stCxn id="19" idx="2"/>
            <a:endCxn id="11" idx="0"/>
          </p:cNvCxnSpPr>
          <p:nvPr/>
        </p:nvCxnSpPr>
        <p:spPr>
          <a:xfrm>
            <a:off x="9085138" y="4140799"/>
            <a:ext cx="0" cy="340905"/>
          </a:xfrm>
          <a:prstGeom prst="straightConnector1">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59FB68D5-9527-4C25-BB60-4F6207244681}"/>
              </a:ext>
            </a:extLst>
          </p:cNvPr>
          <p:cNvCxnSpPr>
            <a:stCxn id="19" idx="1"/>
          </p:cNvCxnSpPr>
          <p:nvPr/>
        </p:nvCxnSpPr>
        <p:spPr>
          <a:xfrm flipH="1" flipV="1">
            <a:off x="7858199" y="3540634"/>
            <a:ext cx="308939" cy="1"/>
          </a:xfrm>
          <a:prstGeom prst="straightConnector1">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64D2B752-1481-4370-BADF-161B544C5DC3}"/>
              </a:ext>
            </a:extLst>
          </p:cNvPr>
          <p:cNvCxnSpPr>
            <a:stCxn id="19" idx="3"/>
            <a:endCxn id="5" idx="1"/>
          </p:cNvCxnSpPr>
          <p:nvPr/>
        </p:nvCxnSpPr>
        <p:spPr>
          <a:xfrm>
            <a:off x="10003138" y="3540635"/>
            <a:ext cx="316860" cy="0"/>
          </a:xfrm>
          <a:prstGeom prst="straightConnector1">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6" name="Elbow Connector 94">
            <a:extLst>
              <a:ext uri="{FF2B5EF4-FFF2-40B4-BE49-F238E27FC236}">
                <a16:creationId xmlns:a16="http://schemas.microsoft.com/office/drawing/2014/main" id="{76927587-3D7C-49A0-A001-8CCE1EB000F8}"/>
              </a:ext>
            </a:extLst>
          </p:cNvPr>
          <p:cNvCxnSpPr>
            <a:stCxn id="5" idx="0"/>
            <a:endCxn id="7" idx="3"/>
          </p:cNvCxnSpPr>
          <p:nvPr/>
        </p:nvCxnSpPr>
        <p:spPr>
          <a:xfrm rot="16200000" flipV="1">
            <a:off x="9961277" y="2042400"/>
            <a:ext cx="1216931" cy="1133207"/>
          </a:xfrm>
          <a:prstGeom prst="bentConnector2">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7" name="Elbow Connector 96">
            <a:extLst>
              <a:ext uri="{FF2B5EF4-FFF2-40B4-BE49-F238E27FC236}">
                <a16:creationId xmlns:a16="http://schemas.microsoft.com/office/drawing/2014/main" id="{0A096306-6991-4A06-A9DB-128706C8ADBC}"/>
              </a:ext>
            </a:extLst>
          </p:cNvPr>
          <p:cNvCxnSpPr>
            <a:stCxn id="7" idx="1"/>
            <a:endCxn id="15" idx="0"/>
          </p:cNvCxnSpPr>
          <p:nvPr/>
        </p:nvCxnSpPr>
        <p:spPr>
          <a:xfrm rot="10800000" flipV="1">
            <a:off x="6940200" y="2000538"/>
            <a:ext cx="1226939" cy="939932"/>
          </a:xfrm>
          <a:prstGeom prst="bentConnector2">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8" name="Elbow Connector 98">
            <a:extLst>
              <a:ext uri="{FF2B5EF4-FFF2-40B4-BE49-F238E27FC236}">
                <a16:creationId xmlns:a16="http://schemas.microsoft.com/office/drawing/2014/main" id="{B0912FBA-A232-4958-9EA7-78D2B08E4514}"/>
              </a:ext>
            </a:extLst>
          </p:cNvPr>
          <p:cNvCxnSpPr>
            <a:stCxn id="11" idx="1"/>
            <a:endCxn id="15" idx="2"/>
          </p:cNvCxnSpPr>
          <p:nvPr/>
        </p:nvCxnSpPr>
        <p:spPr>
          <a:xfrm rot="10800000">
            <a:off x="6940200" y="4140799"/>
            <a:ext cx="1226939" cy="940980"/>
          </a:xfrm>
          <a:prstGeom prst="bentConnector2">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232909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ea typeface="ＭＳ Ｐゴシック"/>
              </a:rPr>
              <a:t>Inter-Process Communication Architecture</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5137153" cy="4086225"/>
          </a:xfrm>
        </p:spPr>
        <p:txBody>
          <a:bodyPr wrap="square" numCol="1" anchor="t" anchorCtr="0" compatLnSpc="1">
            <a:prstTxWarp prst="textNoShape">
              <a:avLst/>
            </a:prstTxWarp>
          </a:bodyPr>
          <a:lstStyle/>
          <a:p>
            <a:r>
              <a:rPr lang="en-US" dirty="0">
                <a:solidFill>
                  <a:srgbClr val="128CAB"/>
                </a:solidFill>
                <a:ea typeface="ＭＳ Ｐゴシック"/>
              </a:rPr>
              <a:t>System call interface</a:t>
            </a:r>
            <a:r>
              <a:rPr lang="en-US" dirty="0">
                <a:ea typeface="ＭＳ Ｐゴシック"/>
              </a:rPr>
              <a:t>: it provides inter-process communication (IPC) services to the user space.</a:t>
            </a:r>
            <a:endParaRPr lang="en-US" dirty="0"/>
          </a:p>
          <a:p>
            <a:r>
              <a:rPr lang="en-US" dirty="0">
                <a:ea typeface="ＭＳ Ｐゴシック"/>
              </a:rPr>
              <a:t>The following IPCs are supported:</a:t>
            </a:r>
            <a:endParaRPr lang="en-US" altLang="en-US" dirty="0">
              <a:ea typeface="ＭＳ Ｐゴシック"/>
            </a:endParaRPr>
          </a:p>
          <a:p>
            <a:pPr marL="398145" lvl="1" indent="-166370"/>
            <a:r>
              <a:rPr lang="en-US" dirty="0"/>
              <a:t>Pipes</a:t>
            </a:r>
            <a:endParaRPr lang="en-US" dirty="0">
              <a:cs typeface="Calibri"/>
            </a:endParaRPr>
          </a:p>
          <a:p>
            <a:pPr marL="398145" lvl="1" indent="-166370"/>
            <a:r>
              <a:rPr lang="en-US" dirty="0"/>
              <a:t>Message queues</a:t>
            </a:r>
            <a:endParaRPr lang="en-US" dirty="0">
              <a:cs typeface="Calibri"/>
            </a:endParaRPr>
          </a:p>
          <a:p>
            <a:pPr marL="398145" lvl="1" indent="-166370"/>
            <a:r>
              <a:rPr lang="en-US" dirty="0"/>
              <a:t>Shared memory</a:t>
            </a:r>
            <a:endParaRPr lang="en-US" dirty="0">
              <a:cs typeface="Calibri"/>
            </a:endParaRPr>
          </a:p>
          <a:p>
            <a:pPr marL="398145" lvl="1" indent="-166370"/>
            <a:r>
              <a:rPr lang="en-US" dirty="0"/>
              <a:t>Semaphores</a:t>
            </a:r>
            <a:endParaRPr lang="en-US" dirty="0">
              <a:cs typeface="Calibri"/>
            </a:endParaRPr>
          </a:p>
          <a:p>
            <a:pPr marL="398145" lvl="1" indent="-166370"/>
            <a:r>
              <a:rPr lang="en-US" dirty="0"/>
              <a:t>Domain sockets</a:t>
            </a:r>
            <a:endParaRPr lang="en-US" dirty="0">
              <a:cs typeface="Calibri"/>
            </a:endParaRPr>
          </a:p>
          <a:p>
            <a:pPr marL="398145" lvl="1" indent="-166370"/>
            <a:r>
              <a:rPr lang="en-US" dirty="0"/>
              <a:t>Wait queues</a:t>
            </a:r>
            <a:endParaRPr lang="en-US" dirty="0">
              <a:cs typeface="Calibri"/>
            </a:endParaRPr>
          </a:p>
          <a:p>
            <a:pPr marL="398145" lvl="1" indent="-166370"/>
            <a:r>
              <a:rPr lang="en-US" dirty="0"/>
              <a:t>Signals</a:t>
            </a:r>
            <a:endParaRPr lang="en-US" altLang="en-US" dirty="0">
              <a:ea typeface="ＭＳ Ｐゴシック" panose="020B0600070205080204" pitchFamily="34" charset="-128"/>
              <a:cs typeface="Calibri"/>
            </a:endParaRPr>
          </a:p>
        </p:txBody>
      </p:sp>
      <p:cxnSp>
        <p:nvCxnSpPr>
          <p:cNvPr id="5" name="Straight Arrow Connector 45">
            <a:extLst>
              <a:ext uri="{FF2B5EF4-FFF2-40B4-BE49-F238E27FC236}">
                <a16:creationId xmlns:a16="http://schemas.microsoft.com/office/drawing/2014/main" id="{151A1BA8-AD71-433C-A7C5-A5EA9A2ABDBC}"/>
              </a:ext>
            </a:extLst>
          </p:cNvPr>
          <p:cNvCxnSpPr>
            <a:cxnSpLocks noChangeShapeType="1"/>
          </p:cNvCxnSpPr>
          <p:nvPr/>
        </p:nvCxnSpPr>
        <p:spPr bwMode="auto">
          <a:xfrm>
            <a:off x="7029450" y="5545934"/>
            <a:ext cx="900112" cy="1587"/>
          </a:xfrm>
          <a:prstGeom prst="straightConnector1">
            <a:avLst/>
          </a:prstGeom>
          <a:noFill/>
          <a:ln w="38100">
            <a:solidFill>
              <a:schemeClr val="tx1"/>
            </a:solidFill>
            <a:round/>
            <a:headEnd/>
            <a:tailEnd type="arrow" w="med" len="med"/>
          </a:ln>
          <a:effectLst>
            <a:outerShdw blurRad="50800" dist="76200" dir="2700000" algn="tl" rotWithShape="0">
              <a:prstClr val="black">
                <a:alpha val="40000"/>
              </a:prstClr>
            </a:outerShdw>
          </a:effectLst>
          <a:extLst>
            <a:ext uri="{909E8E84-426E-40DD-AFC4-6F175D3DCCD1}">
              <a14:hiddenFill xmlns:a14="http://schemas.microsoft.com/office/drawing/2010/main">
                <a:noFill/>
              </a14:hiddenFill>
            </a:ext>
          </a:extLst>
        </p:spPr>
      </p:cxnSp>
      <p:sp>
        <p:nvSpPr>
          <p:cNvPr id="6" name="TextBox 5">
            <a:extLst>
              <a:ext uri="{FF2B5EF4-FFF2-40B4-BE49-F238E27FC236}">
                <a16:creationId xmlns:a16="http://schemas.microsoft.com/office/drawing/2014/main" id="{6BFBE53E-A952-431F-90A1-825F4FBF28E9}"/>
              </a:ext>
            </a:extLst>
          </p:cNvPr>
          <p:cNvSpPr txBox="1">
            <a:spLocks noChangeArrowheads="1"/>
          </p:cNvSpPr>
          <p:nvPr/>
        </p:nvSpPr>
        <p:spPr bwMode="auto">
          <a:xfrm>
            <a:off x="5729290" y="1437484"/>
            <a:ext cx="1500188" cy="671334"/>
          </a:xfrm>
          <a:prstGeom prst="roundRect">
            <a:avLst>
              <a:gd name="adj" fmla="val 6677"/>
            </a:avLst>
          </a:prstGeom>
          <a:solidFill>
            <a:srgbClr val="FFC000"/>
          </a:solidFill>
          <a:ln w="9525">
            <a:solidFill>
              <a:schemeClr val="tx1"/>
            </a:solidFill>
            <a:miter lim="800000"/>
            <a:headEnd/>
            <a:tailEnd/>
          </a:ln>
          <a:effectLst>
            <a:outerShdw blurRad="50800" dist="76200" dir="2700000" algn="tl" rotWithShape="0">
              <a:prstClr val="black">
                <a:alpha val="40000"/>
              </a:prstClr>
            </a:outerShdw>
          </a:effectLst>
        </p:spPr>
        <p:txBody>
          <a:bodyPr>
            <a:sp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ea typeface="Courier" charset="0"/>
                <a:cs typeface="Courier" charset="0"/>
              </a:rPr>
              <a:t>System-Call interface</a:t>
            </a:r>
          </a:p>
        </p:txBody>
      </p:sp>
      <p:sp>
        <p:nvSpPr>
          <p:cNvPr id="7" name="TextBox 6">
            <a:extLst>
              <a:ext uri="{FF2B5EF4-FFF2-40B4-BE49-F238E27FC236}">
                <a16:creationId xmlns:a16="http://schemas.microsoft.com/office/drawing/2014/main" id="{8949DEB1-2F65-4BE8-9439-FCE567B67387}"/>
              </a:ext>
            </a:extLst>
          </p:cNvPr>
          <p:cNvSpPr txBox="1">
            <a:spLocks noChangeArrowheads="1"/>
          </p:cNvSpPr>
          <p:nvPr/>
        </p:nvSpPr>
        <p:spPr bwMode="auto">
          <a:xfrm>
            <a:off x="9529762" y="1440659"/>
            <a:ext cx="1643063" cy="967978"/>
          </a:xfrm>
          <a:prstGeom prst="roundRect">
            <a:avLst>
              <a:gd name="adj" fmla="val 8275"/>
            </a:avLst>
          </a:prstGeom>
          <a:solidFill>
            <a:srgbClr val="FFC000"/>
          </a:solidFill>
          <a:ln w="9525">
            <a:solidFill>
              <a:schemeClr val="tx1"/>
            </a:solidFill>
            <a:miter lim="800000"/>
            <a:headEnd/>
            <a:tailEnd/>
          </a:ln>
          <a:effectLst>
            <a:outerShdw blurRad="50800" dist="76200" dir="2700000" algn="tl" rotWithShape="0">
              <a:prstClr val="black">
                <a:alpha val="40000"/>
              </a:prstClr>
            </a:outerShdw>
          </a:effectLst>
        </p:spPr>
        <p:txBody>
          <a:bodyPr>
            <a:sp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l" eaLnBrk="1" hangingPunct="1"/>
            <a:r>
              <a:rPr lang="en-US" sz="1800" dirty="0">
                <a:solidFill>
                  <a:schemeClr val="bg1"/>
                </a:solidFill>
                <a:latin typeface="+mn-lt"/>
                <a:ea typeface="Courier" charset="0"/>
                <a:cs typeface="Courier" charset="0"/>
              </a:rPr>
              <a:t>File IPC</a:t>
            </a:r>
          </a:p>
          <a:p>
            <a:pPr eaLnBrk="1" hangingPunct="1"/>
            <a:endParaRPr lang="en-US" sz="1800" dirty="0">
              <a:solidFill>
                <a:schemeClr val="bg1"/>
              </a:solidFill>
              <a:latin typeface="+mn-lt"/>
              <a:ea typeface="Courier" charset="0"/>
              <a:cs typeface="Courier" charset="0"/>
            </a:endParaRPr>
          </a:p>
          <a:p>
            <a:pPr eaLnBrk="1" hangingPunct="1"/>
            <a:endParaRPr lang="en-US" sz="1800" dirty="0">
              <a:solidFill>
                <a:schemeClr val="bg1"/>
              </a:solidFill>
              <a:latin typeface="+mn-lt"/>
              <a:ea typeface="Courier" charset="0"/>
              <a:cs typeface="Courier" charset="0"/>
            </a:endParaRPr>
          </a:p>
        </p:txBody>
      </p:sp>
      <p:sp>
        <p:nvSpPr>
          <p:cNvPr id="8" name="TextBox 22">
            <a:extLst>
              <a:ext uri="{FF2B5EF4-FFF2-40B4-BE49-F238E27FC236}">
                <a16:creationId xmlns:a16="http://schemas.microsoft.com/office/drawing/2014/main" id="{775D8DFF-3415-43A5-99EE-19895CD23EE2}"/>
              </a:ext>
            </a:extLst>
          </p:cNvPr>
          <p:cNvSpPr txBox="1">
            <a:spLocks noChangeArrowheads="1"/>
          </p:cNvSpPr>
          <p:nvPr/>
        </p:nvSpPr>
        <p:spPr bwMode="auto">
          <a:xfrm>
            <a:off x="10101262" y="1913734"/>
            <a:ext cx="646523" cy="374571"/>
          </a:xfrm>
          <a:prstGeom prst="roundRect">
            <a:avLst/>
          </a:prstGeom>
          <a:solidFill>
            <a:srgbClr val="FFC000"/>
          </a:solidFill>
          <a:ln w="9525">
            <a:solidFill>
              <a:schemeClr val="tx1"/>
            </a:solidFill>
            <a:miter lim="800000"/>
            <a:headEnd/>
            <a:tailEnd/>
          </a:ln>
          <a:effectLst>
            <a:outerShdw blurRad="50800" dist="76200" dir="2700000" algn="tl" rotWithShape="0">
              <a:prstClr val="black">
                <a:alpha val="40000"/>
              </a:prstClr>
            </a:outerShdw>
          </a:effectLst>
        </p:spPr>
        <p:txBody>
          <a:bodyPr wrap="none">
            <a:sp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600" dirty="0">
                <a:solidFill>
                  <a:schemeClr val="bg1"/>
                </a:solidFill>
                <a:latin typeface="+mn-lt"/>
                <a:ea typeface="Courier" charset="0"/>
                <a:cs typeface="Courier" charset="0"/>
              </a:rPr>
              <a:t>pipes</a:t>
            </a:r>
          </a:p>
        </p:txBody>
      </p:sp>
      <p:sp>
        <p:nvSpPr>
          <p:cNvPr id="9" name="TextBox 5">
            <a:extLst>
              <a:ext uri="{FF2B5EF4-FFF2-40B4-BE49-F238E27FC236}">
                <a16:creationId xmlns:a16="http://schemas.microsoft.com/office/drawing/2014/main" id="{0F189861-6A3D-4086-A6C5-4BE4F5E5B348}"/>
              </a:ext>
            </a:extLst>
          </p:cNvPr>
          <p:cNvSpPr txBox="1">
            <a:spLocks noChangeArrowheads="1"/>
          </p:cNvSpPr>
          <p:nvPr/>
        </p:nvSpPr>
        <p:spPr bwMode="auto">
          <a:xfrm>
            <a:off x="7570787" y="2869409"/>
            <a:ext cx="3602038" cy="1505903"/>
          </a:xfrm>
          <a:prstGeom prst="roundRect">
            <a:avLst>
              <a:gd name="adj" fmla="val 3555"/>
            </a:avLst>
          </a:prstGeom>
          <a:solidFill>
            <a:srgbClr val="FFC000"/>
          </a:solidFill>
          <a:ln w="9525">
            <a:solidFill>
              <a:schemeClr val="tx1"/>
            </a:solidFill>
            <a:miter lim="800000"/>
            <a:headEnd/>
            <a:tailEnd/>
          </a:ln>
          <a:effectLst>
            <a:outerShdw blurRad="50800" dist="76200" dir="2700000" algn="tl" rotWithShape="0">
              <a:prstClr val="black">
                <a:alpha val="40000"/>
              </a:prstClr>
            </a:outerShdw>
          </a:effectLst>
        </p:spPr>
        <p:txBody>
          <a:bodyPr>
            <a:sp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l" eaLnBrk="1" hangingPunct="1"/>
            <a:r>
              <a:rPr lang="en-US" sz="1800" dirty="0">
                <a:solidFill>
                  <a:schemeClr val="bg1"/>
                </a:solidFill>
                <a:latin typeface="+mn-lt"/>
                <a:ea typeface="Courier" charset="0"/>
                <a:cs typeface="Courier" charset="0"/>
              </a:rPr>
              <a:t>System V IPC</a:t>
            </a:r>
          </a:p>
          <a:p>
            <a:pPr algn="l" eaLnBrk="1" hangingPunct="1"/>
            <a:endParaRPr lang="en-US" sz="1800" dirty="0">
              <a:solidFill>
                <a:schemeClr val="bg1"/>
              </a:solidFill>
              <a:latin typeface="+mn-lt"/>
              <a:ea typeface="Courier" charset="0"/>
              <a:cs typeface="Courier" charset="0"/>
            </a:endParaRPr>
          </a:p>
          <a:p>
            <a:pPr algn="l" eaLnBrk="1" hangingPunct="1"/>
            <a:endParaRPr lang="en-US" sz="1800" dirty="0">
              <a:solidFill>
                <a:schemeClr val="bg1"/>
              </a:solidFill>
              <a:latin typeface="+mn-lt"/>
              <a:ea typeface="Courier" charset="0"/>
              <a:cs typeface="Courier" charset="0"/>
            </a:endParaRPr>
          </a:p>
          <a:p>
            <a:pPr eaLnBrk="1" hangingPunct="1"/>
            <a:endParaRPr lang="en-US" sz="1800" dirty="0">
              <a:solidFill>
                <a:schemeClr val="bg1"/>
              </a:solidFill>
              <a:latin typeface="+mn-lt"/>
              <a:ea typeface="Courier" charset="0"/>
              <a:cs typeface="Courier" charset="0"/>
            </a:endParaRPr>
          </a:p>
          <a:p>
            <a:pPr eaLnBrk="1" hangingPunct="1"/>
            <a:endParaRPr lang="en-US" sz="1800" dirty="0">
              <a:solidFill>
                <a:schemeClr val="bg1"/>
              </a:solidFill>
              <a:latin typeface="+mn-lt"/>
              <a:ea typeface="Courier" charset="0"/>
              <a:cs typeface="Courier" charset="0"/>
            </a:endParaRPr>
          </a:p>
        </p:txBody>
      </p:sp>
      <p:sp>
        <p:nvSpPr>
          <p:cNvPr id="10" name="TextBox 24">
            <a:extLst>
              <a:ext uri="{FF2B5EF4-FFF2-40B4-BE49-F238E27FC236}">
                <a16:creationId xmlns:a16="http://schemas.microsoft.com/office/drawing/2014/main" id="{7EC0CB48-4310-4EED-B9BF-BD8D467658D9}"/>
              </a:ext>
            </a:extLst>
          </p:cNvPr>
          <p:cNvSpPr txBox="1">
            <a:spLocks noChangeArrowheads="1"/>
          </p:cNvSpPr>
          <p:nvPr/>
        </p:nvSpPr>
        <p:spPr bwMode="auto">
          <a:xfrm>
            <a:off x="7672387" y="3298034"/>
            <a:ext cx="1619250" cy="374571"/>
          </a:xfrm>
          <a:prstGeom prst="roundRect">
            <a:avLst/>
          </a:prstGeom>
          <a:solidFill>
            <a:srgbClr val="FFC000"/>
          </a:solidFill>
          <a:ln w="9525">
            <a:solidFill>
              <a:schemeClr val="tx1"/>
            </a:solidFill>
            <a:miter lim="800000"/>
            <a:headEnd/>
            <a:tailEnd/>
          </a:ln>
          <a:effectLst>
            <a:outerShdw blurRad="50800" dist="76200" dir="2700000" algn="tl" rotWithShape="0">
              <a:prstClr val="black">
                <a:alpha val="40000"/>
              </a:prstClr>
            </a:outerShdw>
          </a:effectLst>
        </p:spPr>
        <p:txBody>
          <a:bodyPr>
            <a:sp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600" dirty="0">
                <a:solidFill>
                  <a:schemeClr val="bg1"/>
                </a:solidFill>
                <a:latin typeface="+mn-lt"/>
                <a:ea typeface="Courier" charset="0"/>
                <a:cs typeface="Courier" charset="0"/>
              </a:rPr>
              <a:t>Message queue</a:t>
            </a:r>
          </a:p>
        </p:txBody>
      </p:sp>
      <p:sp>
        <p:nvSpPr>
          <p:cNvPr id="11" name="TextBox 25">
            <a:extLst>
              <a:ext uri="{FF2B5EF4-FFF2-40B4-BE49-F238E27FC236}">
                <a16:creationId xmlns:a16="http://schemas.microsoft.com/office/drawing/2014/main" id="{E9590995-6B4C-491B-B98A-D22AF9C553B9}"/>
              </a:ext>
            </a:extLst>
          </p:cNvPr>
          <p:cNvSpPr txBox="1">
            <a:spLocks noChangeArrowheads="1"/>
          </p:cNvSpPr>
          <p:nvPr/>
        </p:nvSpPr>
        <p:spPr bwMode="auto">
          <a:xfrm>
            <a:off x="7672387" y="3731421"/>
            <a:ext cx="1543093" cy="374571"/>
          </a:xfrm>
          <a:prstGeom prst="roundRect">
            <a:avLst/>
          </a:prstGeom>
          <a:solidFill>
            <a:srgbClr val="FFC000"/>
          </a:solidFill>
          <a:ln w="9525">
            <a:solidFill>
              <a:schemeClr val="tx1"/>
            </a:solidFill>
            <a:miter lim="800000"/>
            <a:headEnd/>
            <a:tailEnd/>
          </a:ln>
          <a:effectLst>
            <a:outerShdw blurRad="50800" dist="76200" dir="2700000" algn="tl" rotWithShape="0">
              <a:prstClr val="black">
                <a:alpha val="40000"/>
              </a:prstClr>
            </a:outerShdw>
          </a:effectLst>
        </p:spPr>
        <p:txBody>
          <a:bodyPr wrap="none">
            <a:sp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600">
                <a:solidFill>
                  <a:schemeClr val="bg1"/>
                </a:solidFill>
                <a:latin typeface="+mn-lt"/>
                <a:ea typeface="Courier" charset="0"/>
                <a:cs typeface="Courier" charset="0"/>
              </a:rPr>
              <a:t>Shared memory</a:t>
            </a:r>
          </a:p>
        </p:txBody>
      </p:sp>
      <p:sp>
        <p:nvSpPr>
          <p:cNvPr id="12" name="TextBox 26">
            <a:extLst>
              <a:ext uri="{FF2B5EF4-FFF2-40B4-BE49-F238E27FC236}">
                <a16:creationId xmlns:a16="http://schemas.microsoft.com/office/drawing/2014/main" id="{FB929D0F-BB5E-428F-9A82-74C01D03C5EE}"/>
              </a:ext>
            </a:extLst>
          </p:cNvPr>
          <p:cNvSpPr txBox="1">
            <a:spLocks noChangeArrowheads="1"/>
          </p:cNvSpPr>
          <p:nvPr/>
        </p:nvSpPr>
        <p:spPr bwMode="auto">
          <a:xfrm>
            <a:off x="9386887" y="3731421"/>
            <a:ext cx="1619250" cy="374571"/>
          </a:xfrm>
          <a:prstGeom prst="roundRect">
            <a:avLst/>
          </a:prstGeom>
          <a:solidFill>
            <a:srgbClr val="FFC000"/>
          </a:solidFill>
          <a:ln w="9525">
            <a:solidFill>
              <a:schemeClr val="tx1"/>
            </a:solidFill>
            <a:miter lim="800000"/>
            <a:headEnd/>
            <a:tailEnd/>
          </a:ln>
          <a:effectLst>
            <a:outerShdw blurRad="50800" dist="76200" dir="2700000" algn="tl" rotWithShape="0">
              <a:prstClr val="black">
                <a:alpha val="40000"/>
              </a:prstClr>
            </a:outerShdw>
          </a:effectLst>
        </p:spPr>
        <p:txBody>
          <a:bodyPr>
            <a:sp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600" dirty="0">
                <a:solidFill>
                  <a:schemeClr val="bg1"/>
                </a:solidFill>
                <a:latin typeface="+mn-lt"/>
                <a:ea typeface="Courier" charset="0"/>
                <a:cs typeface="Courier" charset="0"/>
              </a:rPr>
              <a:t>Semaphores</a:t>
            </a:r>
          </a:p>
        </p:txBody>
      </p:sp>
      <p:sp>
        <p:nvSpPr>
          <p:cNvPr id="13" name="TextBox 5">
            <a:extLst>
              <a:ext uri="{FF2B5EF4-FFF2-40B4-BE49-F238E27FC236}">
                <a16:creationId xmlns:a16="http://schemas.microsoft.com/office/drawing/2014/main" id="{12E010F2-64B5-4C96-A7FE-A16A65C6E2BD}"/>
              </a:ext>
            </a:extLst>
          </p:cNvPr>
          <p:cNvSpPr txBox="1">
            <a:spLocks noChangeArrowheads="1"/>
          </p:cNvSpPr>
          <p:nvPr/>
        </p:nvSpPr>
        <p:spPr bwMode="auto">
          <a:xfrm>
            <a:off x="7929562" y="5083971"/>
            <a:ext cx="2871788" cy="959048"/>
          </a:xfrm>
          <a:prstGeom prst="roundRect">
            <a:avLst>
              <a:gd name="adj" fmla="val 6877"/>
            </a:avLst>
          </a:prstGeom>
          <a:solidFill>
            <a:srgbClr val="FFC000"/>
          </a:solidFill>
          <a:ln w="9525">
            <a:solidFill>
              <a:schemeClr val="tx1"/>
            </a:solidFill>
            <a:miter lim="800000"/>
            <a:headEnd/>
            <a:tailEnd/>
          </a:ln>
          <a:effectLst>
            <a:outerShdw blurRad="50800" dist="76200" dir="2700000" algn="tl" rotWithShape="0">
              <a:prstClr val="black">
                <a:alpha val="40000"/>
              </a:prstClr>
            </a:outerShdw>
          </a:effectLst>
        </p:spPr>
        <p:txBody>
          <a:bodyPr>
            <a:sp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l" eaLnBrk="1" hangingPunct="1"/>
            <a:r>
              <a:rPr lang="en-US" sz="1800" dirty="0">
                <a:solidFill>
                  <a:schemeClr val="bg1"/>
                </a:solidFill>
                <a:latin typeface="+mn-lt"/>
                <a:ea typeface="Courier" charset="0"/>
                <a:cs typeface="Courier" charset="0"/>
              </a:rPr>
              <a:t>Kernel IPC</a:t>
            </a:r>
          </a:p>
          <a:p>
            <a:pPr eaLnBrk="1" hangingPunct="1"/>
            <a:endParaRPr lang="en-US" sz="1800" dirty="0">
              <a:solidFill>
                <a:schemeClr val="bg1"/>
              </a:solidFill>
              <a:latin typeface="+mn-lt"/>
              <a:ea typeface="Courier" charset="0"/>
              <a:cs typeface="Courier" charset="0"/>
            </a:endParaRPr>
          </a:p>
          <a:p>
            <a:pPr eaLnBrk="1" hangingPunct="1"/>
            <a:endParaRPr lang="en-US" sz="1800" dirty="0">
              <a:solidFill>
                <a:schemeClr val="bg1"/>
              </a:solidFill>
              <a:latin typeface="+mn-lt"/>
              <a:ea typeface="Courier" charset="0"/>
              <a:cs typeface="Courier" charset="0"/>
            </a:endParaRPr>
          </a:p>
        </p:txBody>
      </p:sp>
      <p:sp>
        <p:nvSpPr>
          <p:cNvPr id="14" name="TextBox 28">
            <a:extLst>
              <a:ext uri="{FF2B5EF4-FFF2-40B4-BE49-F238E27FC236}">
                <a16:creationId xmlns:a16="http://schemas.microsoft.com/office/drawing/2014/main" id="{23539BC3-640C-44CD-83FB-3CC347337BCA}"/>
              </a:ext>
            </a:extLst>
          </p:cNvPr>
          <p:cNvSpPr txBox="1">
            <a:spLocks noChangeArrowheads="1"/>
          </p:cNvSpPr>
          <p:nvPr/>
        </p:nvSpPr>
        <p:spPr bwMode="auto">
          <a:xfrm>
            <a:off x="8086725" y="5557046"/>
            <a:ext cx="1181909" cy="374571"/>
          </a:xfrm>
          <a:prstGeom prst="roundRect">
            <a:avLst/>
          </a:prstGeom>
          <a:solidFill>
            <a:srgbClr val="FFC000"/>
          </a:solidFill>
          <a:ln w="9525">
            <a:solidFill>
              <a:schemeClr val="tx1"/>
            </a:solidFill>
            <a:miter lim="800000"/>
            <a:headEnd/>
            <a:tailEnd/>
          </a:ln>
          <a:effectLst>
            <a:outerShdw blurRad="50800" dist="76200" dir="2700000" algn="tl" rotWithShape="0">
              <a:prstClr val="black">
                <a:alpha val="40000"/>
              </a:prstClr>
            </a:outerShdw>
          </a:effectLst>
        </p:spPr>
        <p:txBody>
          <a:bodyPr wrap="none">
            <a:sp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600">
                <a:solidFill>
                  <a:schemeClr val="bg1"/>
                </a:solidFill>
                <a:latin typeface="+mn-lt"/>
                <a:ea typeface="Courier" charset="0"/>
                <a:cs typeface="Courier" charset="0"/>
              </a:rPr>
              <a:t>Wait queue</a:t>
            </a:r>
          </a:p>
        </p:txBody>
      </p:sp>
      <p:sp>
        <p:nvSpPr>
          <p:cNvPr id="15" name="TextBox 29">
            <a:extLst>
              <a:ext uri="{FF2B5EF4-FFF2-40B4-BE49-F238E27FC236}">
                <a16:creationId xmlns:a16="http://schemas.microsoft.com/office/drawing/2014/main" id="{44F66FB2-50AD-426F-A9E3-0EF07D752C39}"/>
              </a:ext>
            </a:extLst>
          </p:cNvPr>
          <p:cNvSpPr txBox="1">
            <a:spLocks noChangeArrowheads="1"/>
          </p:cNvSpPr>
          <p:nvPr/>
        </p:nvSpPr>
        <p:spPr bwMode="auto">
          <a:xfrm>
            <a:off x="9453562" y="5557046"/>
            <a:ext cx="1204913" cy="374571"/>
          </a:xfrm>
          <a:prstGeom prst="roundRect">
            <a:avLst/>
          </a:prstGeom>
          <a:solidFill>
            <a:srgbClr val="FFC000"/>
          </a:solidFill>
          <a:ln w="9525">
            <a:solidFill>
              <a:schemeClr val="tx1"/>
            </a:solidFill>
            <a:miter lim="800000"/>
            <a:headEnd/>
            <a:tailEnd/>
          </a:ln>
          <a:effectLst>
            <a:outerShdw blurRad="50800" dist="76200" dir="2700000" algn="tl" rotWithShape="0">
              <a:prstClr val="black">
                <a:alpha val="40000"/>
              </a:prstClr>
            </a:outerShdw>
          </a:effectLst>
        </p:spPr>
        <p:txBody>
          <a:bodyPr>
            <a:sp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600">
                <a:solidFill>
                  <a:schemeClr val="bg1"/>
                </a:solidFill>
                <a:latin typeface="+mn-lt"/>
                <a:ea typeface="Courier" charset="0"/>
                <a:cs typeface="Courier" charset="0"/>
              </a:rPr>
              <a:t>Signal</a:t>
            </a:r>
          </a:p>
        </p:txBody>
      </p:sp>
      <p:sp>
        <p:nvSpPr>
          <p:cNvPr id="16" name="TextBox 5">
            <a:extLst>
              <a:ext uri="{FF2B5EF4-FFF2-40B4-BE49-F238E27FC236}">
                <a16:creationId xmlns:a16="http://schemas.microsoft.com/office/drawing/2014/main" id="{8EA86BEC-1BB5-4AD7-AC73-56A8B1A26330}"/>
              </a:ext>
            </a:extLst>
          </p:cNvPr>
          <p:cNvSpPr txBox="1">
            <a:spLocks noChangeArrowheads="1"/>
          </p:cNvSpPr>
          <p:nvPr/>
        </p:nvSpPr>
        <p:spPr bwMode="auto">
          <a:xfrm>
            <a:off x="5629278" y="5083971"/>
            <a:ext cx="1785938" cy="967978"/>
          </a:xfrm>
          <a:prstGeom prst="roundRect">
            <a:avLst>
              <a:gd name="adj" fmla="val 8275"/>
            </a:avLst>
          </a:prstGeom>
          <a:solidFill>
            <a:srgbClr val="FFC000"/>
          </a:solidFill>
          <a:ln w="9525">
            <a:solidFill>
              <a:schemeClr val="tx1"/>
            </a:solidFill>
            <a:miter lim="800000"/>
            <a:headEnd/>
            <a:tailEnd/>
          </a:ln>
          <a:effectLst>
            <a:outerShdw blurRad="50800" dist="76200" dir="2700000" algn="tl" rotWithShape="0">
              <a:prstClr val="black">
                <a:alpha val="40000"/>
              </a:prstClr>
            </a:outerShdw>
          </a:effectLst>
        </p:spPr>
        <p:txBody>
          <a:bodyPr>
            <a:sp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l" eaLnBrk="1" hangingPunct="1"/>
            <a:r>
              <a:rPr lang="en-US" sz="1800" dirty="0">
                <a:solidFill>
                  <a:schemeClr val="bg1"/>
                </a:solidFill>
                <a:latin typeface="+mn-lt"/>
                <a:ea typeface="Courier" charset="0"/>
                <a:cs typeface="Courier" charset="0"/>
              </a:rPr>
              <a:t>Network</a:t>
            </a:r>
            <a:r>
              <a:rPr lang="en-US" sz="1800" dirty="0">
                <a:latin typeface="+mn-lt"/>
                <a:ea typeface="Courier" charset="0"/>
                <a:cs typeface="Courier" charset="0"/>
              </a:rPr>
              <a:t> </a:t>
            </a:r>
            <a:r>
              <a:rPr lang="en-US" sz="1800" dirty="0">
                <a:solidFill>
                  <a:schemeClr val="bg1"/>
                </a:solidFill>
                <a:latin typeface="+mn-lt"/>
                <a:ea typeface="Courier" charset="0"/>
                <a:cs typeface="Courier" charset="0"/>
              </a:rPr>
              <a:t>IPC</a:t>
            </a:r>
          </a:p>
          <a:p>
            <a:pPr eaLnBrk="1" hangingPunct="1"/>
            <a:endParaRPr lang="en-US" sz="1800" dirty="0">
              <a:latin typeface="+mn-lt"/>
              <a:ea typeface="Courier" charset="0"/>
              <a:cs typeface="Courier" charset="0"/>
            </a:endParaRPr>
          </a:p>
          <a:p>
            <a:pPr eaLnBrk="1" hangingPunct="1"/>
            <a:endParaRPr lang="en-US" sz="1800" dirty="0">
              <a:latin typeface="+mn-lt"/>
              <a:ea typeface="Courier" charset="0"/>
              <a:cs typeface="Courier" charset="0"/>
            </a:endParaRPr>
          </a:p>
        </p:txBody>
      </p:sp>
      <p:sp>
        <p:nvSpPr>
          <p:cNvPr id="17" name="TextBox 31">
            <a:extLst>
              <a:ext uri="{FF2B5EF4-FFF2-40B4-BE49-F238E27FC236}">
                <a16:creationId xmlns:a16="http://schemas.microsoft.com/office/drawing/2014/main" id="{38D2E5A1-1C2F-421D-9058-F5B9FD53D7A3}"/>
              </a:ext>
            </a:extLst>
          </p:cNvPr>
          <p:cNvSpPr txBox="1">
            <a:spLocks noChangeArrowheads="1"/>
          </p:cNvSpPr>
          <p:nvPr/>
        </p:nvSpPr>
        <p:spPr bwMode="auto">
          <a:xfrm>
            <a:off x="5732466" y="5557046"/>
            <a:ext cx="1473027" cy="374571"/>
          </a:xfrm>
          <a:prstGeom prst="roundRect">
            <a:avLst/>
          </a:prstGeom>
          <a:solidFill>
            <a:srgbClr val="FFC000"/>
          </a:solidFill>
          <a:ln w="9525">
            <a:solidFill>
              <a:schemeClr val="tx1"/>
            </a:solidFill>
            <a:miter lim="800000"/>
            <a:headEnd/>
            <a:tailEnd/>
          </a:ln>
          <a:effectLst>
            <a:outerShdw blurRad="50800" dist="76200" dir="2700000" algn="tl" rotWithShape="0">
              <a:prstClr val="black">
                <a:alpha val="40000"/>
              </a:prstClr>
            </a:outerShdw>
          </a:effectLst>
        </p:spPr>
        <p:txBody>
          <a:bodyPr wrap="none">
            <a:sp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600">
                <a:solidFill>
                  <a:schemeClr val="bg1"/>
                </a:solidFill>
                <a:latin typeface="+mn-lt"/>
                <a:ea typeface="Courier" charset="0"/>
                <a:cs typeface="Courier" charset="0"/>
              </a:rPr>
              <a:t>Domain socket</a:t>
            </a:r>
          </a:p>
        </p:txBody>
      </p:sp>
      <p:cxnSp>
        <p:nvCxnSpPr>
          <p:cNvPr id="18" name="Straight Arrow Connector 35">
            <a:extLst>
              <a:ext uri="{FF2B5EF4-FFF2-40B4-BE49-F238E27FC236}">
                <a16:creationId xmlns:a16="http://schemas.microsoft.com/office/drawing/2014/main" id="{A9AE9512-8D5A-4262-8FCB-46EA979E74E7}"/>
              </a:ext>
            </a:extLst>
          </p:cNvPr>
          <p:cNvCxnSpPr>
            <a:cxnSpLocks noChangeShapeType="1"/>
          </p:cNvCxnSpPr>
          <p:nvPr/>
        </p:nvCxnSpPr>
        <p:spPr bwMode="auto">
          <a:xfrm flipV="1">
            <a:off x="7229478" y="1585121"/>
            <a:ext cx="2322222" cy="2977"/>
          </a:xfrm>
          <a:prstGeom prst="straightConnector1">
            <a:avLst/>
          </a:prstGeom>
          <a:noFill/>
          <a:ln w="38100">
            <a:solidFill>
              <a:schemeClr val="tx1"/>
            </a:solidFill>
            <a:round/>
            <a:headEnd/>
            <a:tailEnd type="arrow" w="med" len="med"/>
          </a:ln>
          <a:effectLst>
            <a:outerShdw blurRad="50800" dist="762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19" name="Straight Arrow Connector 37">
            <a:extLst>
              <a:ext uri="{FF2B5EF4-FFF2-40B4-BE49-F238E27FC236}">
                <a16:creationId xmlns:a16="http://schemas.microsoft.com/office/drawing/2014/main" id="{BE28E2E2-A725-4BD3-9F9E-03D02053604D}"/>
              </a:ext>
            </a:extLst>
          </p:cNvPr>
          <p:cNvCxnSpPr>
            <a:cxnSpLocks noChangeShapeType="1"/>
          </p:cNvCxnSpPr>
          <p:nvPr/>
        </p:nvCxnSpPr>
        <p:spPr bwMode="auto">
          <a:xfrm>
            <a:off x="7229478" y="2108818"/>
            <a:ext cx="1300159" cy="760591"/>
          </a:xfrm>
          <a:prstGeom prst="straightConnector1">
            <a:avLst/>
          </a:prstGeom>
          <a:noFill/>
          <a:ln w="38100">
            <a:solidFill>
              <a:schemeClr val="tx1"/>
            </a:solidFill>
            <a:round/>
            <a:headEnd/>
            <a:tailEnd type="arrow" w="med" len="med"/>
          </a:ln>
          <a:effectLst>
            <a:outerShdw blurRad="50800" dist="762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20" name="Straight Arrow Connector 41">
            <a:extLst>
              <a:ext uri="{FF2B5EF4-FFF2-40B4-BE49-F238E27FC236}">
                <a16:creationId xmlns:a16="http://schemas.microsoft.com/office/drawing/2014/main" id="{FD23DACE-F392-4D96-9894-8ADD4BD8CE55}"/>
              </a:ext>
            </a:extLst>
          </p:cNvPr>
          <p:cNvCxnSpPr>
            <a:cxnSpLocks noChangeShapeType="1"/>
            <a:stCxn id="6" idx="2"/>
          </p:cNvCxnSpPr>
          <p:nvPr/>
        </p:nvCxnSpPr>
        <p:spPr bwMode="auto">
          <a:xfrm>
            <a:off x="6479384" y="2108818"/>
            <a:ext cx="13890" cy="2975153"/>
          </a:xfrm>
          <a:prstGeom prst="straightConnector1">
            <a:avLst/>
          </a:prstGeom>
          <a:noFill/>
          <a:ln w="38100">
            <a:solidFill>
              <a:schemeClr val="tx1"/>
            </a:solidFill>
            <a:round/>
            <a:headEnd/>
            <a:tailEnd type="arrow" w="med" len="med"/>
          </a:ln>
          <a:effectLst>
            <a:outerShdw blurRad="50800" dist="762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21" name="Straight Arrow Connector 43">
            <a:extLst>
              <a:ext uri="{FF2B5EF4-FFF2-40B4-BE49-F238E27FC236}">
                <a16:creationId xmlns:a16="http://schemas.microsoft.com/office/drawing/2014/main" id="{DD122B6A-DCAC-4E97-BEBC-A886B71EF5B6}"/>
              </a:ext>
            </a:extLst>
          </p:cNvPr>
          <p:cNvCxnSpPr>
            <a:cxnSpLocks noChangeShapeType="1"/>
            <a:stCxn id="9" idx="2"/>
          </p:cNvCxnSpPr>
          <p:nvPr/>
        </p:nvCxnSpPr>
        <p:spPr bwMode="auto">
          <a:xfrm flipH="1">
            <a:off x="9366250" y="4375312"/>
            <a:ext cx="5556" cy="708659"/>
          </a:xfrm>
          <a:prstGeom prst="straightConnector1">
            <a:avLst/>
          </a:prstGeom>
          <a:noFill/>
          <a:ln w="38100">
            <a:solidFill>
              <a:schemeClr val="tx1"/>
            </a:solidFill>
            <a:round/>
            <a:headEnd/>
            <a:tailEnd type="arrow" w="med" len="med"/>
          </a:ln>
          <a:effectLst>
            <a:outerShdw blurRad="50800" dist="762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22" name="Elbow Connector 47">
            <a:extLst>
              <a:ext uri="{FF2B5EF4-FFF2-40B4-BE49-F238E27FC236}">
                <a16:creationId xmlns:a16="http://schemas.microsoft.com/office/drawing/2014/main" id="{ACE13FFB-82C2-4FE5-A6FD-95EAB457C3A5}"/>
              </a:ext>
            </a:extLst>
          </p:cNvPr>
          <p:cNvCxnSpPr>
            <a:cxnSpLocks noChangeShapeType="1"/>
          </p:cNvCxnSpPr>
          <p:nvPr/>
        </p:nvCxnSpPr>
        <p:spPr bwMode="auto">
          <a:xfrm flipH="1">
            <a:off x="10801350" y="1902621"/>
            <a:ext cx="371475" cy="3643313"/>
          </a:xfrm>
          <a:prstGeom prst="bentConnector3">
            <a:avLst>
              <a:gd name="adj1" fmla="val -61593"/>
            </a:avLst>
          </a:prstGeom>
          <a:noFill/>
          <a:ln w="38100">
            <a:solidFill>
              <a:schemeClr val="tx1"/>
            </a:solidFill>
            <a:round/>
            <a:headEnd/>
            <a:tailEnd type="arrow" w="med" len="med"/>
          </a:ln>
          <a:effectLst>
            <a:outerShdw blurRad="50800" dist="76200" dir="2700000" algn="tl" rotWithShape="0">
              <a:prstClr val="black">
                <a:alpha val="40000"/>
              </a:prstClr>
            </a:outerShdw>
          </a:effectLst>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4236707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Network</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6" y="1639888"/>
            <a:ext cx="5221134" cy="4086225"/>
          </a:xfrm>
        </p:spPr>
        <p:txBody>
          <a:bodyPr wrap="square" numCol="1" anchor="t" anchorCtr="0" compatLnSpc="1">
            <a:prstTxWarp prst="textNoShape">
              <a:avLst/>
            </a:prstTxWarp>
          </a:bodyPr>
          <a:lstStyle/>
          <a:p>
            <a:r>
              <a:rPr lang="en-US" dirty="0"/>
              <a:t>Provides support for network connectivity</a:t>
            </a:r>
            <a:endParaRPr lang="en-US" altLang="en-US" dirty="0">
              <a:ea typeface="ＭＳ Ｐゴシック" panose="020B0600070205080204" pitchFamily="34" charset="-128"/>
            </a:endParaRPr>
          </a:p>
          <a:p>
            <a:pPr lvl="1"/>
            <a:r>
              <a:rPr lang="en-US" dirty="0"/>
              <a:t>It implements network protocols (e.g. TCP/IP) through hardware-independent code.</a:t>
            </a:r>
          </a:p>
          <a:p>
            <a:pPr lvl="1"/>
            <a:r>
              <a:rPr lang="en-US" dirty="0"/>
              <a:t>It implements network card drivers through hardware-specific code.</a:t>
            </a:r>
            <a:endParaRPr lang="en-US" altLang="en-US" dirty="0">
              <a:ea typeface="ＭＳ Ｐゴシック" panose="020B0600070205080204" pitchFamily="34" charset="-128"/>
            </a:endParaRPr>
          </a:p>
        </p:txBody>
      </p:sp>
      <p:sp>
        <p:nvSpPr>
          <p:cNvPr id="5" name="TextBox 7">
            <a:extLst>
              <a:ext uri="{FF2B5EF4-FFF2-40B4-BE49-F238E27FC236}">
                <a16:creationId xmlns:a16="http://schemas.microsoft.com/office/drawing/2014/main" id="{DE000056-BCB4-4731-9C5F-FCAD642DECB7}"/>
              </a:ext>
            </a:extLst>
          </p:cNvPr>
          <p:cNvSpPr txBox="1">
            <a:spLocks noChangeArrowheads="1"/>
          </p:cNvSpPr>
          <p:nvPr/>
        </p:nvSpPr>
        <p:spPr bwMode="auto">
          <a:xfrm>
            <a:off x="10319998" y="3217469"/>
            <a:ext cx="1632694" cy="646331"/>
          </a:xfrm>
          <a:prstGeom prst="roundRect">
            <a:avLst>
              <a:gd name="adj" fmla="val 10035"/>
            </a:avLst>
          </a:prstGeom>
          <a:solidFill>
            <a:schemeClr val="bg1">
              <a:lumMod val="95000"/>
            </a:schemeClr>
          </a:solidFill>
          <a:ln w="9525">
            <a:solidFill>
              <a:schemeClr val="bg1">
                <a:lumMod val="95000"/>
              </a:schemeClr>
            </a:solidFill>
            <a:miter lim="800000"/>
            <a:headEnd/>
            <a:tailEnd/>
          </a:ln>
          <a:effectLst>
            <a:outerShdw blurRad="50800" dist="76200" dir="2700000" algn="tl" rotWithShape="0">
              <a:prstClr val="black">
                <a:alpha val="40000"/>
              </a:prstClr>
            </a:outerShdw>
          </a:effectLst>
        </p:spPr>
        <p:txBody>
          <a:bodyPr wrap="none">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Inter-Process</a:t>
            </a:r>
          </a:p>
          <a:p>
            <a:pPr algn="ctr" eaLnBrk="1" hangingPunct="1"/>
            <a:r>
              <a:rPr lang="en-US" sz="1800" dirty="0">
                <a:solidFill>
                  <a:schemeClr val="bg1"/>
                </a:solidFill>
                <a:latin typeface="+mn-lt"/>
              </a:rPr>
              <a:t>Communication</a:t>
            </a:r>
          </a:p>
        </p:txBody>
      </p:sp>
      <p:grpSp>
        <p:nvGrpSpPr>
          <p:cNvPr id="6" name="Group 5">
            <a:extLst>
              <a:ext uri="{FF2B5EF4-FFF2-40B4-BE49-F238E27FC236}">
                <a16:creationId xmlns:a16="http://schemas.microsoft.com/office/drawing/2014/main" id="{98D88372-ED5A-4E66-BDE4-4A446F94BFDA}"/>
              </a:ext>
            </a:extLst>
          </p:cNvPr>
          <p:cNvGrpSpPr/>
          <p:nvPr/>
        </p:nvGrpSpPr>
        <p:grpSpPr>
          <a:xfrm>
            <a:off x="8167138" y="1400373"/>
            <a:ext cx="1836000" cy="1200329"/>
            <a:chOff x="7140939" y="1486096"/>
            <a:chExt cx="1836000" cy="1200329"/>
          </a:xfrm>
          <a:solidFill>
            <a:schemeClr val="bg1">
              <a:lumMod val="95000"/>
            </a:schemeClr>
          </a:solidFill>
          <a:effectLst>
            <a:outerShdw blurRad="50800" dist="76200" dir="2700000" algn="tl" rotWithShape="0">
              <a:prstClr val="black">
                <a:alpha val="40000"/>
              </a:prstClr>
            </a:outerShdw>
          </a:effectLst>
        </p:grpSpPr>
        <p:sp>
          <p:nvSpPr>
            <p:cNvPr id="7" name="TextBox 4">
              <a:extLst>
                <a:ext uri="{FF2B5EF4-FFF2-40B4-BE49-F238E27FC236}">
                  <a16:creationId xmlns:a16="http://schemas.microsoft.com/office/drawing/2014/main" id="{FC76324A-FC9E-4E2B-917B-2505543C18E9}"/>
                </a:ext>
              </a:extLst>
            </p:cNvPr>
            <p:cNvSpPr txBox="1">
              <a:spLocks noChangeArrowheads="1"/>
            </p:cNvSpPr>
            <p:nvPr/>
          </p:nvSpPr>
          <p:spPr bwMode="auto">
            <a:xfrm>
              <a:off x="7140939" y="1486096"/>
              <a:ext cx="1836000" cy="1200329"/>
            </a:xfrm>
            <a:prstGeom prst="roundRect">
              <a:avLst>
                <a:gd name="adj" fmla="val 7145"/>
              </a:avLst>
            </a:prstGeom>
            <a:grpFill/>
            <a:ln w="0">
              <a:solidFill>
                <a:schemeClr val="bg1">
                  <a:lumMod val="95000"/>
                </a:schemeClr>
              </a:solidFill>
              <a:miter lim="800000"/>
              <a:headEnd/>
              <a:tailEnd/>
            </a:ln>
          </p:spPr>
          <p:txBody>
            <a:bodyPr wrap="none">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Memory Manager</a:t>
              </a: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p:txBody>
        </p:sp>
        <p:sp>
          <p:nvSpPr>
            <p:cNvPr id="8" name="TextBox 9">
              <a:extLst>
                <a:ext uri="{FF2B5EF4-FFF2-40B4-BE49-F238E27FC236}">
                  <a16:creationId xmlns:a16="http://schemas.microsoft.com/office/drawing/2014/main" id="{D5D6E328-396E-47E6-9CEB-3AF8F337CA2A}"/>
                </a:ext>
              </a:extLst>
            </p:cNvPr>
            <p:cNvSpPr txBox="1">
              <a:spLocks noChangeArrowheads="1"/>
            </p:cNvSpPr>
            <p:nvPr/>
          </p:nvSpPr>
          <p:spPr bwMode="auto">
            <a:xfrm>
              <a:off x="7279480" y="1843274"/>
              <a:ext cx="1548000" cy="288000"/>
            </a:xfrm>
            <a:prstGeom prst="roundRect">
              <a:avLst/>
            </a:prstGeom>
            <a:grpFill/>
            <a:ln w="0">
              <a:solidFill>
                <a:schemeClr val="bg1">
                  <a:lumMod val="95000"/>
                </a:schemeClr>
              </a:solidFill>
              <a:miter lim="800000"/>
              <a:headEnd/>
              <a:tailEnd/>
            </a:ln>
          </p:spPr>
          <p:txBody>
            <a:bodyPr wrap="none"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independent</a:t>
              </a:r>
            </a:p>
          </p:txBody>
        </p:sp>
        <p:sp>
          <p:nvSpPr>
            <p:cNvPr id="9" name="TextBox 10">
              <a:extLst>
                <a:ext uri="{FF2B5EF4-FFF2-40B4-BE49-F238E27FC236}">
                  <a16:creationId xmlns:a16="http://schemas.microsoft.com/office/drawing/2014/main" id="{C639677B-CA53-4CEE-A156-C56188FBE225}"/>
                </a:ext>
              </a:extLst>
            </p:cNvPr>
            <p:cNvSpPr txBox="1">
              <a:spLocks noChangeArrowheads="1"/>
            </p:cNvSpPr>
            <p:nvPr/>
          </p:nvSpPr>
          <p:spPr bwMode="auto">
            <a:xfrm>
              <a:off x="7298530" y="2290957"/>
              <a:ext cx="1548000" cy="288000"/>
            </a:xfrm>
            <a:prstGeom prst="roundRect">
              <a:avLst/>
            </a:prstGeom>
            <a:grpFill/>
            <a:ln w="0">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dependent</a:t>
              </a:r>
            </a:p>
          </p:txBody>
        </p:sp>
      </p:grpSp>
      <p:grpSp>
        <p:nvGrpSpPr>
          <p:cNvPr id="10" name="Group 9">
            <a:extLst>
              <a:ext uri="{FF2B5EF4-FFF2-40B4-BE49-F238E27FC236}">
                <a16:creationId xmlns:a16="http://schemas.microsoft.com/office/drawing/2014/main" id="{668650D5-3BBE-4A2A-B835-AD0FFB6C37F9}"/>
              </a:ext>
            </a:extLst>
          </p:cNvPr>
          <p:cNvGrpSpPr/>
          <p:nvPr/>
        </p:nvGrpSpPr>
        <p:grpSpPr>
          <a:xfrm>
            <a:off x="8167138" y="4481704"/>
            <a:ext cx="1836000" cy="1200150"/>
            <a:chOff x="7169945" y="4338819"/>
            <a:chExt cx="2052637" cy="1200150"/>
          </a:xfrm>
          <a:effectLst>
            <a:outerShdw blurRad="50800" dist="76200" dir="2700000" algn="tl" rotWithShape="0">
              <a:prstClr val="black">
                <a:alpha val="40000"/>
              </a:prstClr>
            </a:outerShdw>
          </a:effectLst>
        </p:grpSpPr>
        <p:sp>
          <p:nvSpPr>
            <p:cNvPr id="11" name="TextBox 8">
              <a:extLst>
                <a:ext uri="{FF2B5EF4-FFF2-40B4-BE49-F238E27FC236}">
                  <a16:creationId xmlns:a16="http://schemas.microsoft.com/office/drawing/2014/main" id="{48C4DCDF-66E7-4A28-814E-B19414F2031E}"/>
                </a:ext>
              </a:extLst>
            </p:cNvPr>
            <p:cNvSpPr txBox="1">
              <a:spLocks noChangeArrowheads="1"/>
            </p:cNvSpPr>
            <p:nvPr/>
          </p:nvSpPr>
          <p:spPr bwMode="auto">
            <a:xfrm>
              <a:off x="7169945" y="4338819"/>
              <a:ext cx="2052637" cy="1200150"/>
            </a:xfrm>
            <a:prstGeom prst="roundRect">
              <a:avLst>
                <a:gd name="adj" fmla="val 8334"/>
              </a:avLst>
            </a:prstGeom>
            <a:solidFill>
              <a:srgbClr val="FFC000"/>
            </a:solidFill>
            <a:ln w="9525">
              <a:solidFill>
                <a:schemeClr val="tx1"/>
              </a:solidFill>
              <a:miter lim="800000"/>
              <a:headEnd/>
              <a:tailEnd/>
            </a:ln>
          </p:spPr>
          <p:txBody>
            <a:bodyP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Network</a:t>
              </a: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a:p>
              <a:pPr algn="ctr" eaLnBrk="1" hangingPunct="1"/>
              <a:endParaRPr lang="en-US" sz="1800" dirty="0">
                <a:solidFill>
                  <a:schemeClr val="bg1"/>
                </a:solidFill>
                <a:latin typeface="+mn-lt"/>
              </a:endParaRPr>
            </a:p>
          </p:txBody>
        </p:sp>
        <p:sp>
          <p:nvSpPr>
            <p:cNvPr id="12" name="TextBox 11">
              <a:extLst>
                <a:ext uri="{FF2B5EF4-FFF2-40B4-BE49-F238E27FC236}">
                  <a16:creationId xmlns:a16="http://schemas.microsoft.com/office/drawing/2014/main" id="{5935CEFF-F54D-4746-A47B-9D90CEF973B8}"/>
                </a:ext>
              </a:extLst>
            </p:cNvPr>
            <p:cNvSpPr txBox="1">
              <a:spLocks noChangeArrowheads="1"/>
            </p:cNvSpPr>
            <p:nvPr/>
          </p:nvSpPr>
          <p:spPr bwMode="auto">
            <a:xfrm>
              <a:off x="7355682" y="4757918"/>
              <a:ext cx="1728788" cy="288000"/>
            </a:xfrm>
            <a:prstGeom prst="roundRect">
              <a:avLst/>
            </a:prstGeom>
            <a:solidFill>
              <a:srgbClr val="FFC000"/>
            </a:solidFill>
            <a:ln w="9525">
              <a:solidFill>
                <a:schemeClr val="tx1"/>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Network Protocols</a:t>
              </a:r>
            </a:p>
          </p:txBody>
        </p:sp>
        <p:sp>
          <p:nvSpPr>
            <p:cNvPr id="13" name="TextBox 12">
              <a:extLst>
                <a:ext uri="{FF2B5EF4-FFF2-40B4-BE49-F238E27FC236}">
                  <a16:creationId xmlns:a16="http://schemas.microsoft.com/office/drawing/2014/main" id="{A62BF1E7-F9D8-491A-BE04-C30E64001E2C}"/>
                </a:ext>
              </a:extLst>
            </p:cNvPr>
            <p:cNvSpPr txBox="1">
              <a:spLocks noChangeArrowheads="1"/>
            </p:cNvSpPr>
            <p:nvPr/>
          </p:nvSpPr>
          <p:spPr bwMode="auto">
            <a:xfrm>
              <a:off x="7360445" y="5124631"/>
              <a:ext cx="1728787" cy="288000"/>
            </a:xfrm>
            <a:prstGeom prst="roundRect">
              <a:avLst/>
            </a:prstGeom>
            <a:solidFill>
              <a:srgbClr val="C00000"/>
            </a:solidFill>
            <a:ln w="9525">
              <a:solidFill>
                <a:schemeClr val="tx1"/>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a:solidFill>
                    <a:schemeClr val="bg1"/>
                  </a:solidFill>
                  <a:latin typeface="+mn-lt"/>
                </a:rPr>
                <a:t>Hardware driver</a:t>
              </a:r>
            </a:p>
          </p:txBody>
        </p:sp>
      </p:grpSp>
      <p:grpSp>
        <p:nvGrpSpPr>
          <p:cNvPr id="14" name="Group 13">
            <a:extLst>
              <a:ext uri="{FF2B5EF4-FFF2-40B4-BE49-F238E27FC236}">
                <a16:creationId xmlns:a16="http://schemas.microsoft.com/office/drawing/2014/main" id="{1E55F36F-4C9A-46DD-A87E-7F7D40D8B140}"/>
              </a:ext>
            </a:extLst>
          </p:cNvPr>
          <p:cNvGrpSpPr/>
          <p:nvPr/>
        </p:nvGrpSpPr>
        <p:grpSpPr>
          <a:xfrm>
            <a:off x="6022199" y="2940470"/>
            <a:ext cx="1836000" cy="1200329"/>
            <a:chOff x="4550569" y="2838450"/>
            <a:chExt cx="2052000" cy="1200329"/>
          </a:xfrm>
          <a:solidFill>
            <a:schemeClr val="bg1">
              <a:lumMod val="95000"/>
            </a:schemeClr>
          </a:solidFill>
          <a:effectLst>
            <a:outerShdw blurRad="50800" dist="76200" dir="2700000" algn="tl" rotWithShape="0">
              <a:prstClr val="black">
                <a:alpha val="40000"/>
              </a:prstClr>
            </a:outerShdw>
          </a:effectLst>
        </p:grpSpPr>
        <p:sp>
          <p:nvSpPr>
            <p:cNvPr id="15" name="TextBox 5">
              <a:extLst>
                <a:ext uri="{FF2B5EF4-FFF2-40B4-BE49-F238E27FC236}">
                  <a16:creationId xmlns:a16="http://schemas.microsoft.com/office/drawing/2014/main" id="{AD0D66A3-3D41-4716-8767-DC8B39089472}"/>
                </a:ext>
              </a:extLst>
            </p:cNvPr>
            <p:cNvSpPr txBox="1">
              <a:spLocks noChangeArrowheads="1"/>
            </p:cNvSpPr>
            <p:nvPr/>
          </p:nvSpPr>
          <p:spPr bwMode="auto">
            <a:xfrm>
              <a:off x="4550569" y="2838450"/>
              <a:ext cx="2052000" cy="1200329"/>
            </a:xfrm>
            <a:prstGeom prst="roundRect">
              <a:avLst>
                <a:gd name="adj" fmla="val 8335"/>
              </a:avLst>
            </a:prstGeom>
            <a:grpFill/>
            <a:ln w="9525">
              <a:solidFill>
                <a:schemeClr val="bg1">
                  <a:lumMod val="95000"/>
                </a:schemeClr>
              </a:solidFill>
              <a:miter lim="800000"/>
              <a:headEnd/>
              <a:tailEnd/>
            </a:ln>
          </p:spPr>
          <p:txBody>
            <a:bodyPr wrap="none">
              <a:noAutofit/>
            </a:bodyPr>
            <a:lstStyle>
              <a:defPPr>
                <a:defRPr lang="en-US"/>
              </a:defPPr>
              <a:lvl1pPr algn="ctr">
                <a:defRPr>
                  <a:solidFill>
                    <a:schemeClr val="bg1"/>
                  </a:solidFill>
                  <a:ea typeface="ＭＳ Ｐゴシック" charset="0"/>
                  <a:cs typeface="ＭＳ Ｐゴシック" charset="0"/>
                </a:defRPr>
              </a:lvl1pPr>
              <a:lvl2pPr marL="37931725" indent="-37474525" eaLnBrk="0" hangingPunct="0">
                <a:defRPr sz="2400">
                  <a:latin typeface="Tahoma" charset="0"/>
                  <a:ea typeface="ＭＳ Ｐゴシック" charset="0"/>
                </a:defRPr>
              </a:lvl2pPr>
              <a:lvl3pPr eaLnBrk="0" hangingPunct="0">
                <a:defRPr sz="2400">
                  <a:latin typeface="Tahoma" charset="0"/>
                  <a:ea typeface="ＭＳ Ｐゴシック" charset="0"/>
                </a:defRPr>
              </a:lvl3pPr>
              <a:lvl4pPr eaLnBrk="0" hangingPunct="0">
                <a:defRPr sz="2400">
                  <a:latin typeface="Tahoma" charset="0"/>
                  <a:ea typeface="ＭＳ Ｐゴシック" charset="0"/>
                </a:defRPr>
              </a:lvl4pPr>
              <a:lvl5pPr eaLnBrk="0" hangingPunct="0">
                <a:defRPr sz="2400">
                  <a:latin typeface="Tahoma" charset="0"/>
                  <a:ea typeface="ＭＳ Ｐゴシック" charset="0"/>
                </a:defRPr>
              </a:lvl5pPr>
              <a:lvl6pPr marL="457200" eaLnBrk="0" fontAlgn="base" hangingPunct="0">
                <a:spcBef>
                  <a:spcPct val="0"/>
                </a:spcBef>
                <a:spcAft>
                  <a:spcPct val="0"/>
                </a:spcAft>
                <a:defRPr sz="2400">
                  <a:latin typeface="Tahoma" charset="0"/>
                  <a:ea typeface="ＭＳ Ｐゴシック" charset="0"/>
                </a:defRPr>
              </a:lvl6pPr>
              <a:lvl7pPr marL="914400" eaLnBrk="0" fontAlgn="base" hangingPunct="0">
                <a:spcBef>
                  <a:spcPct val="0"/>
                </a:spcBef>
                <a:spcAft>
                  <a:spcPct val="0"/>
                </a:spcAft>
                <a:defRPr sz="2400">
                  <a:latin typeface="Tahoma" charset="0"/>
                  <a:ea typeface="ＭＳ Ｐゴシック" charset="0"/>
                </a:defRPr>
              </a:lvl7pPr>
              <a:lvl8pPr marL="1371600" eaLnBrk="0" fontAlgn="base" hangingPunct="0">
                <a:spcBef>
                  <a:spcPct val="0"/>
                </a:spcBef>
                <a:spcAft>
                  <a:spcPct val="0"/>
                </a:spcAft>
                <a:defRPr sz="2400">
                  <a:latin typeface="Tahoma" charset="0"/>
                  <a:ea typeface="ＭＳ Ｐゴシック" charset="0"/>
                </a:defRPr>
              </a:lvl8pPr>
              <a:lvl9pPr marL="1828800" eaLnBrk="0" fontAlgn="base" hangingPunct="0">
                <a:spcBef>
                  <a:spcPct val="0"/>
                </a:spcBef>
                <a:spcAft>
                  <a:spcPct val="0"/>
                </a:spcAft>
                <a:defRPr sz="2400">
                  <a:latin typeface="Tahoma" charset="0"/>
                  <a:ea typeface="ＭＳ Ｐゴシック" charset="0"/>
                </a:defRPr>
              </a:lvl9pPr>
            </a:lstStyle>
            <a:p>
              <a:r>
                <a:rPr lang="en-US" dirty="0"/>
                <a:t>Virtual File System</a:t>
              </a:r>
            </a:p>
            <a:p>
              <a:endParaRPr lang="en-US" dirty="0"/>
            </a:p>
            <a:p>
              <a:endParaRPr lang="en-US" dirty="0"/>
            </a:p>
            <a:p>
              <a:endParaRPr lang="en-US" dirty="0"/>
            </a:p>
          </p:txBody>
        </p:sp>
        <p:sp>
          <p:nvSpPr>
            <p:cNvPr id="16" name="TextBox 13">
              <a:extLst>
                <a:ext uri="{FF2B5EF4-FFF2-40B4-BE49-F238E27FC236}">
                  <a16:creationId xmlns:a16="http://schemas.microsoft.com/office/drawing/2014/main" id="{8E52EB0A-38CF-4093-8F52-465ECF61C200}"/>
                </a:ext>
              </a:extLst>
            </p:cNvPr>
            <p:cNvSpPr txBox="1">
              <a:spLocks noChangeArrowheads="1"/>
            </p:cNvSpPr>
            <p:nvPr/>
          </p:nvSpPr>
          <p:spPr bwMode="auto">
            <a:xfrm>
              <a:off x="4698208" y="3235324"/>
              <a:ext cx="1728000" cy="288000"/>
            </a:xfrm>
            <a:prstGeom prst="roundRect">
              <a:avLst/>
            </a:prstGeom>
            <a:grpFill/>
            <a:ln w="9525">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Logical File System</a:t>
              </a:r>
            </a:p>
          </p:txBody>
        </p:sp>
        <p:sp>
          <p:nvSpPr>
            <p:cNvPr id="17" name="TextBox 14">
              <a:extLst>
                <a:ext uri="{FF2B5EF4-FFF2-40B4-BE49-F238E27FC236}">
                  <a16:creationId xmlns:a16="http://schemas.microsoft.com/office/drawing/2014/main" id="{0D2F537A-293E-491C-A792-23D05C18CB20}"/>
                </a:ext>
              </a:extLst>
            </p:cNvPr>
            <p:cNvSpPr txBox="1">
              <a:spLocks noChangeArrowheads="1"/>
            </p:cNvSpPr>
            <p:nvPr/>
          </p:nvSpPr>
          <p:spPr bwMode="auto">
            <a:xfrm>
              <a:off x="4702970" y="3602037"/>
              <a:ext cx="1728788" cy="288000"/>
            </a:xfrm>
            <a:prstGeom prst="roundRect">
              <a:avLst/>
            </a:prstGeom>
            <a:grpFill/>
            <a:ln w="9525">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a:solidFill>
                    <a:schemeClr val="bg1"/>
                  </a:solidFill>
                  <a:latin typeface="+mn-lt"/>
                </a:rPr>
                <a:t>Hardware Drivers</a:t>
              </a:r>
            </a:p>
          </p:txBody>
        </p:sp>
      </p:grpSp>
      <p:grpSp>
        <p:nvGrpSpPr>
          <p:cNvPr id="18" name="Group 17">
            <a:extLst>
              <a:ext uri="{FF2B5EF4-FFF2-40B4-BE49-F238E27FC236}">
                <a16:creationId xmlns:a16="http://schemas.microsoft.com/office/drawing/2014/main" id="{F0C1C108-487A-418C-B7D5-B394B279E46A}"/>
              </a:ext>
            </a:extLst>
          </p:cNvPr>
          <p:cNvGrpSpPr/>
          <p:nvPr/>
        </p:nvGrpSpPr>
        <p:grpSpPr>
          <a:xfrm>
            <a:off x="8167138" y="2940470"/>
            <a:ext cx="1836000" cy="1200329"/>
            <a:chOff x="7140939" y="1486096"/>
            <a:chExt cx="1836000" cy="1200329"/>
          </a:xfrm>
          <a:solidFill>
            <a:schemeClr val="bg1">
              <a:lumMod val="95000"/>
            </a:schemeClr>
          </a:solidFill>
          <a:effectLst>
            <a:outerShdw blurRad="50800" dist="76200" dir="2700000" algn="tl" rotWithShape="0">
              <a:prstClr val="black">
                <a:alpha val="40000"/>
              </a:prstClr>
            </a:outerShdw>
          </a:effectLst>
        </p:grpSpPr>
        <p:sp>
          <p:nvSpPr>
            <p:cNvPr id="19" name="TextBox 4">
              <a:extLst>
                <a:ext uri="{FF2B5EF4-FFF2-40B4-BE49-F238E27FC236}">
                  <a16:creationId xmlns:a16="http://schemas.microsoft.com/office/drawing/2014/main" id="{1565F951-F25E-46F4-BE1D-98A04A83B2BD}"/>
                </a:ext>
              </a:extLst>
            </p:cNvPr>
            <p:cNvSpPr txBox="1">
              <a:spLocks noChangeArrowheads="1"/>
            </p:cNvSpPr>
            <p:nvPr/>
          </p:nvSpPr>
          <p:spPr bwMode="auto">
            <a:xfrm>
              <a:off x="7140939" y="1486096"/>
              <a:ext cx="1836000" cy="1200329"/>
            </a:xfrm>
            <a:prstGeom prst="roundRect">
              <a:avLst>
                <a:gd name="adj" fmla="val 7145"/>
              </a:avLst>
            </a:prstGeom>
            <a:grpFill/>
            <a:ln w="9525">
              <a:solidFill>
                <a:schemeClr val="bg1">
                  <a:lumMod val="95000"/>
                </a:schemeClr>
              </a:solidFill>
              <a:miter lim="800000"/>
              <a:headEnd/>
              <a:tailEnd/>
            </a:ln>
          </p:spPr>
          <p:txBody>
            <a:bodyPr wrap="none">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800" dirty="0">
                  <a:solidFill>
                    <a:schemeClr val="bg1"/>
                  </a:solidFill>
                  <a:latin typeface="+mn-lt"/>
                </a:rPr>
                <a:t>Process Scheduler</a:t>
              </a:r>
            </a:p>
          </p:txBody>
        </p:sp>
        <p:sp>
          <p:nvSpPr>
            <p:cNvPr id="20" name="TextBox 9">
              <a:extLst>
                <a:ext uri="{FF2B5EF4-FFF2-40B4-BE49-F238E27FC236}">
                  <a16:creationId xmlns:a16="http://schemas.microsoft.com/office/drawing/2014/main" id="{A733B0F7-95AB-48B6-B8CE-3C754380EA8F}"/>
                </a:ext>
              </a:extLst>
            </p:cNvPr>
            <p:cNvSpPr txBox="1">
              <a:spLocks noChangeArrowheads="1"/>
            </p:cNvSpPr>
            <p:nvPr/>
          </p:nvSpPr>
          <p:spPr bwMode="auto">
            <a:xfrm>
              <a:off x="7279480" y="1843274"/>
              <a:ext cx="1548000" cy="288000"/>
            </a:xfrm>
            <a:prstGeom prst="roundRect">
              <a:avLst/>
            </a:prstGeom>
            <a:grpFill/>
            <a:ln w="9525">
              <a:solidFill>
                <a:schemeClr val="bg1">
                  <a:lumMod val="95000"/>
                </a:schemeClr>
              </a:solidFill>
              <a:miter lim="800000"/>
              <a:headEnd/>
              <a:tailEnd/>
            </a:ln>
          </p:spPr>
          <p:txBody>
            <a:bodyPr wrap="none"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independent</a:t>
              </a:r>
            </a:p>
          </p:txBody>
        </p:sp>
        <p:sp>
          <p:nvSpPr>
            <p:cNvPr id="21" name="TextBox 10">
              <a:extLst>
                <a:ext uri="{FF2B5EF4-FFF2-40B4-BE49-F238E27FC236}">
                  <a16:creationId xmlns:a16="http://schemas.microsoft.com/office/drawing/2014/main" id="{C98628D6-7FCA-4A0A-BC12-82DE789C637E}"/>
                </a:ext>
              </a:extLst>
            </p:cNvPr>
            <p:cNvSpPr txBox="1">
              <a:spLocks noChangeArrowheads="1"/>
            </p:cNvSpPr>
            <p:nvPr/>
          </p:nvSpPr>
          <p:spPr bwMode="auto">
            <a:xfrm>
              <a:off x="7298530" y="2290957"/>
              <a:ext cx="1548000" cy="288000"/>
            </a:xfrm>
            <a:prstGeom prst="roundRect">
              <a:avLst/>
            </a:prstGeom>
            <a:grpFill/>
            <a:ln w="9525">
              <a:solidFill>
                <a:schemeClr val="bg1">
                  <a:lumMod val="95000"/>
                </a:schemeClr>
              </a:solidFill>
              <a:miter lim="800000"/>
              <a:headEnd/>
              <a:tailEnd/>
            </a:ln>
          </p:spPr>
          <p:txBody>
            <a:bodyPr anchor="ctr">
              <a:noAutofit/>
            </a:bodyPr>
            <a:lstStyle>
              <a:lvl1pPr eaLnBrk="0" hangingPunct="0">
                <a:defRPr sz="2400">
                  <a:solidFill>
                    <a:schemeClr val="tx1"/>
                  </a:solidFill>
                  <a:latin typeface="Tahoma" charset="0"/>
                  <a:ea typeface="ＭＳ Ｐゴシック" charset="0"/>
                  <a:cs typeface="ＭＳ Ｐゴシック" charset="0"/>
                </a:defRPr>
              </a:lvl1pPr>
              <a:lvl2pPr marL="37931725" indent="-37474525" eaLnBrk="0" hangingPunct="0">
                <a:defRPr sz="2400">
                  <a:solidFill>
                    <a:schemeClr val="tx1"/>
                  </a:solidFill>
                  <a:latin typeface="Tahoma" charset="0"/>
                  <a:ea typeface="ＭＳ Ｐゴシック" charset="0"/>
                </a:defRPr>
              </a:lvl2pPr>
              <a:lvl3pPr eaLnBrk="0" hangingPunct="0">
                <a:defRPr sz="2400">
                  <a:solidFill>
                    <a:schemeClr val="tx1"/>
                  </a:solidFill>
                  <a:latin typeface="Tahoma" charset="0"/>
                  <a:ea typeface="ＭＳ Ｐゴシック" charset="0"/>
                </a:defRPr>
              </a:lvl3pPr>
              <a:lvl4pPr eaLnBrk="0" hangingPunct="0">
                <a:defRPr sz="2400">
                  <a:solidFill>
                    <a:schemeClr val="tx1"/>
                  </a:solidFill>
                  <a:latin typeface="Tahoma" charset="0"/>
                  <a:ea typeface="ＭＳ Ｐゴシック" charset="0"/>
                </a:defRPr>
              </a:lvl4pPr>
              <a:lvl5pPr eaLnBrk="0" hangingPunct="0">
                <a:defRPr sz="2400">
                  <a:solidFill>
                    <a:schemeClr val="tx1"/>
                  </a:solidFill>
                  <a:latin typeface="Tahoma" charset="0"/>
                  <a:ea typeface="ＭＳ Ｐゴシック" charset="0"/>
                </a:defRPr>
              </a:lvl5pPr>
              <a:lvl6pPr marL="457200" eaLnBrk="0" fontAlgn="base" hangingPunct="0">
                <a:spcBef>
                  <a:spcPct val="0"/>
                </a:spcBef>
                <a:spcAft>
                  <a:spcPct val="0"/>
                </a:spcAft>
                <a:defRPr sz="2400">
                  <a:solidFill>
                    <a:schemeClr val="tx1"/>
                  </a:solidFill>
                  <a:latin typeface="Tahoma" charset="0"/>
                  <a:ea typeface="ＭＳ Ｐゴシック" charset="0"/>
                </a:defRPr>
              </a:lvl6pPr>
              <a:lvl7pPr marL="914400" eaLnBrk="0" fontAlgn="base" hangingPunct="0">
                <a:spcBef>
                  <a:spcPct val="0"/>
                </a:spcBef>
                <a:spcAft>
                  <a:spcPct val="0"/>
                </a:spcAft>
                <a:defRPr sz="2400">
                  <a:solidFill>
                    <a:schemeClr val="tx1"/>
                  </a:solidFill>
                  <a:latin typeface="Tahoma" charset="0"/>
                  <a:ea typeface="ＭＳ Ｐゴシック" charset="0"/>
                </a:defRPr>
              </a:lvl7pPr>
              <a:lvl8pPr marL="1371600" eaLnBrk="0" fontAlgn="base" hangingPunct="0">
                <a:spcBef>
                  <a:spcPct val="0"/>
                </a:spcBef>
                <a:spcAft>
                  <a:spcPct val="0"/>
                </a:spcAft>
                <a:defRPr sz="2400">
                  <a:solidFill>
                    <a:schemeClr val="tx1"/>
                  </a:solidFill>
                  <a:latin typeface="Tahoma" charset="0"/>
                  <a:ea typeface="ＭＳ Ｐゴシック" charset="0"/>
                </a:defRPr>
              </a:lvl8pPr>
              <a:lvl9pPr marL="18288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dirty="0">
                  <a:solidFill>
                    <a:schemeClr val="bg1"/>
                  </a:solidFill>
                  <a:latin typeface="+mn-lt"/>
                </a:rPr>
                <a:t>Hardware dependent</a:t>
              </a:r>
            </a:p>
          </p:txBody>
        </p:sp>
      </p:grpSp>
      <p:cxnSp>
        <p:nvCxnSpPr>
          <p:cNvPr id="22" name="Straight Arrow Connector 21">
            <a:extLst>
              <a:ext uri="{FF2B5EF4-FFF2-40B4-BE49-F238E27FC236}">
                <a16:creationId xmlns:a16="http://schemas.microsoft.com/office/drawing/2014/main" id="{A41D6028-6131-474E-91DE-1935E60CA744}"/>
              </a:ext>
            </a:extLst>
          </p:cNvPr>
          <p:cNvCxnSpPr>
            <a:stCxn id="7" idx="2"/>
            <a:endCxn id="19" idx="0"/>
          </p:cNvCxnSpPr>
          <p:nvPr/>
        </p:nvCxnSpPr>
        <p:spPr>
          <a:xfrm>
            <a:off x="9085138" y="2600702"/>
            <a:ext cx="0" cy="339768"/>
          </a:xfrm>
          <a:prstGeom prst="straightConnector1">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1A90A4CA-185D-4547-A715-44D4BD899219}"/>
              </a:ext>
            </a:extLst>
          </p:cNvPr>
          <p:cNvCxnSpPr>
            <a:stCxn id="19" idx="2"/>
            <a:endCxn id="11" idx="0"/>
          </p:cNvCxnSpPr>
          <p:nvPr/>
        </p:nvCxnSpPr>
        <p:spPr>
          <a:xfrm>
            <a:off x="9085138" y="4140799"/>
            <a:ext cx="0" cy="340905"/>
          </a:xfrm>
          <a:prstGeom prst="straightConnector1">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90D50A36-F2BE-4FB1-8E2B-B2FB1CFC5334}"/>
              </a:ext>
            </a:extLst>
          </p:cNvPr>
          <p:cNvCxnSpPr>
            <a:stCxn id="19" idx="1"/>
          </p:cNvCxnSpPr>
          <p:nvPr/>
        </p:nvCxnSpPr>
        <p:spPr>
          <a:xfrm flipH="1" flipV="1">
            <a:off x="7858199" y="3540634"/>
            <a:ext cx="308939" cy="1"/>
          </a:xfrm>
          <a:prstGeom prst="straightConnector1">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2A5972F1-345A-47C1-A00A-5FA794BA515D}"/>
              </a:ext>
            </a:extLst>
          </p:cNvPr>
          <p:cNvCxnSpPr>
            <a:stCxn id="19" idx="3"/>
            <a:endCxn id="5" idx="1"/>
          </p:cNvCxnSpPr>
          <p:nvPr/>
        </p:nvCxnSpPr>
        <p:spPr>
          <a:xfrm>
            <a:off x="10003138" y="3540635"/>
            <a:ext cx="316860" cy="0"/>
          </a:xfrm>
          <a:prstGeom prst="straightConnector1">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6" name="Elbow Connector 94">
            <a:extLst>
              <a:ext uri="{FF2B5EF4-FFF2-40B4-BE49-F238E27FC236}">
                <a16:creationId xmlns:a16="http://schemas.microsoft.com/office/drawing/2014/main" id="{8BC8B05D-089F-487B-B5DE-C88D16C85556}"/>
              </a:ext>
            </a:extLst>
          </p:cNvPr>
          <p:cNvCxnSpPr>
            <a:stCxn id="5" idx="0"/>
            <a:endCxn id="7" idx="3"/>
          </p:cNvCxnSpPr>
          <p:nvPr/>
        </p:nvCxnSpPr>
        <p:spPr>
          <a:xfrm rot="16200000" flipV="1">
            <a:off x="9961277" y="2042400"/>
            <a:ext cx="1216931" cy="1133207"/>
          </a:xfrm>
          <a:prstGeom prst="bentConnector2">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7" name="Elbow Connector 96">
            <a:extLst>
              <a:ext uri="{FF2B5EF4-FFF2-40B4-BE49-F238E27FC236}">
                <a16:creationId xmlns:a16="http://schemas.microsoft.com/office/drawing/2014/main" id="{1CC4687B-7A1F-4602-8C82-95FE03EC8BCE}"/>
              </a:ext>
            </a:extLst>
          </p:cNvPr>
          <p:cNvCxnSpPr>
            <a:stCxn id="7" idx="1"/>
            <a:endCxn id="15" idx="0"/>
          </p:cNvCxnSpPr>
          <p:nvPr/>
        </p:nvCxnSpPr>
        <p:spPr>
          <a:xfrm rot="10800000" flipV="1">
            <a:off x="6940200" y="2000538"/>
            <a:ext cx="1226939" cy="939932"/>
          </a:xfrm>
          <a:prstGeom prst="bentConnector2">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8" name="Elbow Connector 98">
            <a:extLst>
              <a:ext uri="{FF2B5EF4-FFF2-40B4-BE49-F238E27FC236}">
                <a16:creationId xmlns:a16="http://schemas.microsoft.com/office/drawing/2014/main" id="{E5603463-8FD5-43B4-BA56-D53FEF47D769}"/>
              </a:ext>
            </a:extLst>
          </p:cNvPr>
          <p:cNvCxnSpPr>
            <a:stCxn id="11" idx="1"/>
            <a:endCxn id="15" idx="2"/>
          </p:cNvCxnSpPr>
          <p:nvPr/>
        </p:nvCxnSpPr>
        <p:spPr>
          <a:xfrm rot="10800000">
            <a:off x="6940200" y="4140799"/>
            <a:ext cx="1226939" cy="940980"/>
          </a:xfrm>
          <a:prstGeom prst="bentConnector2">
            <a:avLst/>
          </a:prstGeom>
          <a:ln w="22225">
            <a:solidFill>
              <a:schemeClr val="bg1">
                <a:lumMod val="95000"/>
              </a:schemeClr>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450063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Summary</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ea typeface="ＭＳ Ｐゴシック"/>
              </a:rPr>
              <a:t>Linux Architecture</a:t>
            </a:r>
            <a:endParaRPr lang="en-US" dirty="0"/>
          </a:p>
          <a:p>
            <a:r>
              <a:rPr lang="en-US" dirty="0">
                <a:solidFill>
                  <a:srgbClr val="128CAB"/>
                </a:solidFill>
                <a:ea typeface="ＭＳ Ｐゴシック"/>
              </a:rPr>
              <a:t>Device Trees</a:t>
            </a:r>
            <a:endParaRPr lang="en-US">
              <a:solidFill>
                <a:srgbClr val="128CAB"/>
              </a:solidFill>
            </a:endParaRPr>
          </a:p>
          <a:p>
            <a:r>
              <a:rPr lang="en-US" dirty="0">
                <a:ea typeface="ＭＳ Ｐゴシック"/>
              </a:rPr>
              <a:t>The U-BOOT Bootloader</a:t>
            </a:r>
            <a:endParaRPr lang="en-US" dirty="0"/>
          </a:p>
        </p:txBody>
      </p:sp>
    </p:spTree>
    <p:extLst>
      <p:ext uri="{BB962C8B-B14F-4D97-AF65-F5344CB8AC3E}">
        <p14:creationId xmlns:p14="http://schemas.microsoft.com/office/powerpoint/2010/main" val="85034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Device Trees</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ea typeface="ＭＳ Ｐゴシック"/>
              </a:rPr>
              <a:t>To manage hardware resources, the Kernel must know which resources are available in the embedded system (for example, the </a:t>
            </a:r>
            <a:r>
              <a:rPr lang="en-US" dirty="0">
                <a:solidFill>
                  <a:srgbClr val="128CAB"/>
                </a:solidFill>
                <a:ea typeface="ＭＳ Ｐゴシック"/>
              </a:rPr>
              <a:t>hardware description</a:t>
            </a:r>
            <a:r>
              <a:rPr lang="en-US" dirty="0">
                <a:ea typeface="ＭＳ Ｐゴシック"/>
              </a:rPr>
              <a:t>: I/O devices, memory, etc.).</a:t>
            </a:r>
            <a:endParaRPr lang="is-IS" dirty="0">
              <a:ea typeface="ＭＳ Ｐゴシック"/>
            </a:endParaRPr>
          </a:p>
          <a:p>
            <a:r>
              <a:rPr lang="is-IS" dirty="0"/>
              <a:t>There are two ways to provide this information to the Kernel:</a:t>
            </a:r>
            <a:endParaRPr lang="en-US" altLang="en-US" dirty="0">
              <a:ea typeface="ＭＳ Ｐゴシック" panose="020B0600070205080204" pitchFamily="34" charset="-128"/>
            </a:endParaRPr>
          </a:p>
          <a:p>
            <a:pPr marL="398145" lvl="1" indent="-166370"/>
            <a:r>
              <a:rPr lang="en-US" dirty="0">
                <a:solidFill>
                  <a:srgbClr val="128CAB"/>
                </a:solidFill>
              </a:rPr>
              <a:t>Hardcode </a:t>
            </a:r>
            <a:r>
              <a:rPr lang="en-US" dirty="0"/>
              <a:t>it into the Kernel binary code.  Each modification to the hardware definition requires recompiling the source code.</a:t>
            </a:r>
            <a:endParaRPr lang="en-US" dirty="0">
              <a:cs typeface="Calibri"/>
            </a:endParaRPr>
          </a:p>
          <a:p>
            <a:pPr marL="398145" lvl="1" indent="-166370"/>
            <a:r>
              <a:rPr lang="en-US" dirty="0"/>
              <a:t>Provide it to the Kernel when the bootloader uses a binary file, the </a:t>
            </a:r>
            <a:r>
              <a:rPr lang="en-US" dirty="0">
                <a:solidFill>
                  <a:srgbClr val="128CAB"/>
                </a:solidFill>
              </a:rPr>
              <a:t>device tree blob.</a:t>
            </a:r>
            <a:endParaRPr lang="en-US" altLang="en-US" dirty="0">
              <a:ea typeface="ＭＳ Ｐゴシック" panose="020B0600070205080204" pitchFamily="34" charset="-128"/>
              <a:cs typeface="Calibri"/>
            </a:endParaRPr>
          </a:p>
          <a:p>
            <a:r>
              <a:rPr lang="en-US" dirty="0">
                <a:ea typeface="ＭＳ Ｐゴシック"/>
              </a:rPr>
              <a:t>A device tree blob (DTB) file is produced from a device tree source (DTS).</a:t>
            </a:r>
            <a:endParaRPr lang="en-US" altLang="en-US" dirty="0">
              <a:ea typeface="ＭＳ Ｐゴシック"/>
            </a:endParaRPr>
          </a:p>
          <a:p>
            <a:pPr marL="398145" lvl="1" indent="-166370"/>
            <a:r>
              <a:rPr lang="en-US" dirty="0"/>
              <a:t>A hardware definition can be changed more easily as only DTS recompilation is needed.</a:t>
            </a:r>
            <a:endParaRPr lang="en-US" dirty="0">
              <a:cs typeface="Calibri"/>
            </a:endParaRPr>
          </a:p>
          <a:p>
            <a:pPr marL="398145" lvl="1" indent="-166370"/>
            <a:r>
              <a:rPr lang="en-US" dirty="0">
                <a:ea typeface="ＭＳ Ｐゴシック"/>
              </a:rPr>
              <a:t>Kernel recompilation is not needed upon changes to the hardware definition. This is a </a:t>
            </a:r>
            <a:r>
              <a:rPr lang="en-US" dirty="0">
                <a:ea typeface="ＭＳ Ｐゴシック"/>
                <a:sym typeface="Wingdings"/>
              </a:rPr>
              <a:t>big time saver.</a:t>
            </a:r>
            <a:endParaRPr lang="en-US" altLang="en-US" dirty="0">
              <a:ea typeface="ＭＳ Ｐゴシック"/>
              <a:cs typeface="Calibri"/>
            </a:endParaRPr>
          </a:p>
          <a:p>
            <a:pPr marL="855345" lvl="2" indent="-166370"/>
            <a:endParaRPr lang="en-US" altLang="en-US" dirty="0">
              <a:ea typeface="ＭＳ Ｐゴシック" panose="020B0600070205080204" pitchFamily="34" charset="-128"/>
              <a:cs typeface="Calibri"/>
            </a:endParaRPr>
          </a:p>
        </p:txBody>
      </p:sp>
    </p:spTree>
    <p:extLst>
      <p:ext uri="{BB962C8B-B14F-4D97-AF65-F5344CB8AC3E}">
        <p14:creationId xmlns:p14="http://schemas.microsoft.com/office/powerpoint/2010/main" val="5065558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Device Trees</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6" y="1639888"/>
            <a:ext cx="8263948" cy="4086225"/>
          </a:xfrm>
        </p:spPr>
        <p:txBody>
          <a:bodyPr wrap="square" numCol="1" anchor="t" anchorCtr="0" compatLnSpc="1">
            <a:prstTxWarp prst="textNoShape">
              <a:avLst/>
            </a:prstTxWarp>
          </a:bodyPr>
          <a:lstStyle/>
          <a:p>
            <a:r>
              <a:rPr lang="en-US" dirty="0"/>
              <a:t>In Arm architecture, all device tree source files are now located in either </a:t>
            </a:r>
            <a:r>
              <a:rPr lang="en-US" sz="2000" dirty="0">
                <a:latin typeface="Courier" charset="0"/>
                <a:ea typeface="Courier" charset="0"/>
                <a:cs typeface="Courier" charset="0"/>
              </a:rPr>
              <a:t>arch/arm/boot/</a:t>
            </a:r>
            <a:r>
              <a:rPr lang="en-US" sz="2000" dirty="0" err="1">
                <a:latin typeface="Courier" charset="0"/>
                <a:ea typeface="Courier" charset="0"/>
                <a:cs typeface="Courier" charset="0"/>
              </a:rPr>
              <a:t>dts</a:t>
            </a:r>
            <a:r>
              <a:rPr lang="en-US" sz="2000" dirty="0">
                <a:latin typeface="Courier" charset="0"/>
                <a:ea typeface="Courier" charset="0"/>
                <a:cs typeface="Courier" charset="0"/>
              </a:rPr>
              <a:t> </a:t>
            </a:r>
            <a:r>
              <a:rPr lang="en-US" dirty="0">
                <a:ea typeface="Courier" charset="0"/>
                <a:cs typeface="Courier" charset="0"/>
              </a:rPr>
              <a:t>or</a:t>
            </a:r>
            <a:r>
              <a:rPr lang="en-US" sz="2000" dirty="0">
                <a:latin typeface="Courier" charset="0"/>
                <a:ea typeface="Courier" charset="0"/>
                <a:cs typeface="Courier" charset="0"/>
              </a:rPr>
              <a:t> arch/arm64/boot/</a:t>
            </a:r>
            <a:r>
              <a:rPr lang="en-US" sz="2000" dirty="0" err="1">
                <a:latin typeface="Courier" charset="0"/>
                <a:ea typeface="Courier" charset="0"/>
                <a:cs typeface="Courier" charset="0"/>
              </a:rPr>
              <a:t>dts</a:t>
            </a:r>
            <a:r>
              <a:rPr lang="en-US" sz="2000" dirty="0">
                <a:latin typeface="Courier" charset="0"/>
                <a:ea typeface="Courier" charset="0"/>
                <a:cs typeface="Courier" charset="0"/>
              </a:rPr>
              <a:t>.</a:t>
            </a:r>
            <a:endParaRPr lang="en-US" altLang="en-US" dirty="0">
              <a:ea typeface="ＭＳ Ｐゴシック" panose="020B0600070205080204" pitchFamily="34" charset="-128"/>
            </a:endParaRPr>
          </a:p>
          <a:p>
            <a:pPr marL="398145" lvl="1" indent="-166370"/>
            <a:r>
              <a:rPr lang="en-US" sz="1600" dirty="0">
                <a:latin typeface="Courier" charset="0"/>
                <a:ea typeface="Courier" charset="0"/>
                <a:cs typeface="Courier" charset="0"/>
              </a:rPr>
              <a:t>.</a:t>
            </a:r>
            <a:r>
              <a:rPr lang="en-US" sz="1600" dirty="0" err="1">
                <a:latin typeface="Courier" charset="0"/>
                <a:ea typeface="Courier" charset="0"/>
                <a:cs typeface="Courier" charset="0"/>
              </a:rPr>
              <a:t>dts</a:t>
            </a:r>
            <a:r>
              <a:rPr lang="en-US" dirty="0"/>
              <a:t> files for board-level definitions</a:t>
            </a:r>
            <a:endParaRPr lang="en-US" dirty="0">
              <a:cs typeface="Calibri"/>
            </a:endParaRPr>
          </a:p>
          <a:p>
            <a:pPr marL="398145" lvl="1" indent="-166370"/>
            <a:r>
              <a:rPr lang="en-US" sz="1600" dirty="0">
                <a:latin typeface="Courier" charset="0"/>
                <a:ea typeface="Courier" charset="0"/>
                <a:cs typeface="Courier" charset="0"/>
              </a:rPr>
              <a:t>.</a:t>
            </a:r>
            <a:r>
              <a:rPr lang="en-US" sz="1600" dirty="0" err="1">
                <a:latin typeface="Courier" charset="0"/>
                <a:ea typeface="Courier" charset="0"/>
                <a:cs typeface="Courier" charset="0"/>
              </a:rPr>
              <a:t>dtsi</a:t>
            </a:r>
            <a:r>
              <a:rPr lang="en-US" dirty="0"/>
              <a:t> files for included files</a:t>
            </a:r>
            <a:endParaRPr lang="en-US" altLang="en-US" dirty="0">
              <a:ea typeface="ＭＳ Ｐゴシック" panose="020B0600070205080204" pitchFamily="34" charset="-128"/>
              <a:cs typeface="Calibri"/>
            </a:endParaRPr>
          </a:p>
          <a:p>
            <a:r>
              <a:rPr lang="en-US" dirty="0">
                <a:ea typeface="ＭＳ Ｐゴシック"/>
              </a:rPr>
              <a:t>A tool, the device tree compiler, compiles the source into a binary form: the </a:t>
            </a:r>
            <a:r>
              <a:rPr lang="en-US" dirty="0">
                <a:solidFill>
                  <a:srgbClr val="128CAB"/>
                </a:solidFill>
                <a:ea typeface="ＭＳ Ｐゴシック"/>
              </a:rPr>
              <a:t>device tree blob </a:t>
            </a:r>
            <a:r>
              <a:rPr lang="en-US" dirty="0">
                <a:ea typeface="ＭＳ Ｐゴシック"/>
              </a:rPr>
              <a:t>(DTB).</a:t>
            </a:r>
            <a:endParaRPr lang="en-US" altLang="en-US" dirty="0">
              <a:ea typeface="ＭＳ Ｐゴシック"/>
            </a:endParaRPr>
          </a:p>
          <a:p>
            <a:pPr marL="398145" lvl="1" indent="-166370"/>
            <a:r>
              <a:rPr lang="en-US" dirty="0">
                <a:ea typeface="ＭＳ Ｐゴシック"/>
              </a:rPr>
              <a:t>The DTB is loaded by the bootloader and parsed by the kernel at boot time.</a:t>
            </a:r>
            <a:endParaRPr lang="en-US" altLang="en-US" dirty="0">
              <a:ea typeface="ＭＳ Ｐゴシック"/>
              <a:cs typeface="Calibri"/>
            </a:endParaRPr>
          </a:p>
          <a:p>
            <a:r>
              <a:rPr lang="en-US" dirty="0">
                <a:ea typeface="ＭＳ Ｐゴシック"/>
              </a:rPr>
              <a:t>Device tree files are not monolithic. They can be split in several files, including each other.</a:t>
            </a:r>
            <a:endParaRPr lang="en-US" altLang="en-US" dirty="0">
              <a:ea typeface="ＭＳ Ｐゴシック"/>
            </a:endParaRPr>
          </a:p>
          <a:p>
            <a:pPr marL="855345" lvl="2" indent="-166370"/>
            <a:endParaRPr lang="en-US" altLang="en-US" dirty="0">
              <a:ea typeface="ＭＳ Ｐゴシック" panose="020B0600070205080204" pitchFamily="34" charset="-128"/>
              <a:cs typeface="Calibri"/>
            </a:endParaRPr>
          </a:p>
        </p:txBody>
      </p:sp>
      <p:sp>
        <p:nvSpPr>
          <p:cNvPr id="5" name="TextBox 4">
            <a:extLst>
              <a:ext uri="{FF2B5EF4-FFF2-40B4-BE49-F238E27FC236}">
                <a16:creationId xmlns:a16="http://schemas.microsoft.com/office/drawing/2014/main" id="{03A8D976-20A8-4114-851A-B076F9BA29F8}"/>
              </a:ext>
            </a:extLst>
          </p:cNvPr>
          <p:cNvSpPr txBox="1"/>
          <p:nvPr/>
        </p:nvSpPr>
        <p:spPr>
          <a:xfrm>
            <a:off x="10715625" y="2014538"/>
            <a:ext cx="914400" cy="914400"/>
          </a:xfrm>
          <a:prstGeom prst="rect">
            <a:avLst/>
          </a:prstGeom>
        </p:spPr>
        <p:txBody>
          <a:bodyPr vert="horz" wrap="none" lIns="0" tIns="0" rIns="0" bIns="0" rtlCol="0" anchor="t">
            <a:normAutofit/>
          </a:bodyPr>
          <a:lstStyle/>
          <a:p>
            <a:endParaRPr lang="en-US" dirty="0"/>
          </a:p>
        </p:txBody>
      </p:sp>
      <p:sp>
        <p:nvSpPr>
          <p:cNvPr id="6" name="TextBox 5">
            <a:extLst>
              <a:ext uri="{FF2B5EF4-FFF2-40B4-BE49-F238E27FC236}">
                <a16:creationId xmlns:a16="http://schemas.microsoft.com/office/drawing/2014/main" id="{A6EDC33F-F230-4B48-85C9-5460611B501D}"/>
              </a:ext>
            </a:extLst>
          </p:cNvPr>
          <p:cNvSpPr txBox="1"/>
          <p:nvPr/>
        </p:nvSpPr>
        <p:spPr>
          <a:xfrm>
            <a:off x="9315451" y="2676662"/>
            <a:ext cx="928687" cy="914400"/>
          </a:xfrm>
          <a:prstGeom prst="roundRect">
            <a:avLst/>
          </a:prstGeom>
          <a:solidFill>
            <a:srgbClr val="128CAB"/>
          </a:solidFill>
          <a:ln>
            <a:solidFill>
              <a:schemeClr val="tx1"/>
            </a:solidFill>
          </a:ln>
          <a:effectLst>
            <a:outerShdw blurRad="50800" dist="76200" dir="2700000" algn="tl" rotWithShape="0">
              <a:prstClr val="black">
                <a:alpha val="40000"/>
              </a:prstClr>
            </a:outerShdw>
          </a:effectLst>
        </p:spPr>
        <p:txBody>
          <a:bodyPr vert="horz" wrap="none" lIns="0" tIns="0" rIns="0" bIns="0" rtlCol="0" anchor="ctr">
            <a:noAutofit/>
          </a:bodyPr>
          <a:lstStyle/>
          <a:p>
            <a:pPr algn="ctr"/>
            <a:r>
              <a:rPr lang="en-US" dirty="0">
                <a:solidFill>
                  <a:schemeClr val="bg1"/>
                </a:solidFill>
              </a:rPr>
              <a:t>.</a:t>
            </a:r>
            <a:r>
              <a:rPr lang="en-US" dirty="0" err="1">
                <a:solidFill>
                  <a:schemeClr val="bg1"/>
                </a:solidFill>
              </a:rPr>
              <a:t>dtsi</a:t>
            </a:r>
            <a:endParaRPr lang="en-US" dirty="0">
              <a:solidFill>
                <a:schemeClr val="bg1"/>
              </a:solidFill>
            </a:endParaRPr>
          </a:p>
        </p:txBody>
      </p:sp>
      <p:cxnSp>
        <p:nvCxnSpPr>
          <p:cNvPr id="7" name="Straight Connector 6">
            <a:extLst>
              <a:ext uri="{FF2B5EF4-FFF2-40B4-BE49-F238E27FC236}">
                <a16:creationId xmlns:a16="http://schemas.microsoft.com/office/drawing/2014/main" id="{321474C2-C2E0-4B9C-8753-A430A88D7F2E}"/>
              </a:ext>
            </a:extLst>
          </p:cNvPr>
          <p:cNvCxnSpPr/>
          <p:nvPr/>
        </p:nvCxnSpPr>
        <p:spPr>
          <a:xfrm flipH="1">
            <a:off x="9779795" y="2337827"/>
            <a:ext cx="464343" cy="33883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1225F96C-4142-4F06-AEF6-87FB6B9E732D}"/>
              </a:ext>
            </a:extLst>
          </p:cNvPr>
          <p:cNvSpPr txBox="1"/>
          <p:nvPr/>
        </p:nvSpPr>
        <p:spPr>
          <a:xfrm>
            <a:off x="11036822" y="2676662"/>
            <a:ext cx="928687" cy="914400"/>
          </a:xfrm>
          <a:prstGeom prst="roundRect">
            <a:avLst/>
          </a:prstGeom>
          <a:solidFill>
            <a:srgbClr val="128CAB"/>
          </a:solidFill>
          <a:ln>
            <a:solidFill>
              <a:schemeClr val="tx1"/>
            </a:solidFill>
          </a:ln>
          <a:effectLst>
            <a:outerShdw blurRad="50800" dist="76200" dir="2700000" algn="tl" rotWithShape="0">
              <a:prstClr val="black">
                <a:alpha val="40000"/>
              </a:prstClr>
            </a:outerShdw>
          </a:effectLst>
        </p:spPr>
        <p:txBody>
          <a:bodyPr vert="horz" wrap="none" lIns="0" tIns="0" rIns="0" bIns="0" rtlCol="0" anchor="ctr">
            <a:noAutofit/>
          </a:bodyPr>
          <a:lstStyle/>
          <a:p>
            <a:pPr algn="ctr"/>
            <a:r>
              <a:rPr lang="en-US" dirty="0">
                <a:solidFill>
                  <a:schemeClr val="bg1"/>
                </a:solidFill>
              </a:rPr>
              <a:t>.</a:t>
            </a:r>
            <a:r>
              <a:rPr lang="en-US" dirty="0" err="1">
                <a:solidFill>
                  <a:schemeClr val="bg1"/>
                </a:solidFill>
              </a:rPr>
              <a:t>dtsi</a:t>
            </a:r>
            <a:endParaRPr lang="en-US" dirty="0">
              <a:solidFill>
                <a:schemeClr val="bg1"/>
              </a:solidFill>
            </a:endParaRPr>
          </a:p>
        </p:txBody>
      </p:sp>
      <p:cxnSp>
        <p:nvCxnSpPr>
          <p:cNvPr id="9" name="Straight Connector 8">
            <a:extLst>
              <a:ext uri="{FF2B5EF4-FFF2-40B4-BE49-F238E27FC236}">
                <a16:creationId xmlns:a16="http://schemas.microsoft.com/office/drawing/2014/main" id="{3D9D6F5A-14DE-412B-9F5D-AF519F9AA933}"/>
              </a:ext>
            </a:extLst>
          </p:cNvPr>
          <p:cNvCxnSpPr/>
          <p:nvPr/>
        </p:nvCxnSpPr>
        <p:spPr>
          <a:xfrm>
            <a:off x="10900819" y="2337827"/>
            <a:ext cx="600347" cy="33883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99871E7E-47AA-49DC-85A3-14CFCF89192F}"/>
              </a:ext>
            </a:extLst>
          </p:cNvPr>
          <p:cNvSpPr txBox="1"/>
          <p:nvPr/>
        </p:nvSpPr>
        <p:spPr>
          <a:xfrm>
            <a:off x="9315450" y="4102489"/>
            <a:ext cx="928687" cy="914400"/>
          </a:xfrm>
          <a:prstGeom prst="roundRect">
            <a:avLst/>
          </a:prstGeom>
          <a:solidFill>
            <a:srgbClr val="128CAB"/>
          </a:solidFill>
          <a:ln>
            <a:solidFill>
              <a:schemeClr val="tx1"/>
            </a:solidFill>
          </a:ln>
          <a:effectLst>
            <a:outerShdw blurRad="50800" dist="76200" dir="2700000" algn="tl" rotWithShape="0">
              <a:prstClr val="black">
                <a:alpha val="40000"/>
              </a:prstClr>
            </a:outerShdw>
          </a:effectLst>
        </p:spPr>
        <p:txBody>
          <a:bodyPr vert="horz" wrap="none" lIns="0" tIns="0" rIns="0" bIns="0" rtlCol="0" anchor="ctr">
            <a:noAutofit/>
          </a:bodyPr>
          <a:lstStyle/>
          <a:p>
            <a:pPr algn="ctr"/>
            <a:r>
              <a:rPr lang="en-US" dirty="0">
                <a:solidFill>
                  <a:schemeClr val="bg1"/>
                </a:solidFill>
              </a:rPr>
              <a:t>.</a:t>
            </a:r>
            <a:r>
              <a:rPr lang="en-US" dirty="0" err="1">
                <a:solidFill>
                  <a:schemeClr val="bg1"/>
                </a:solidFill>
              </a:rPr>
              <a:t>dtsi</a:t>
            </a:r>
            <a:endParaRPr lang="en-US" dirty="0">
              <a:solidFill>
                <a:schemeClr val="bg1"/>
              </a:solidFill>
            </a:endParaRPr>
          </a:p>
        </p:txBody>
      </p:sp>
      <p:cxnSp>
        <p:nvCxnSpPr>
          <p:cNvPr id="11" name="Straight Connector 10">
            <a:extLst>
              <a:ext uri="{FF2B5EF4-FFF2-40B4-BE49-F238E27FC236}">
                <a16:creationId xmlns:a16="http://schemas.microsoft.com/office/drawing/2014/main" id="{40B71D7F-E643-4853-8F77-B57B21BD69E1}"/>
              </a:ext>
            </a:extLst>
          </p:cNvPr>
          <p:cNvCxnSpPr/>
          <p:nvPr/>
        </p:nvCxnSpPr>
        <p:spPr>
          <a:xfrm flipH="1">
            <a:off x="9779794" y="3591062"/>
            <a:ext cx="1" cy="51142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27255B0B-6023-4B5D-B686-E95C4AC84148}"/>
              </a:ext>
            </a:extLst>
          </p:cNvPr>
          <p:cNvSpPr txBox="1"/>
          <p:nvPr/>
        </p:nvSpPr>
        <p:spPr>
          <a:xfrm>
            <a:off x="10108135" y="1557338"/>
            <a:ext cx="928687" cy="914400"/>
          </a:xfrm>
          <a:prstGeom prst="roundRect">
            <a:avLst/>
          </a:prstGeom>
          <a:solidFill>
            <a:srgbClr val="128CAB"/>
          </a:solidFill>
          <a:ln>
            <a:solidFill>
              <a:schemeClr val="tx1"/>
            </a:solidFill>
          </a:ln>
          <a:effectLst>
            <a:outerShdw blurRad="50800" dist="76200" dir="2700000" algn="tl" rotWithShape="0">
              <a:prstClr val="black">
                <a:alpha val="40000"/>
              </a:prstClr>
            </a:outerShdw>
          </a:effectLst>
        </p:spPr>
        <p:txBody>
          <a:bodyPr vert="horz" wrap="none" lIns="0" tIns="0" rIns="0" bIns="0" rtlCol="0" anchor="ctr">
            <a:noAutofit/>
          </a:bodyPr>
          <a:lstStyle/>
          <a:p>
            <a:pPr algn="ctr"/>
            <a:r>
              <a:rPr lang="en-US" dirty="0">
                <a:solidFill>
                  <a:schemeClr val="bg1"/>
                </a:solidFill>
              </a:rPr>
              <a:t>.</a:t>
            </a:r>
            <a:r>
              <a:rPr lang="en-US" dirty="0" err="1">
                <a:solidFill>
                  <a:schemeClr val="bg1"/>
                </a:solidFill>
              </a:rPr>
              <a:t>dts</a:t>
            </a:r>
            <a:endParaRPr lang="en-US" dirty="0">
              <a:solidFill>
                <a:schemeClr val="bg1"/>
              </a:solidFill>
            </a:endParaRPr>
          </a:p>
        </p:txBody>
      </p:sp>
    </p:spTree>
    <p:extLst>
      <p:ext uri="{BB962C8B-B14F-4D97-AF65-F5344CB8AC3E}">
        <p14:creationId xmlns:p14="http://schemas.microsoft.com/office/powerpoint/2010/main" val="34896949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Content Placeholder 5">
            <a:extLst>
              <a:ext uri="{FF2B5EF4-FFF2-40B4-BE49-F238E27FC236}">
                <a16:creationId xmlns:a16="http://schemas.microsoft.com/office/drawing/2014/main" id="{4E34DDF2-F3F3-4C94-B829-D17896BB8D82}"/>
              </a:ext>
            </a:extLst>
          </p:cNvPr>
          <p:cNvSpPr txBox="1">
            <a:spLocks/>
          </p:cNvSpPr>
          <p:nvPr/>
        </p:nvSpPr>
        <p:spPr>
          <a:xfrm>
            <a:off x="942966" y="940576"/>
            <a:ext cx="6746308" cy="5503888"/>
          </a:xfrm>
          <a:prstGeom prst="rect">
            <a:avLst/>
          </a:prstGeom>
        </p:spPr>
        <p:txBody>
          <a:bodyPr/>
          <a:lstStyle>
            <a:lvl1pPr algn="l" rtl="0" eaLnBrk="1" fontAlgn="base" hangingPunct="1">
              <a:lnSpc>
                <a:spcPct val="90000"/>
              </a:lnSpc>
              <a:spcBef>
                <a:spcPct val="0"/>
              </a:spcBef>
              <a:spcAft>
                <a:spcPts val="1600"/>
              </a:spcAft>
              <a:buFont typeface="Calibri" panose="020F0502020204030204" pitchFamily="34" charset="0"/>
              <a:defRPr sz="2400" kern="1200">
                <a:solidFill>
                  <a:schemeClr val="tx2"/>
                </a:solidFill>
                <a:latin typeface="+mn-lt"/>
                <a:ea typeface="ＭＳ Ｐゴシック" charset="0"/>
                <a:cs typeface="ＭＳ Ｐゴシック" charset="0"/>
              </a:defRPr>
            </a:lvl1pPr>
            <a:lvl2pPr marL="398463" indent="-166688" algn="l" rtl="0" eaLnBrk="1" fontAlgn="base" hangingPunct="1">
              <a:lnSpc>
                <a:spcPct val="90000"/>
              </a:lnSpc>
              <a:spcBef>
                <a:spcPct val="0"/>
              </a:spcBef>
              <a:spcAft>
                <a:spcPts val="1200"/>
              </a:spcAft>
              <a:buClr>
                <a:schemeClr val="accent1"/>
              </a:buClr>
              <a:buSzPct val="80000"/>
              <a:buFont typeface="Arial" panose="020B0604020202020204" pitchFamily="34" charset="0"/>
              <a:buChar char="•"/>
              <a:defRPr kern="1200">
                <a:solidFill>
                  <a:srgbClr val="383838"/>
                </a:solidFill>
                <a:latin typeface="+mn-lt"/>
                <a:ea typeface="ＭＳ Ｐゴシック" charset="0"/>
                <a:cs typeface="+mn-cs"/>
              </a:defRPr>
            </a:lvl2pPr>
            <a:lvl3pPr marL="855663" indent="-166688" algn="l" rtl="0" eaLnBrk="1" fontAlgn="base" hangingPunct="1">
              <a:lnSpc>
                <a:spcPct val="90000"/>
              </a:lnSpc>
              <a:spcBef>
                <a:spcPct val="0"/>
              </a:spcBef>
              <a:spcAft>
                <a:spcPts val="1200"/>
              </a:spcAft>
              <a:buClr>
                <a:schemeClr val="accent1"/>
              </a:buClr>
              <a:buSzPct val="80000"/>
              <a:buFont typeface="Calibri" panose="020F0502020204030204" pitchFamily="34" charset="0"/>
              <a:buChar char="–"/>
              <a:defRPr kern="1200">
                <a:solidFill>
                  <a:srgbClr val="383838"/>
                </a:solidFill>
                <a:latin typeface="+mn-lt"/>
                <a:ea typeface="ＭＳ Ｐゴシック" charset="0"/>
                <a:cs typeface="+mn-cs"/>
              </a:defRPr>
            </a:lvl3pPr>
            <a:lvl4pPr marL="1201738" indent="-173038" algn="l" rtl="0" eaLnBrk="1" fontAlgn="base" hangingPunct="1">
              <a:lnSpc>
                <a:spcPct val="90000"/>
              </a:lnSpc>
              <a:spcBef>
                <a:spcPct val="0"/>
              </a:spcBef>
              <a:spcAft>
                <a:spcPts val="800"/>
              </a:spcAft>
              <a:buClr>
                <a:schemeClr val="accent1"/>
              </a:buClr>
              <a:buSzPct val="80000"/>
              <a:buFont typeface="Wingdings" panose="05000000000000000000" pitchFamily="2" charset="2"/>
              <a:buChar char="§"/>
              <a:defRPr kern="1200">
                <a:solidFill>
                  <a:srgbClr val="383838"/>
                </a:solidFill>
                <a:latin typeface="+mn-lt"/>
                <a:ea typeface="ＭＳ Ｐゴシック" charset="0"/>
                <a:cs typeface="+mn-cs"/>
              </a:defRPr>
            </a:lvl4pPr>
            <a:lvl5pPr marL="1427163" indent="-168275" algn="l" rtl="0" eaLnBrk="1" fontAlgn="base" hangingPunct="1">
              <a:lnSpc>
                <a:spcPct val="90000"/>
              </a:lnSpc>
              <a:spcBef>
                <a:spcPct val="0"/>
              </a:spcBef>
              <a:spcAft>
                <a:spcPts val="800"/>
              </a:spcAft>
              <a:buClr>
                <a:schemeClr val="accent1"/>
              </a:buClr>
              <a:buSzPct val="80000"/>
              <a:buFont typeface="Calibri" panose="020F0502020204030204" pitchFamily="34" charset="0"/>
              <a:buChar char="–"/>
              <a:defRPr kern="1200">
                <a:solidFill>
                  <a:srgbClr val="383838"/>
                </a:solidFill>
                <a:latin typeface="+mn-lt"/>
                <a:ea typeface="ＭＳ Ｐゴシック" charset="0"/>
                <a:cs typeface="+mn-cs"/>
              </a:defRPr>
            </a:lvl5pPr>
            <a:lvl6pPr marL="1655064" indent="-164592" algn="l" defTabSz="914400" rtl="0" eaLnBrk="1" latinLnBrk="0" hangingPunct="1">
              <a:lnSpc>
                <a:spcPct val="90000"/>
              </a:lnSpc>
              <a:spcBef>
                <a:spcPts val="0"/>
              </a:spcBef>
              <a:spcAft>
                <a:spcPts val="800"/>
              </a:spcAft>
              <a:buClr>
                <a:schemeClr val="accent1"/>
              </a:buClr>
              <a:buSzPct val="80000"/>
              <a:buFont typeface="Wingdings" panose="05000000000000000000" pitchFamily="2" charset="2"/>
              <a:buChar char="§"/>
              <a:defRPr lang="en-US" sz="1800" kern="1200" dirty="0" smtClean="0">
                <a:solidFill>
                  <a:srgbClr val="383838"/>
                </a:solidFill>
                <a:latin typeface="+mn-lt"/>
                <a:ea typeface="+mn-ea"/>
                <a:cs typeface="+mn-cs"/>
              </a:defRPr>
            </a:lvl6pPr>
            <a:lvl7pPr marL="1883664" indent="-164592" algn="l" defTabSz="914400" rtl="0" eaLnBrk="1" latinLnBrk="0" hangingPunct="1">
              <a:lnSpc>
                <a:spcPct val="90000"/>
              </a:lnSpc>
              <a:spcBef>
                <a:spcPts val="0"/>
              </a:spcBef>
              <a:spcAft>
                <a:spcPts val="800"/>
              </a:spcAft>
              <a:buClr>
                <a:schemeClr val="accent1"/>
              </a:buClr>
              <a:buSzPct val="80000"/>
              <a:buFont typeface="Calibri" panose="020F0502020204030204" pitchFamily="34" charset="0"/>
              <a:buChar char="–"/>
              <a:defRPr lang="en-US" sz="1800" kern="1200" dirty="0" smtClean="0">
                <a:solidFill>
                  <a:srgbClr val="383838"/>
                </a:solidFill>
                <a:latin typeface="+mn-lt"/>
                <a:ea typeface="+mn-ea"/>
                <a:cs typeface="+mn-cs"/>
              </a:defRPr>
            </a:lvl7pPr>
            <a:lvl8pPr marL="2112264" indent="-164592" algn="l" defTabSz="914400" rtl="0" eaLnBrk="1" latinLnBrk="0" hangingPunct="1">
              <a:lnSpc>
                <a:spcPct val="90000"/>
              </a:lnSpc>
              <a:spcBef>
                <a:spcPts val="0"/>
              </a:spcBef>
              <a:spcAft>
                <a:spcPts val="800"/>
              </a:spcAft>
              <a:buClr>
                <a:schemeClr val="accent1"/>
              </a:buClr>
              <a:buSzPct val="80000"/>
              <a:buFont typeface="Wingdings" panose="05000000000000000000" pitchFamily="2" charset="2"/>
              <a:buChar char="§"/>
              <a:defRPr lang="en-US" sz="1800" kern="1200" dirty="0" smtClean="0">
                <a:solidFill>
                  <a:srgbClr val="383838"/>
                </a:solidFill>
                <a:latin typeface="+mn-lt"/>
                <a:ea typeface="+mn-ea"/>
                <a:cs typeface="+mn-cs"/>
              </a:defRPr>
            </a:lvl8pPr>
            <a:lvl9pPr marL="2340864" indent="-164592" algn="l" defTabSz="914400" rtl="0" eaLnBrk="1" latinLnBrk="0" hangingPunct="1">
              <a:lnSpc>
                <a:spcPct val="90000"/>
              </a:lnSpc>
              <a:spcBef>
                <a:spcPts val="0"/>
              </a:spcBef>
              <a:spcAft>
                <a:spcPts val="800"/>
              </a:spcAft>
              <a:buClr>
                <a:schemeClr val="accent1"/>
              </a:buClr>
              <a:buSzPct val="80000"/>
              <a:buFont typeface="Calibri" panose="020F0502020204030204" pitchFamily="34" charset="0"/>
              <a:buChar char="–"/>
              <a:defRPr lang="en-US" sz="1800" kern="1200" dirty="0" smtClean="0">
                <a:solidFill>
                  <a:srgbClr val="383838"/>
                </a:solidFill>
                <a:latin typeface="+mn-lt"/>
                <a:ea typeface="+mn-ea"/>
                <a:cs typeface="+mn-cs"/>
              </a:defRPr>
            </a:lvl9pPr>
          </a:lstStyle>
          <a:p>
            <a:pPr>
              <a:lnSpc>
                <a:spcPct val="100000"/>
              </a:lnSpc>
              <a:spcAft>
                <a:spcPts val="400"/>
              </a:spcAft>
            </a:pPr>
            <a:r>
              <a:rPr lang="en-US" sz="1400" dirty="0">
                <a:latin typeface="Courier" charset="0"/>
                <a:ea typeface="Courier" charset="0"/>
                <a:cs typeface="Courier" charset="0"/>
              </a:rPr>
              <a:t>/ {</a:t>
            </a:r>
          </a:p>
          <a:p>
            <a:pPr>
              <a:lnSpc>
                <a:spcPct val="100000"/>
              </a:lnSpc>
              <a:spcAft>
                <a:spcPts val="400"/>
              </a:spcAft>
            </a:pPr>
            <a:r>
              <a:rPr lang="en-US" sz="1400" dirty="0">
                <a:latin typeface="Courier" charset="0"/>
                <a:ea typeface="Courier" charset="0"/>
                <a:cs typeface="Courier" charset="0"/>
              </a:rPr>
              <a:t>  </a:t>
            </a:r>
            <a:r>
              <a:rPr lang="en-US" sz="1400" dirty="0" err="1">
                <a:latin typeface="Courier" charset="0"/>
                <a:ea typeface="Courier" charset="0"/>
                <a:cs typeface="Courier" charset="0"/>
              </a:rPr>
              <a:t>node0</a:t>
            </a:r>
            <a:r>
              <a:rPr lang="en-US" sz="1400" dirty="0">
                <a:latin typeface="Courier" charset="0"/>
                <a:ea typeface="Courier" charset="0"/>
                <a:cs typeface="Courier" charset="0"/>
              </a:rPr>
              <a:t>: </a:t>
            </a:r>
            <a:r>
              <a:rPr lang="en-US" sz="1400" dirty="0" err="1">
                <a:latin typeface="Courier" charset="0"/>
                <a:ea typeface="Courier" charset="0"/>
                <a:cs typeface="Courier" charset="0"/>
              </a:rPr>
              <a:t>node@0</a:t>
            </a:r>
            <a:r>
              <a:rPr lang="en-US" sz="1400" dirty="0">
                <a:latin typeface="Courier" charset="0"/>
                <a:ea typeface="Courier" charset="0"/>
                <a:cs typeface="Courier" charset="0"/>
              </a:rPr>
              <a:t> {</a:t>
            </a:r>
          </a:p>
          <a:p>
            <a:pPr>
              <a:lnSpc>
                <a:spcPct val="100000"/>
              </a:lnSpc>
              <a:spcAft>
                <a:spcPts val="400"/>
              </a:spcAft>
            </a:pPr>
            <a:r>
              <a:rPr lang="en-US" sz="1400" dirty="0">
                <a:latin typeface="Courier" charset="0"/>
                <a:ea typeface="Courier" charset="0"/>
                <a:cs typeface="Courier" charset="0"/>
              </a:rPr>
              <a:t>    a-string-property = ”A string”;</a:t>
            </a:r>
          </a:p>
          <a:p>
            <a:pPr>
              <a:lnSpc>
                <a:spcPct val="100000"/>
              </a:lnSpc>
              <a:spcAft>
                <a:spcPts val="400"/>
              </a:spcAft>
            </a:pPr>
            <a:r>
              <a:rPr lang="en-US" sz="1400" dirty="0">
                <a:latin typeface="Courier" charset="0"/>
                <a:ea typeface="Courier" charset="0"/>
                <a:cs typeface="Courier" charset="0"/>
              </a:rPr>
              <a:t>    a-string-list-property = “string ”, “string 2”;</a:t>
            </a:r>
          </a:p>
          <a:p>
            <a:pPr>
              <a:lnSpc>
                <a:spcPct val="100000"/>
              </a:lnSpc>
              <a:spcAft>
                <a:spcPts val="400"/>
              </a:spcAft>
            </a:pPr>
            <a:r>
              <a:rPr lang="en-US" sz="1400" dirty="0">
                <a:latin typeface="Courier" charset="0"/>
                <a:ea typeface="Courier" charset="0"/>
                <a:cs typeface="Courier" charset="0"/>
              </a:rPr>
              <a:t>    a-byte-data-property = [</a:t>
            </a:r>
            <a:r>
              <a:rPr lang="en-US" sz="1400" dirty="0" err="1">
                <a:latin typeface="Courier" charset="0"/>
                <a:ea typeface="Courier" charset="0"/>
                <a:cs typeface="Courier" charset="0"/>
              </a:rPr>
              <a:t>0x12</a:t>
            </a:r>
            <a:r>
              <a:rPr lang="en-US" sz="1400" dirty="0">
                <a:latin typeface="Courier" charset="0"/>
                <a:ea typeface="Courier" charset="0"/>
                <a:cs typeface="Courier" charset="0"/>
              </a:rPr>
              <a:t> </a:t>
            </a:r>
            <a:r>
              <a:rPr lang="en-US" sz="1400" dirty="0" err="1">
                <a:latin typeface="Courier" charset="0"/>
                <a:ea typeface="Courier" charset="0"/>
                <a:cs typeface="Courier" charset="0"/>
              </a:rPr>
              <a:t>0x23</a:t>
            </a:r>
            <a:r>
              <a:rPr lang="en-US" sz="1400" dirty="0">
                <a:latin typeface="Courier" charset="0"/>
                <a:ea typeface="Courier" charset="0"/>
                <a:cs typeface="Courier" charset="0"/>
              </a:rPr>
              <a:t> </a:t>
            </a:r>
            <a:r>
              <a:rPr lang="en-US" sz="1400" dirty="0" err="1">
                <a:latin typeface="Courier" charset="0"/>
                <a:ea typeface="Courier" charset="0"/>
                <a:cs typeface="Courier" charset="0"/>
              </a:rPr>
              <a:t>0x45</a:t>
            </a:r>
            <a:r>
              <a:rPr lang="en-US" sz="1400" dirty="0">
                <a:latin typeface="Courier" charset="0"/>
                <a:ea typeface="Courier" charset="0"/>
                <a:cs typeface="Courier" charset="0"/>
              </a:rPr>
              <a:t> </a:t>
            </a:r>
            <a:r>
              <a:rPr lang="en-US" sz="1400" dirty="0" err="1">
                <a:latin typeface="Courier" charset="0"/>
                <a:ea typeface="Courier" charset="0"/>
                <a:cs typeface="Courier" charset="0"/>
              </a:rPr>
              <a:t>0x56</a:t>
            </a:r>
            <a:r>
              <a:rPr lang="en-US" sz="1400" dirty="0">
                <a:latin typeface="Courier" charset="0"/>
                <a:ea typeface="Courier" charset="0"/>
                <a:cs typeface="Courier" charset="0"/>
              </a:rPr>
              <a:t>];</a:t>
            </a:r>
          </a:p>
          <a:p>
            <a:pPr>
              <a:lnSpc>
                <a:spcPct val="100000"/>
              </a:lnSpc>
              <a:spcAft>
                <a:spcPts val="400"/>
              </a:spcAft>
            </a:pPr>
            <a:endParaRPr lang="en-US" sz="1400" dirty="0">
              <a:latin typeface="Courier" charset="0"/>
              <a:ea typeface="Courier" charset="0"/>
              <a:cs typeface="Courier" charset="0"/>
            </a:endParaRPr>
          </a:p>
          <a:p>
            <a:pPr>
              <a:lnSpc>
                <a:spcPct val="100000"/>
              </a:lnSpc>
              <a:spcAft>
                <a:spcPts val="400"/>
              </a:spcAft>
            </a:pPr>
            <a:r>
              <a:rPr lang="en-US" sz="1400" dirty="0">
                <a:latin typeface="Courier" charset="0"/>
                <a:ea typeface="Courier" charset="0"/>
                <a:cs typeface="Courier" charset="0"/>
              </a:rPr>
              <a:t>    </a:t>
            </a:r>
            <a:r>
              <a:rPr lang="en-US" sz="1400" dirty="0" err="1">
                <a:latin typeface="Courier" charset="0"/>
                <a:ea typeface="Courier" charset="0"/>
                <a:cs typeface="Courier" charset="0"/>
              </a:rPr>
              <a:t>child-node@0</a:t>
            </a:r>
            <a:r>
              <a:rPr lang="en-US" sz="1400" dirty="0">
                <a:latin typeface="Courier" charset="0"/>
                <a:ea typeface="Courier" charset="0"/>
                <a:cs typeface="Courier" charset="0"/>
              </a:rPr>
              <a:t> {</a:t>
            </a:r>
          </a:p>
          <a:p>
            <a:pPr>
              <a:lnSpc>
                <a:spcPct val="100000"/>
              </a:lnSpc>
              <a:spcAft>
                <a:spcPts val="400"/>
              </a:spcAft>
            </a:pPr>
            <a:r>
              <a:rPr lang="en-US" sz="1400" dirty="0">
                <a:latin typeface="Courier" charset="0"/>
                <a:ea typeface="Courier" charset="0"/>
                <a:cs typeface="Courier" charset="0"/>
              </a:rPr>
              <a:t>      a-reference-to-something = &lt;&amp;</a:t>
            </a:r>
            <a:r>
              <a:rPr lang="en-US" sz="1400" dirty="0" err="1">
                <a:latin typeface="Courier" charset="0"/>
                <a:ea typeface="Courier" charset="0"/>
                <a:cs typeface="Courier" charset="0"/>
              </a:rPr>
              <a:t>node1</a:t>
            </a:r>
            <a:r>
              <a:rPr lang="en-US" sz="1400" dirty="0">
                <a:latin typeface="Courier" charset="0"/>
                <a:ea typeface="Courier" charset="0"/>
                <a:cs typeface="Courier" charset="0"/>
              </a:rPr>
              <a:t>&gt;;</a:t>
            </a:r>
          </a:p>
          <a:p>
            <a:pPr>
              <a:lnSpc>
                <a:spcPct val="100000"/>
              </a:lnSpc>
              <a:spcAft>
                <a:spcPts val="400"/>
              </a:spcAft>
            </a:pPr>
            <a:r>
              <a:rPr lang="en-US" sz="1400" dirty="0">
                <a:latin typeface="Courier" charset="0"/>
                <a:ea typeface="Courier" charset="0"/>
                <a:cs typeface="Courier" charset="0"/>
              </a:rPr>
              <a:t>    };</a:t>
            </a:r>
          </a:p>
          <a:p>
            <a:pPr>
              <a:lnSpc>
                <a:spcPct val="100000"/>
              </a:lnSpc>
              <a:spcAft>
                <a:spcPts val="400"/>
              </a:spcAft>
            </a:pPr>
            <a:endParaRPr lang="en-US" sz="1400" dirty="0">
              <a:latin typeface="Courier" charset="0"/>
              <a:ea typeface="Courier" charset="0"/>
              <a:cs typeface="Courier" charset="0"/>
            </a:endParaRPr>
          </a:p>
          <a:p>
            <a:pPr>
              <a:lnSpc>
                <a:spcPct val="100000"/>
              </a:lnSpc>
              <a:spcAft>
                <a:spcPts val="400"/>
              </a:spcAft>
            </a:pPr>
            <a:r>
              <a:rPr lang="en-US" sz="1400" dirty="0">
                <a:latin typeface="Courier" charset="0"/>
                <a:ea typeface="Courier" charset="0"/>
                <a:cs typeface="Courier" charset="0"/>
              </a:rPr>
              <a:t>    </a:t>
            </a:r>
            <a:r>
              <a:rPr lang="en-US" sz="1400" dirty="0" err="1">
                <a:latin typeface="Courier" charset="0"/>
                <a:ea typeface="Courier" charset="0"/>
                <a:cs typeface="Courier" charset="0"/>
              </a:rPr>
              <a:t>child-node@1</a:t>
            </a:r>
            <a:r>
              <a:rPr lang="en-US" sz="1400" dirty="0">
                <a:latin typeface="Courier" charset="0"/>
                <a:ea typeface="Courier" charset="0"/>
                <a:cs typeface="Courier" charset="0"/>
              </a:rPr>
              <a:t> {</a:t>
            </a:r>
          </a:p>
          <a:p>
            <a:pPr>
              <a:lnSpc>
                <a:spcPct val="100000"/>
              </a:lnSpc>
              <a:spcAft>
                <a:spcPts val="400"/>
              </a:spcAft>
            </a:pPr>
            <a:r>
              <a:rPr lang="en-US" sz="1400" dirty="0">
                <a:latin typeface="Courier" charset="0"/>
                <a:ea typeface="Courier" charset="0"/>
                <a:cs typeface="Courier" charset="0"/>
              </a:rPr>
              <a:t>    };</a:t>
            </a:r>
          </a:p>
          <a:p>
            <a:pPr>
              <a:lnSpc>
                <a:spcPct val="100000"/>
              </a:lnSpc>
              <a:spcAft>
                <a:spcPts val="400"/>
              </a:spcAft>
            </a:pPr>
            <a:r>
              <a:rPr lang="en-US" sz="1400" dirty="0">
                <a:latin typeface="Courier" charset="0"/>
                <a:ea typeface="Courier" charset="0"/>
                <a:cs typeface="Courier" charset="0"/>
              </a:rPr>
              <a:t>  };</a:t>
            </a:r>
          </a:p>
          <a:p>
            <a:pPr>
              <a:lnSpc>
                <a:spcPct val="100000"/>
              </a:lnSpc>
              <a:spcAft>
                <a:spcPts val="400"/>
              </a:spcAft>
            </a:pPr>
            <a:r>
              <a:rPr lang="en-US" sz="1400" dirty="0">
                <a:latin typeface="Courier" charset="0"/>
                <a:ea typeface="Courier" charset="0"/>
                <a:cs typeface="Courier" charset="0"/>
              </a:rPr>
              <a:t>  </a:t>
            </a:r>
            <a:r>
              <a:rPr lang="en-US" sz="1400" dirty="0" err="1">
                <a:latin typeface="Courier" charset="0"/>
                <a:ea typeface="Courier" charset="0"/>
                <a:cs typeface="Courier" charset="0"/>
              </a:rPr>
              <a:t>node1</a:t>
            </a:r>
            <a:r>
              <a:rPr lang="en-US" sz="1400" dirty="0">
                <a:latin typeface="Courier" charset="0"/>
                <a:ea typeface="Courier" charset="0"/>
                <a:cs typeface="Courier" charset="0"/>
              </a:rPr>
              <a:t>: </a:t>
            </a:r>
            <a:r>
              <a:rPr lang="en-US" sz="1400" dirty="0" err="1">
                <a:latin typeface="Courier" charset="0"/>
                <a:ea typeface="Courier" charset="0"/>
                <a:cs typeface="Courier" charset="0"/>
              </a:rPr>
              <a:t>node@1</a:t>
            </a:r>
            <a:r>
              <a:rPr lang="en-US" sz="1400" dirty="0">
                <a:latin typeface="Courier" charset="0"/>
                <a:ea typeface="Courier" charset="0"/>
                <a:cs typeface="Courier" charset="0"/>
              </a:rPr>
              <a:t> {</a:t>
            </a:r>
          </a:p>
          <a:p>
            <a:pPr>
              <a:lnSpc>
                <a:spcPct val="100000"/>
              </a:lnSpc>
              <a:spcAft>
                <a:spcPts val="400"/>
              </a:spcAft>
            </a:pPr>
            <a:r>
              <a:rPr lang="en-US" sz="1400" dirty="0">
                <a:latin typeface="Courier" charset="0"/>
                <a:ea typeface="Courier" charset="0"/>
                <a:cs typeface="Courier" charset="0"/>
              </a:rPr>
              <a:t>    an-empty-property;</a:t>
            </a:r>
          </a:p>
          <a:p>
            <a:pPr>
              <a:lnSpc>
                <a:spcPct val="100000"/>
              </a:lnSpc>
              <a:spcAft>
                <a:spcPts val="400"/>
              </a:spcAft>
            </a:pPr>
            <a:r>
              <a:rPr lang="en-US" sz="1400" dirty="0">
                <a:latin typeface="Courier" charset="0"/>
                <a:ea typeface="Courier" charset="0"/>
                <a:cs typeface="Courier" charset="0"/>
              </a:rPr>
              <a:t>    a-cell-property = &lt;1 2 3 4&gt;;</a:t>
            </a:r>
          </a:p>
          <a:p>
            <a:pPr>
              <a:lnSpc>
                <a:spcPct val="100000"/>
              </a:lnSpc>
              <a:spcAft>
                <a:spcPts val="400"/>
              </a:spcAft>
            </a:pPr>
            <a:r>
              <a:rPr lang="en-US" sz="1400" dirty="0">
                <a:latin typeface="Courier" charset="0"/>
                <a:ea typeface="Courier" charset="0"/>
                <a:cs typeface="Courier" charset="0"/>
              </a:rPr>
              <a:t>    </a:t>
            </a:r>
          </a:p>
          <a:p>
            <a:pPr>
              <a:lnSpc>
                <a:spcPct val="100000"/>
              </a:lnSpc>
              <a:spcAft>
                <a:spcPts val="400"/>
              </a:spcAft>
            </a:pPr>
            <a:r>
              <a:rPr lang="en-US" sz="1400" dirty="0">
                <a:latin typeface="Courier" charset="0"/>
                <a:ea typeface="Courier" charset="0"/>
                <a:cs typeface="Courier" charset="0"/>
              </a:rPr>
              <a:t>    </a:t>
            </a:r>
            <a:r>
              <a:rPr lang="en-US" sz="1400" dirty="0" err="1">
                <a:latin typeface="Courier" charset="0"/>
                <a:ea typeface="Courier" charset="0"/>
                <a:cs typeface="Courier" charset="0"/>
              </a:rPr>
              <a:t>child-node@0</a:t>
            </a:r>
            <a:r>
              <a:rPr lang="en-US" sz="1400" dirty="0">
                <a:latin typeface="Courier" charset="0"/>
                <a:ea typeface="Courier" charset="0"/>
                <a:cs typeface="Courier" charset="0"/>
              </a:rPr>
              <a:t> {</a:t>
            </a:r>
          </a:p>
          <a:p>
            <a:pPr>
              <a:lnSpc>
                <a:spcPct val="100000"/>
              </a:lnSpc>
              <a:spcAft>
                <a:spcPts val="400"/>
              </a:spcAft>
            </a:pPr>
            <a:r>
              <a:rPr lang="en-US" sz="1400" dirty="0">
                <a:latin typeface="Courier" charset="0"/>
                <a:ea typeface="Courier" charset="0"/>
                <a:cs typeface="Courier" charset="0"/>
              </a:rPr>
              <a:t>    };</a:t>
            </a:r>
          </a:p>
          <a:p>
            <a:pPr>
              <a:lnSpc>
                <a:spcPct val="100000"/>
              </a:lnSpc>
              <a:spcAft>
                <a:spcPts val="400"/>
              </a:spcAft>
            </a:pPr>
            <a:r>
              <a:rPr lang="en-US" sz="1400" dirty="0">
                <a:latin typeface="Courier" charset="0"/>
                <a:ea typeface="Courier" charset="0"/>
                <a:cs typeface="Courier" charset="0"/>
              </a:rPr>
              <a:t>  };</a:t>
            </a:r>
          </a:p>
          <a:p>
            <a:pPr>
              <a:lnSpc>
                <a:spcPct val="100000"/>
              </a:lnSpc>
              <a:spcAft>
                <a:spcPts val="400"/>
              </a:spcAft>
            </a:pPr>
            <a:r>
              <a:rPr lang="en-US" sz="1400" dirty="0">
                <a:latin typeface="Courier" charset="0"/>
                <a:ea typeface="Courier" charset="0"/>
                <a:cs typeface="Courier" charset="0"/>
              </a:rPr>
              <a:t>};</a:t>
            </a:r>
          </a:p>
        </p:txBody>
      </p:sp>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Device Tree Syntax</a:t>
            </a:r>
          </a:p>
        </p:txBody>
      </p:sp>
      <p:sp>
        <p:nvSpPr>
          <p:cNvPr id="37" name="TextBox 36">
            <a:extLst>
              <a:ext uri="{FF2B5EF4-FFF2-40B4-BE49-F238E27FC236}">
                <a16:creationId xmlns:a16="http://schemas.microsoft.com/office/drawing/2014/main" id="{88682DCA-D708-4E70-8EDA-8860210F827C}"/>
              </a:ext>
            </a:extLst>
          </p:cNvPr>
          <p:cNvSpPr txBox="1"/>
          <p:nvPr/>
        </p:nvSpPr>
        <p:spPr>
          <a:xfrm>
            <a:off x="0" y="1875068"/>
            <a:ext cx="1528763" cy="282931"/>
          </a:xfrm>
          <a:prstGeom prst="rect">
            <a:avLst/>
          </a:prstGeom>
        </p:spPr>
        <p:txBody>
          <a:bodyPr vert="horz" wrap="square" lIns="0" tIns="0" rIns="0" bIns="0" rtlCol="0" anchor="t">
            <a:spAutoFit/>
          </a:bodyPr>
          <a:lstStyle/>
          <a:p>
            <a:pPr algn="ctr"/>
            <a:r>
              <a:rPr lang="en-US" dirty="0">
                <a:solidFill>
                  <a:srgbClr val="128CAB"/>
                </a:solidFill>
              </a:rPr>
              <a:t>Node label</a:t>
            </a:r>
          </a:p>
        </p:txBody>
      </p:sp>
      <p:cxnSp>
        <p:nvCxnSpPr>
          <p:cNvPr id="38" name="Straight Arrow Connector 37">
            <a:extLst>
              <a:ext uri="{FF2B5EF4-FFF2-40B4-BE49-F238E27FC236}">
                <a16:creationId xmlns:a16="http://schemas.microsoft.com/office/drawing/2014/main" id="{C3E97DCB-E142-40B2-92B3-11ADFE96213F}"/>
              </a:ext>
            </a:extLst>
          </p:cNvPr>
          <p:cNvCxnSpPr>
            <a:cxnSpLocks/>
          </p:cNvCxnSpPr>
          <p:nvPr/>
        </p:nvCxnSpPr>
        <p:spPr>
          <a:xfrm flipV="1">
            <a:off x="748161" y="1393745"/>
            <a:ext cx="460831" cy="453571"/>
          </a:xfrm>
          <a:prstGeom prst="straightConnector1">
            <a:avLst/>
          </a:prstGeom>
          <a:ln w="25400">
            <a:tailEnd type="arrow"/>
          </a:ln>
        </p:spPr>
        <p:style>
          <a:lnRef idx="2">
            <a:schemeClr val="accent1"/>
          </a:lnRef>
          <a:fillRef idx="0">
            <a:schemeClr val="accent1"/>
          </a:fillRef>
          <a:effectRef idx="1">
            <a:schemeClr val="accent1"/>
          </a:effectRef>
          <a:fontRef idx="minor">
            <a:schemeClr val="tx1"/>
          </a:fontRef>
        </p:style>
      </p:cxnSp>
      <p:sp>
        <p:nvSpPr>
          <p:cNvPr id="39" name="TextBox 38">
            <a:extLst>
              <a:ext uri="{FF2B5EF4-FFF2-40B4-BE49-F238E27FC236}">
                <a16:creationId xmlns:a16="http://schemas.microsoft.com/office/drawing/2014/main" id="{EE10D9C1-C0E0-417B-B40A-3CBF6A353203}"/>
              </a:ext>
            </a:extLst>
          </p:cNvPr>
          <p:cNvSpPr txBox="1"/>
          <p:nvPr/>
        </p:nvSpPr>
        <p:spPr>
          <a:xfrm>
            <a:off x="4444918" y="1004029"/>
            <a:ext cx="1247775" cy="276999"/>
          </a:xfrm>
          <a:prstGeom prst="rect">
            <a:avLst/>
          </a:prstGeom>
        </p:spPr>
        <p:txBody>
          <a:bodyPr vert="horz" wrap="square" lIns="0" tIns="0" rIns="0" bIns="0" rtlCol="0" anchor="t">
            <a:spAutoFit/>
          </a:bodyPr>
          <a:lstStyle/>
          <a:p>
            <a:r>
              <a:rPr lang="en-US" dirty="0">
                <a:solidFill>
                  <a:srgbClr val="128CAB"/>
                </a:solidFill>
              </a:rPr>
              <a:t>Node name</a:t>
            </a:r>
          </a:p>
        </p:txBody>
      </p:sp>
      <p:cxnSp>
        <p:nvCxnSpPr>
          <p:cNvPr id="40" name="Straight Arrow Connector 39">
            <a:extLst>
              <a:ext uri="{FF2B5EF4-FFF2-40B4-BE49-F238E27FC236}">
                <a16:creationId xmlns:a16="http://schemas.microsoft.com/office/drawing/2014/main" id="{94F92D88-D1D1-475B-89A4-AE99DF3F50AE}"/>
              </a:ext>
            </a:extLst>
          </p:cNvPr>
          <p:cNvCxnSpPr>
            <a:cxnSpLocks/>
          </p:cNvCxnSpPr>
          <p:nvPr/>
        </p:nvCxnSpPr>
        <p:spPr>
          <a:xfrm flipH="1">
            <a:off x="2652116" y="1136280"/>
            <a:ext cx="1678344" cy="142166"/>
          </a:xfrm>
          <a:prstGeom prst="straightConnector1">
            <a:avLst/>
          </a:prstGeom>
          <a:ln w="25400">
            <a:tailEnd type="arrow"/>
          </a:ln>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091DACAC-1F68-4608-B088-3B2111171F01}"/>
              </a:ext>
            </a:extLst>
          </p:cNvPr>
          <p:cNvSpPr txBox="1"/>
          <p:nvPr/>
        </p:nvSpPr>
        <p:spPr>
          <a:xfrm>
            <a:off x="3669699" y="2338715"/>
            <a:ext cx="1606846" cy="276999"/>
          </a:xfrm>
          <a:prstGeom prst="rect">
            <a:avLst/>
          </a:prstGeom>
        </p:spPr>
        <p:txBody>
          <a:bodyPr vert="horz" wrap="square" lIns="0" tIns="0" rIns="0" bIns="0" rtlCol="0" anchor="t">
            <a:spAutoFit/>
          </a:bodyPr>
          <a:lstStyle/>
          <a:p>
            <a:r>
              <a:rPr lang="en-US" dirty="0">
                <a:solidFill>
                  <a:srgbClr val="128CAB"/>
                </a:solidFill>
              </a:rPr>
              <a:t>Property name</a:t>
            </a:r>
          </a:p>
        </p:txBody>
      </p:sp>
      <p:cxnSp>
        <p:nvCxnSpPr>
          <p:cNvPr id="42" name="Straight Arrow Connector 41">
            <a:extLst>
              <a:ext uri="{FF2B5EF4-FFF2-40B4-BE49-F238E27FC236}">
                <a16:creationId xmlns:a16="http://schemas.microsoft.com/office/drawing/2014/main" id="{71CD32A6-AFE6-4BA9-A5AE-6A85A14A4453}"/>
              </a:ext>
            </a:extLst>
          </p:cNvPr>
          <p:cNvCxnSpPr>
            <a:cxnSpLocks/>
          </p:cNvCxnSpPr>
          <p:nvPr/>
        </p:nvCxnSpPr>
        <p:spPr>
          <a:xfrm flipH="1" flipV="1">
            <a:off x="2349097" y="2257429"/>
            <a:ext cx="1253085" cy="205497"/>
          </a:xfrm>
          <a:prstGeom prst="straightConnector1">
            <a:avLst/>
          </a:prstGeom>
          <a:ln w="25400">
            <a:tailEnd type="arrow"/>
          </a:ln>
        </p:spPr>
        <p:style>
          <a:lnRef idx="2">
            <a:schemeClr val="accent1"/>
          </a:lnRef>
          <a:fillRef idx="0">
            <a:schemeClr val="accent1"/>
          </a:fillRef>
          <a:effectRef idx="1">
            <a:schemeClr val="accent1"/>
          </a:effectRef>
          <a:fontRef idx="minor">
            <a:schemeClr val="tx1"/>
          </a:fontRef>
        </p:style>
      </p:cxnSp>
      <p:sp>
        <p:nvSpPr>
          <p:cNvPr id="43" name="TextBox 42">
            <a:extLst>
              <a:ext uri="{FF2B5EF4-FFF2-40B4-BE49-F238E27FC236}">
                <a16:creationId xmlns:a16="http://schemas.microsoft.com/office/drawing/2014/main" id="{0D790325-3020-4DA5-8AC9-84273F39CB05}"/>
              </a:ext>
            </a:extLst>
          </p:cNvPr>
          <p:cNvSpPr txBox="1"/>
          <p:nvPr/>
        </p:nvSpPr>
        <p:spPr>
          <a:xfrm>
            <a:off x="6750389" y="1082052"/>
            <a:ext cx="1606846" cy="553998"/>
          </a:xfrm>
          <a:prstGeom prst="rect">
            <a:avLst/>
          </a:prstGeom>
        </p:spPr>
        <p:txBody>
          <a:bodyPr vert="horz" wrap="square" lIns="0" tIns="0" rIns="0" bIns="0" rtlCol="0" anchor="t">
            <a:spAutoFit/>
          </a:bodyPr>
          <a:lstStyle/>
          <a:p>
            <a:pPr algn="ctr"/>
            <a:r>
              <a:rPr lang="en-US" dirty="0">
                <a:solidFill>
                  <a:srgbClr val="128CAB"/>
                </a:solidFill>
              </a:rPr>
              <a:t>Property value as string</a:t>
            </a:r>
          </a:p>
        </p:txBody>
      </p:sp>
      <p:cxnSp>
        <p:nvCxnSpPr>
          <p:cNvPr id="44" name="Straight Arrow Connector 43">
            <a:extLst>
              <a:ext uri="{FF2B5EF4-FFF2-40B4-BE49-F238E27FC236}">
                <a16:creationId xmlns:a16="http://schemas.microsoft.com/office/drawing/2014/main" id="{E2C6F098-D36A-44B9-B15F-755AFC62A953}"/>
              </a:ext>
            </a:extLst>
          </p:cNvPr>
          <p:cNvCxnSpPr>
            <a:cxnSpLocks/>
          </p:cNvCxnSpPr>
          <p:nvPr/>
        </p:nvCxnSpPr>
        <p:spPr>
          <a:xfrm flipH="1">
            <a:off x="4864508" y="1448200"/>
            <a:ext cx="2035056" cy="168415"/>
          </a:xfrm>
          <a:prstGeom prst="straightConnector1">
            <a:avLst/>
          </a:prstGeom>
          <a:ln w="25400">
            <a:tailEnd type="arrow"/>
          </a:ln>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id="{372A3D0A-1250-45AA-87D9-5891E60559AF}"/>
              </a:ext>
            </a:extLst>
          </p:cNvPr>
          <p:cNvSpPr txBox="1"/>
          <p:nvPr/>
        </p:nvSpPr>
        <p:spPr>
          <a:xfrm>
            <a:off x="6096000" y="2529780"/>
            <a:ext cx="2180916" cy="553998"/>
          </a:xfrm>
          <a:prstGeom prst="rect">
            <a:avLst/>
          </a:prstGeom>
        </p:spPr>
        <p:txBody>
          <a:bodyPr vert="horz" wrap="square" lIns="0" tIns="0" rIns="0" bIns="0" rtlCol="0" anchor="t">
            <a:spAutoFit/>
          </a:bodyPr>
          <a:lstStyle/>
          <a:p>
            <a:pPr algn="ctr"/>
            <a:r>
              <a:rPr lang="en-US" dirty="0">
                <a:solidFill>
                  <a:srgbClr val="128CAB"/>
                </a:solidFill>
              </a:rPr>
              <a:t>Property value as sequence of bytes</a:t>
            </a:r>
          </a:p>
        </p:txBody>
      </p:sp>
      <p:cxnSp>
        <p:nvCxnSpPr>
          <p:cNvPr id="46" name="Straight Arrow Connector 45">
            <a:extLst>
              <a:ext uri="{FF2B5EF4-FFF2-40B4-BE49-F238E27FC236}">
                <a16:creationId xmlns:a16="http://schemas.microsoft.com/office/drawing/2014/main" id="{F863E8DE-84EF-4595-B467-AB28644057AA}"/>
              </a:ext>
            </a:extLst>
          </p:cNvPr>
          <p:cNvCxnSpPr>
            <a:cxnSpLocks/>
            <a:stCxn id="45" idx="0"/>
          </p:cNvCxnSpPr>
          <p:nvPr/>
        </p:nvCxnSpPr>
        <p:spPr>
          <a:xfrm flipH="1" flipV="1">
            <a:off x="6096000" y="2257428"/>
            <a:ext cx="1090458" cy="272352"/>
          </a:xfrm>
          <a:prstGeom prst="straightConnector1">
            <a:avLst/>
          </a:prstGeom>
          <a:ln w="25400">
            <a:tailEnd type="arrow"/>
          </a:ln>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2C218204-9372-431F-BBAB-F5745B10AC2A}"/>
              </a:ext>
            </a:extLst>
          </p:cNvPr>
          <p:cNvSpPr txBox="1"/>
          <p:nvPr/>
        </p:nvSpPr>
        <p:spPr>
          <a:xfrm>
            <a:off x="4330460" y="5741335"/>
            <a:ext cx="2691762" cy="553998"/>
          </a:xfrm>
          <a:prstGeom prst="rect">
            <a:avLst/>
          </a:prstGeom>
        </p:spPr>
        <p:txBody>
          <a:bodyPr vert="horz" wrap="square" lIns="0" tIns="0" rIns="0" bIns="0" rtlCol="0" anchor="t">
            <a:spAutoFit/>
          </a:bodyPr>
          <a:lstStyle/>
          <a:p>
            <a:r>
              <a:rPr lang="en-US" dirty="0">
                <a:solidFill>
                  <a:srgbClr val="128CAB"/>
                </a:solidFill>
              </a:rPr>
              <a:t>Property value as sequence of 32-bit integers</a:t>
            </a:r>
          </a:p>
        </p:txBody>
      </p:sp>
      <p:cxnSp>
        <p:nvCxnSpPr>
          <p:cNvPr id="48" name="Straight Arrow Connector 47">
            <a:extLst>
              <a:ext uri="{FF2B5EF4-FFF2-40B4-BE49-F238E27FC236}">
                <a16:creationId xmlns:a16="http://schemas.microsoft.com/office/drawing/2014/main" id="{434826D0-7A53-4747-8A3A-730D92B5F34C}"/>
              </a:ext>
            </a:extLst>
          </p:cNvPr>
          <p:cNvCxnSpPr>
            <a:cxnSpLocks/>
            <a:stCxn id="47" idx="0"/>
          </p:cNvCxnSpPr>
          <p:nvPr/>
        </p:nvCxnSpPr>
        <p:spPr>
          <a:xfrm flipH="1" flipV="1">
            <a:off x="3889615" y="5239592"/>
            <a:ext cx="1786726" cy="501743"/>
          </a:xfrm>
          <a:prstGeom prst="straightConnector1">
            <a:avLst/>
          </a:prstGeom>
          <a:ln w="25400">
            <a:tailEnd type="arrow"/>
          </a:ln>
        </p:spPr>
        <p:style>
          <a:lnRef idx="2">
            <a:schemeClr val="accent1"/>
          </a:lnRef>
          <a:fillRef idx="0">
            <a:schemeClr val="accent1"/>
          </a:fillRef>
          <a:effectRef idx="1">
            <a:schemeClr val="accent1"/>
          </a:effectRef>
          <a:fontRef idx="minor">
            <a:schemeClr val="tx1"/>
          </a:fontRef>
        </p:style>
      </p:cxnSp>
      <p:sp>
        <p:nvSpPr>
          <p:cNvPr id="49" name="TextBox 48">
            <a:extLst>
              <a:ext uri="{FF2B5EF4-FFF2-40B4-BE49-F238E27FC236}">
                <a16:creationId xmlns:a16="http://schemas.microsoft.com/office/drawing/2014/main" id="{BDBF8DA7-F664-42E8-B2CC-27E75DDD0AB8}"/>
              </a:ext>
            </a:extLst>
          </p:cNvPr>
          <p:cNvSpPr txBox="1"/>
          <p:nvPr/>
        </p:nvSpPr>
        <p:spPr>
          <a:xfrm>
            <a:off x="4530761" y="3475422"/>
            <a:ext cx="2180916" cy="553998"/>
          </a:xfrm>
          <a:prstGeom prst="rect">
            <a:avLst/>
          </a:prstGeom>
        </p:spPr>
        <p:txBody>
          <a:bodyPr vert="horz" wrap="square" lIns="0" tIns="0" rIns="0" bIns="0" rtlCol="0" anchor="t">
            <a:spAutoFit/>
          </a:bodyPr>
          <a:lstStyle/>
          <a:p>
            <a:pPr algn="ctr"/>
            <a:r>
              <a:rPr lang="en-US" dirty="0">
                <a:solidFill>
                  <a:srgbClr val="128CAB"/>
                </a:solidFill>
              </a:rPr>
              <a:t>Reference to another node</a:t>
            </a:r>
          </a:p>
        </p:txBody>
      </p:sp>
      <p:cxnSp>
        <p:nvCxnSpPr>
          <p:cNvPr id="50" name="Straight Arrow Connector 49">
            <a:extLst>
              <a:ext uri="{FF2B5EF4-FFF2-40B4-BE49-F238E27FC236}">
                <a16:creationId xmlns:a16="http://schemas.microsoft.com/office/drawing/2014/main" id="{175F6A06-24DC-4040-996E-C0397AE8B863}"/>
              </a:ext>
            </a:extLst>
          </p:cNvPr>
          <p:cNvCxnSpPr>
            <a:cxnSpLocks/>
          </p:cNvCxnSpPr>
          <p:nvPr/>
        </p:nvCxnSpPr>
        <p:spPr>
          <a:xfrm flipH="1" flipV="1">
            <a:off x="4736892" y="3083778"/>
            <a:ext cx="447308" cy="345222"/>
          </a:xfrm>
          <a:prstGeom prst="straightConnector1">
            <a:avLst/>
          </a:prstGeom>
          <a:ln w="25400">
            <a:tailEnd type="arrow"/>
          </a:ln>
        </p:spPr>
        <p:style>
          <a:lnRef idx="2">
            <a:schemeClr val="accent1"/>
          </a:lnRef>
          <a:fillRef idx="0">
            <a:schemeClr val="accent1"/>
          </a:fillRef>
          <a:effectRef idx="1">
            <a:schemeClr val="accent1"/>
          </a:effectRef>
          <a:fontRef idx="minor">
            <a:schemeClr val="tx1"/>
          </a:fontRef>
        </p:style>
      </p:cxnSp>
      <p:sp>
        <p:nvSpPr>
          <p:cNvPr id="51" name="TextBox 50">
            <a:extLst>
              <a:ext uri="{FF2B5EF4-FFF2-40B4-BE49-F238E27FC236}">
                <a16:creationId xmlns:a16="http://schemas.microsoft.com/office/drawing/2014/main" id="{301236D2-EB2A-4437-A454-1A71FBC19D46}"/>
              </a:ext>
            </a:extLst>
          </p:cNvPr>
          <p:cNvSpPr txBox="1"/>
          <p:nvPr/>
        </p:nvSpPr>
        <p:spPr>
          <a:xfrm>
            <a:off x="10410716" y="3768655"/>
            <a:ext cx="871538" cy="282931"/>
          </a:xfrm>
          <a:prstGeom prst="rect">
            <a:avLst/>
          </a:prstGeom>
        </p:spPr>
        <p:txBody>
          <a:bodyPr vert="horz" wrap="none" lIns="0" tIns="0" rIns="0" bIns="0" rtlCol="0" anchor="t">
            <a:normAutofit/>
          </a:bodyPr>
          <a:lstStyle/>
          <a:p>
            <a:r>
              <a:rPr lang="en-US" dirty="0">
                <a:latin typeface="Courier" charset="0"/>
                <a:ea typeface="Courier" charset="0"/>
                <a:cs typeface="Courier" charset="0"/>
              </a:rPr>
              <a:t>node@1</a:t>
            </a:r>
          </a:p>
        </p:txBody>
      </p:sp>
      <p:sp>
        <p:nvSpPr>
          <p:cNvPr id="52" name="TextBox 51">
            <a:extLst>
              <a:ext uri="{FF2B5EF4-FFF2-40B4-BE49-F238E27FC236}">
                <a16:creationId xmlns:a16="http://schemas.microsoft.com/office/drawing/2014/main" id="{A587C749-81E0-49A4-B102-D01D3EC5F15E}"/>
              </a:ext>
            </a:extLst>
          </p:cNvPr>
          <p:cNvSpPr txBox="1"/>
          <p:nvPr/>
        </p:nvSpPr>
        <p:spPr>
          <a:xfrm>
            <a:off x="8806036" y="3800193"/>
            <a:ext cx="871538" cy="282931"/>
          </a:xfrm>
          <a:prstGeom prst="rect">
            <a:avLst/>
          </a:prstGeom>
        </p:spPr>
        <p:txBody>
          <a:bodyPr vert="horz" wrap="none" lIns="0" tIns="0" rIns="0" bIns="0" rtlCol="0" anchor="t">
            <a:normAutofit/>
          </a:bodyPr>
          <a:lstStyle/>
          <a:p>
            <a:r>
              <a:rPr lang="en-US" dirty="0">
                <a:latin typeface="Courier" charset="0"/>
                <a:ea typeface="Courier" charset="0"/>
                <a:cs typeface="Courier" charset="0"/>
              </a:rPr>
              <a:t>node@0</a:t>
            </a:r>
          </a:p>
        </p:txBody>
      </p:sp>
      <p:sp>
        <p:nvSpPr>
          <p:cNvPr id="53" name="TextBox 52">
            <a:extLst>
              <a:ext uri="{FF2B5EF4-FFF2-40B4-BE49-F238E27FC236}">
                <a16:creationId xmlns:a16="http://schemas.microsoft.com/office/drawing/2014/main" id="{2F20E7F9-DD68-48DD-8E27-00B2237835A4}"/>
              </a:ext>
            </a:extLst>
          </p:cNvPr>
          <p:cNvSpPr txBox="1"/>
          <p:nvPr/>
        </p:nvSpPr>
        <p:spPr>
          <a:xfrm>
            <a:off x="9539178" y="3162571"/>
            <a:ext cx="871538" cy="282931"/>
          </a:xfrm>
          <a:prstGeom prst="rect">
            <a:avLst/>
          </a:prstGeom>
        </p:spPr>
        <p:txBody>
          <a:bodyPr vert="horz" wrap="none" lIns="0" tIns="0" rIns="0" bIns="0" rtlCol="0" anchor="t">
            <a:normAutofit/>
          </a:bodyPr>
          <a:lstStyle/>
          <a:p>
            <a:pPr algn="ctr"/>
            <a:r>
              <a:rPr lang="en-US"/>
              <a:t>root</a:t>
            </a:r>
            <a:endParaRPr lang="en-US" dirty="0"/>
          </a:p>
        </p:txBody>
      </p:sp>
      <p:sp>
        <p:nvSpPr>
          <p:cNvPr id="54" name="TextBox 53">
            <a:extLst>
              <a:ext uri="{FF2B5EF4-FFF2-40B4-BE49-F238E27FC236}">
                <a16:creationId xmlns:a16="http://schemas.microsoft.com/office/drawing/2014/main" id="{5C25803B-19BB-4623-907D-B76A7808C123}"/>
              </a:ext>
            </a:extLst>
          </p:cNvPr>
          <p:cNvSpPr txBox="1"/>
          <p:nvPr/>
        </p:nvSpPr>
        <p:spPr>
          <a:xfrm>
            <a:off x="7831906" y="4571427"/>
            <a:ext cx="1409899" cy="297216"/>
          </a:xfrm>
          <a:prstGeom prst="rect">
            <a:avLst/>
          </a:prstGeom>
        </p:spPr>
        <p:txBody>
          <a:bodyPr vert="horz" wrap="none" lIns="0" tIns="0" rIns="0" bIns="0" rtlCol="0" anchor="t">
            <a:normAutofit/>
          </a:bodyPr>
          <a:lstStyle/>
          <a:p>
            <a:r>
              <a:rPr lang="en-US" dirty="0">
                <a:latin typeface="Courier" charset="0"/>
                <a:ea typeface="Courier" charset="0"/>
                <a:cs typeface="Courier" charset="0"/>
              </a:rPr>
              <a:t>child-node@0</a:t>
            </a:r>
          </a:p>
        </p:txBody>
      </p:sp>
      <p:sp>
        <p:nvSpPr>
          <p:cNvPr id="55" name="TextBox 54">
            <a:extLst>
              <a:ext uri="{FF2B5EF4-FFF2-40B4-BE49-F238E27FC236}">
                <a16:creationId xmlns:a16="http://schemas.microsoft.com/office/drawing/2014/main" id="{5950085C-38B1-4325-BBCA-B5F3E8D57D54}"/>
              </a:ext>
            </a:extLst>
          </p:cNvPr>
          <p:cNvSpPr txBox="1"/>
          <p:nvPr/>
        </p:nvSpPr>
        <p:spPr>
          <a:xfrm>
            <a:off x="8711482" y="5428547"/>
            <a:ext cx="1409899" cy="297216"/>
          </a:xfrm>
          <a:prstGeom prst="rect">
            <a:avLst/>
          </a:prstGeom>
        </p:spPr>
        <p:txBody>
          <a:bodyPr vert="horz" wrap="none" lIns="0" tIns="0" rIns="0" bIns="0" rtlCol="0" anchor="t">
            <a:normAutofit/>
          </a:bodyPr>
          <a:lstStyle/>
          <a:p>
            <a:r>
              <a:rPr lang="en-US" dirty="0">
                <a:latin typeface="Courier" charset="0"/>
                <a:ea typeface="Courier" charset="0"/>
                <a:cs typeface="Courier" charset="0"/>
              </a:rPr>
              <a:t>child-node@1</a:t>
            </a:r>
          </a:p>
        </p:txBody>
      </p:sp>
      <p:sp>
        <p:nvSpPr>
          <p:cNvPr id="56" name="TextBox 55">
            <a:extLst>
              <a:ext uri="{FF2B5EF4-FFF2-40B4-BE49-F238E27FC236}">
                <a16:creationId xmlns:a16="http://schemas.microsoft.com/office/drawing/2014/main" id="{2E6FE45A-745B-4CF1-BBC6-874D2834B658}"/>
              </a:ext>
            </a:extLst>
          </p:cNvPr>
          <p:cNvSpPr txBox="1"/>
          <p:nvPr/>
        </p:nvSpPr>
        <p:spPr>
          <a:xfrm>
            <a:off x="10353274" y="4815670"/>
            <a:ext cx="1409899" cy="297216"/>
          </a:xfrm>
          <a:prstGeom prst="rect">
            <a:avLst/>
          </a:prstGeom>
        </p:spPr>
        <p:txBody>
          <a:bodyPr vert="horz" wrap="none" lIns="0" tIns="0" rIns="0" bIns="0" rtlCol="0" anchor="t">
            <a:normAutofit/>
          </a:bodyPr>
          <a:lstStyle/>
          <a:p>
            <a:r>
              <a:rPr lang="en-US" dirty="0">
                <a:latin typeface="Courier" charset="0"/>
                <a:ea typeface="Courier" charset="0"/>
                <a:cs typeface="Courier" charset="0"/>
              </a:rPr>
              <a:t>child-node@0</a:t>
            </a:r>
          </a:p>
        </p:txBody>
      </p:sp>
      <p:cxnSp>
        <p:nvCxnSpPr>
          <p:cNvPr id="57" name="Straight Connector 56">
            <a:extLst>
              <a:ext uri="{FF2B5EF4-FFF2-40B4-BE49-F238E27FC236}">
                <a16:creationId xmlns:a16="http://schemas.microsoft.com/office/drawing/2014/main" id="{ECC9F9BC-F3D2-4B3E-B9A7-FB6CFBD765FA}"/>
              </a:ext>
            </a:extLst>
          </p:cNvPr>
          <p:cNvCxnSpPr>
            <a:stCxn id="53" idx="2"/>
            <a:endCxn id="52" idx="0"/>
          </p:cNvCxnSpPr>
          <p:nvPr/>
        </p:nvCxnSpPr>
        <p:spPr>
          <a:xfrm flipH="1">
            <a:off x="9241805" y="3445502"/>
            <a:ext cx="733142" cy="354691"/>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23A313FC-D44E-4B44-84E7-ED6C7BA1BD5E}"/>
              </a:ext>
            </a:extLst>
          </p:cNvPr>
          <p:cNvCxnSpPr>
            <a:stCxn id="53" idx="2"/>
            <a:endCxn id="51" idx="0"/>
          </p:cNvCxnSpPr>
          <p:nvPr/>
        </p:nvCxnSpPr>
        <p:spPr>
          <a:xfrm>
            <a:off x="9974947" y="3445502"/>
            <a:ext cx="871538" cy="323153"/>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59" name="Straight Connector 58">
            <a:extLst>
              <a:ext uri="{FF2B5EF4-FFF2-40B4-BE49-F238E27FC236}">
                <a16:creationId xmlns:a16="http://schemas.microsoft.com/office/drawing/2014/main" id="{9B2B0FFB-C5B2-4B96-890E-84548F33263E}"/>
              </a:ext>
            </a:extLst>
          </p:cNvPr>
          <p:cNvCxnSpPr>
            <a:stCxn id="52" idx="2"/>
            <a:endCxn id="54" idx="0"/>
          </p:cNvCxnSpPr>
          <p:nvPr/>
        </p:nvCxnSpPr>
        <p:spPr>
          <a:xfrm flipH="1">
            <a:off x="8536856" y="4083124"/>
            <a:ext cx="704949" cy="488303"/>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2D6887B1-CA28-4498-B421-C51837233EC0}"/>
              </a:ext>
            </a:extLst>
          </p:cNvPr>
          <p:cNvCxnSpPr>
            <a:stCxn id="52" idx="2"/>
            <a:endCxn id="55" idx="0"/>
          </p:cNvCxnSpPr>
          <p:nvPr/>
        </p:nvCxnSpPr>
        <p:spPr>
          <a:xfrm>
            <a:off x="9241805" y="4083124"/>
            <a:ext cx="174627" cy="1345423"/>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CF557037-8A9C-4D5A-AA4C-A8C9C929E3BB}"/>
              </a:ext>
            </a:extLst>
          </p:cNvPr>
          <p:cNvCxnSpPr>
            <a:stCxn id="51" idx="2"/>
            <a:endCxn id="56" idx="0"/>
          </p:cNvCxnSpPr>
          <p:nvPr/>
        </p:nvCxnSpPr>
        <p:spPr>
          <a:xfrm>
            <a:off x="10846485" y="4051586"/>
            <a:ext cx="211739" cy="764084"/>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21965B75-768C-440F-BE93-8152CBD66A52}"/>
              </a:ext>
            </a:extLst>
          </p:cNvPr>
          <p:cNvCxnSpPr>
            <a:stCxn id="55" idx="0"/>
            <a:endCxn id="51" idx="2"/>
          </p:cNvCxnSpPr>
          <p:nvPr/>
        </p:nvCxnSpPr>
        <p:spPr>
          <a:xfrm flipV="1">
            <a:off x="9416432" y="4051586"/>
            <a:ext cx="1430053" cy="1376961"/>
          </a:xfrm>
          <a:prstGeom prst="straightConnector1">
            <a:avLst/>
          </a:prstGeom>
          <a:ln w="28575">
            <a:solidFill>
              <a:srgbClr val="C00000"/>
            </a:solidFill>
            <a:prstDash val="sysDash"/>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63" name="TextBox 62">
            <a:extLst>
              <a:ext uri="{FF2B5EF4-FFF2-40B4-BE49-F238E27FC236}">
                <a16:creationId xmlns:a16="http://schemas.microsoft.com/office/drawing/2014/main" id="{AD850F01-9E1C-4A0A-98FB-BCBFB593A852}"/>
              </a:ext>
            </a:extLst>
          </p:cNvPr>
          <p:cNvSpPr txBox="1"/>
          <p:nvPr/>
        </p:nvSpPr>
        <p:spPr>
          <a:xfrm>
            <a:off x="8884489" y="2567954"/>
            <a:ext cx="2180916" cy="553998"/>
          </a:xfrm>
          <a:prstGeom prst="rect">
            <a:avLst/>
          </a:prstGeom>
        </p:spPr>
        <p:txBody>
          <a:bodyPr vert="horz" wrap="square" lIns="0" tIns="0" rIns="0" bIns="0" rtlCol="0" anchor="t">
            <a:spAutoFit/>
          </a:bodyPr>
          <a:lstStyle/>
          <a:p>
            <a:pPr algn="ctr"/>
            <a:r>
              <a:rPr lang="en-US" dirty="0">
                <a:solidFill>
                  <a:srgbClr val="128CAB"/>
                </a:solidFill>
              </a:rPr>
              <a:t>Representation of the device tree</a:t>
            </a:r>
          </a:p>
        </p:txBody>
      </p:sp>
      <p:sp>
        <p:nvSpPr>
          <p:cNvPr id="64" name="TextBox 63">
            <a:extLst>
              <a:ext uri="{FF2B5EF4-FFF2-40B4-BE49-F238E27FC236}">
                <a16:creationId xmlns:a16="http://schemas.microsoft.com/office/drawing/2014/main" id="{038FBD53-6C2D-4514-B1FD-18155BE7A00E}"/>
              </a:ext>
            </a:extLst>
          </p:cNvPr>
          <p:cNvSpPr txBox="1"/>
          <p:nvPr/>
        </p:nvSpPr>
        <p:spPr>
          <a:xfrm>
            <a:off x="3431752" y="4255417"/>
            <a:ext cx="2765614" cy="276999"/>
          </a:xfrm>
          <a:prstGeom prst="rect">
            <a:avLst/>
          </a:prstGeom>
        </p:spPr>
        <p:txBody>
          <a:bodyPr vert="horz" wrap="square" lIns="0" tIns="0" rIns="0" bIns="0" rtlCol="0" anchor="t">
            <a:spAutoFit/>
          </a:bodyPr>
          <a:lstStyle/>
          <a:p>
            <a:pPr algn="ctr"/>
            <a:r>
              <a:rPr lang="en-US" dirty="0">
                <a:solidFill>
                  <a:srgbClr val="128CAB"/>
                </a:solidFill>
              </a:rPr>
              <a:t>Address of the node</a:t>
            </a:r>
          </a:p>
        </p:txBody>
      </p:sp>
      <p:cxnSp>
        <p:nvCxnSpPr>
          <p:cNvPr id="65" name="Straight Arrow Connector 64">
            <a:extLst>
              <a:ext uri="{FF2B5EF4-FFF2-40B4-BE49-F238E27FC236}">
                <a16:creationId xmlns:a16="http://schemas.microsoft.com/office/drawing/2014/main" id="{BC5FCE38-789B-47EF-9886-B17610AE6D95}"/>
              </a:ext>
            </a:extLst>
          </p:cNvPr>
          <p:cNvCxnSpPr>
            <a:cxnSpLocks/>
          </p:cNvCxnSpPr>
          <p:nvPr/>
        </p:nvCxnSpPr>
        <p:spPr>
          <a:xfrm flipH="1" flipV="1">
            <a:off x="2479838" y="3876460"/>
            <a:ext cx="1639580" cy="348181"/>
          </a:xfrm>
          <a:prstGeom prst="straightConnector1">
            <a:avLst/>
          </a:prstGeom>
          <a:ln w="25400">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03328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Device Tree Content</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6823075" cy="4615138"/>
          </a:xfrm>
        </p:spPr>
        <p:txBody>
          <a:bodyPr wrap="square" numCol="1" anchor="t" anchorCtr="0" compatLnSpc="1">
            <a:prstTxWarp prst="textNoShape">
              <a:avLst/>
            </a:prstTxWarp>
          </a:bodyPr>
          <a:lstStyle/>
          <a:p>
            <a:r>
              <a:rPr lang="en-US" dirty="0"/>
              <a:t>Under the root of the device tree, we can find:</a:t>
            </a:r>
          </a:p>
          <a:p>
            <a:r>
              <a:rPr lang="en-US" dirty="0">
                <a:ea typeface="ＭＳ Ｐゴシック"/>
              </a:rPr>
              <a:t>A </a:t>
            </a:r>
            <a:r>
              <a:rPr lang="en-US" sz="2000" dirty="0" err="1">
                <a:latin typeface="Courier"/>
                <a:ea typeface="Courier" charset="0"/>
                <a:cs typeface="Courier" charset="0"/>
              </a:rPr>
              <a:t>cpus</a:t>
            </a:r>
            <a:r>
              <a:rPr lang="en-US" dirty="0">
                <a:ea typeface="ＭＳ Ｐゴシック"/>
              </a:rPr>
              <a:t> node, which has sub-nodes to describe each CPU in the system.</a:t>
            </a:r>
            <a:endParaRPr lang="en-US" dirty="0"/>
          </a:p>
          <a:p>
            <a:r>
              <a:rPr lang="en-US" dirty="0">
                <a:ea typeface="ＭＳ Ｐゴシック"/>
              </a:rPr>
              <a:t>A </a:t>
            </a:r>
            <a:r>
              <a:rPr lang="en-US" sz="2000" dirty="0">
                <a:latin typeface="Courier"/>
                <a:ea typeface="Courier" charset="0"/>
                <a:cs typeface="Courier" charset="0"/>
              </a:rPr>
              <a:t>memory</a:t>
            </a:r>
            <a:r>
              <a:rPr lang="en-US" dirty="0">
                <a:ea typeface="ＭＳ Ｐゴシック"/>
              </a:rPr>
              <a:t> node, which defines the location and size of the RAM.</a:t>
            </a:r>
            <a:endParaRPr lang="en-US" dirty="0"/>
          </a:p>
          <a:p>
            <a:r>
              <a:rPr lang="en-US" dirty="0">
                <a:ea typeface="ＭＳ Ｐゴシック"/>
              </a:rPr>
              <a:t>A </a:t>
            </a:r>
            <a:r>
              <a:rPr lang="en-US" sz="2000" dirty="0">
                <a:latin typeface="Courier"/>
                <a:ea typeface="Courier" charset="0"/>
                <a:cs typeface="Courier" charset="0"/>
              </a:rPr>
              <a:t>chosen</a:t>
            </a:r>
            <a:r>
              <a:rPr lang="en-US" dirty="0">
                <a:ea typeface="ＭＳ Ｐゴシック"/>
              </a:rPr>
              <a:t> node, which is used to pass parameters to kernel (the kernel command line) at boot time.</a:t>
            </a:r>
            <a:endParaRPr lang="en-US" dirty="0"/>
          </a:p>
          <a:p>
            <a:r>
              <a:rPr lang="en-US" dirty="0">
                <a:ea typeface="ＭＳ Ｐゴシック"/>
              </a:rPr>
              <a:t>An </a:t>
            </a:r>
            <a:r>
              <a:rPr lang="en-US" sz="2000" dirty="0">
                <a:latin typeface="Courier"/>
                <a:ea typeface="Courier" charset="0"/>
                <a:cs typeface="Courier" charset="0"/>
              </a:rPr>
              <a:t>aliases</a:t>
            </a:r>
            <a:r>
              <a:rPr lang="en-US">
                <a:ea typeface="ＭＳ Ｐゴシック"/>
              </a:rPr>
              <a:t> node, to define shortcuts to certain nodes.</a:t>
            </a:r>
            <a:endParaRPr lang="en-US"/>
          </a:p>
          <a:p>
            <a:r>
              <a:rPr lang="en-US">
                <a:ea typeface="ＭＳ Ｐゴシック"/>
              </a:rPr>
              <a:t>One or more nodes defining the buses in the </a:t>
            </a:r>
            <a:r>
              <a:rPr lang="en-US" err="1">
                <a:ea typeface="ＭＳ Ｐゴシック"/>
              </a:rPr>
              <a:t>SoC.</a:t>
            </a:r>
            <a:endParaRPr lang="en-US" err="1"/>
          </a:p>
          <a:p>
            <a:r>
              <a:rPr lang="en-US" dirty="0">
                <a:ea typeface="ＭＳ Ｐゴシック"/>
              </a:rPr>
              <a:t>One or mode nodes defining on-board devices.</a:t>
            </a:r>
            <a:endParaRPr lang="en-US" altLang="en-US" dirty="0">
              <a:ea typeface="ＭＳ Ｐゴシック" panose="020B0600070205080204" pitchFamily="34" charset="-128"/>
            </a:endParaRPr>
          </a:p>
        </p:txBody>
      </p:sp>
      <p:sp>
        <p:nvSpPr>
          <p:cNvPr id="5" name="Content Placeholder 5">
            <a:extLst>
              <a:ext uri="{FF2B5EF4-FFF2-40B4-BE49-F238E27FC236}">
                <a16:creationId xmlns:a16="http://schemas.microsoft.com/office/drawing/2014/main" id="{D0029F29-6148-4C10-9A68-831BEC40B638}"/>
              </a:ext>
            </a:extLst>
          </p:cNvPr>
          <p:cNvSpPr txBox="1">
            <a:spLocks/>
          </p:cNvSpPr>
          <p:nvPr/>
        </p:nvSpPr>
        <p:spPr>
          <a:xfrm>
            <a:off x="7086601" y="1582879"/>
            <a:ext cx="4298950" cy="4848894"/>
          </a:xfrm>
          <a:prstGeom prst="rect">
            <a:avLst/>
          </a:prstGeom>
        </p:spPr>
        <p:txBody>
          <a:bodyPr/>
          <a:lstStyle>
            <a:lvl1pPr algn="l" rtl="0" eaLnBrk="1" fontAlgn="base" hangingPunct="1">
              <a:lnSpc>
                <a:spcPct val="90000"/>
              </a:lnSpc>
              <a:spcBef>
                <a:spcPct val="0"/>
              </a:spcBef>
              <a:spcAft>
                <a:spcPts val="1600"/>
              </a:spcAft>
              <a:buFont typeface="Calibri" panose="020F0502020204030204" pitchFamily="34" charset="0"/>
              <a:defRPr sz="2400" kern="1200">
                <a:solidFill>
                  <a:schemeClr val="tx2"/>
                </a:solidFill>
                <a:latin typeface="+mn-lt"/>
                <a:ea typeface="ＭＳ Ｐゴシック" charset="0"/>
                <a:cs typeface="ＭＳ Ｐゴシック" charset="0"/>
              </a:defRPr>
            </a:lvl1pPr>
            <a:lvl2pPr marL="398463" indent="-166688" algn="l" rtl="0" eaLnBrk="1" fontAlgn="base" hangingPunct="1">
              <a:lnSpc>
                <a:spcPct val="90000"/>
              </a:lnSpc>
              <a:spcBef>
                <a:spcPct val="0"/>
              </a:spcBef>
              <a:spcAft>
                <a:spcPts val="1200"/>
              </a:spcAft>
              <a:buClr>
                <a:schemeClr val="accent1"/>
              </a:buClr>
              <a:buSzPct val="80000"/>
              <a:buFont typeface="Arial" panose="020B0604020202020204" pitchFamily="34" charset="0"/>
              <a:buChar char="•"/>
              <a:defRPr kern="1200">
                <a:solidFill>
                  <a:srgbClr val="383838"/>
                </a:solidFill>
                <a:latin typeface="+mn-lt"/>
                <a:ea typeface="ＭＳ Ｐゴシック" charset="0"/>
                <a:cs typeface="+mn-cs"/>
              </a:defRPr>
            </a:lvl2pPr>
            <a:lvl3pPr marL="855663" indent="-166688" algn="l" rtl="0" eaLnBrk="1" fontAlgn="base" hangingPunct="1">
              <a:lnSpc>
                <a:spcPct val="90000"/>
              </a:lnSpc>
              <a:spcBef>
                <a:spcPct val="0"/>
              </a:spcBef>
              <a:spcAft>
                <a:spcPts val="1200"/>
              </a:spcAft>
              <a:buClr>
                <a:schemeClr val="accent1"/>
              </a:buClr>
              <a:buSzPct val="80000"/>
              <a:buFont typeface="Calibri" panose="020F0502020204030204" pitchFamily="34" charset="0"/>
              <a:buChar char="–"/>
              <a:defRPr kern="1200">
                <a:solidFill>
                  <a:srgbClr val="383838"/>
                </a:solidFill>
                <a:latin typeface="+mn-lt"/>
                <a:ea typeface="ＭＳ Ｐゴシック" charset="0"/>
                <a:cs typeface="+mn-cs"/>
              </a:defRPr>
            </a:lvl3pPr>
            <a:lvl4pPr marL="1201738" indent="-173038" algn="l" rtl="0" eaLnBrk="1" fontAlgn="base" hangingPunct="1">
              <a:lnSpc>
                <a:spcPct val="90000"/>
              </a:lnSpc>
              <a:spcBef>
                <a:spcPct val="0"/>
              </a:spcBef>
              <a:spcAft>
                <a:spcPts val="800"/>
              </a:spcAft>
              <a:buClr>
                <a:schemeClr val="accent1"/>
              </a:buClr>
              <a:buSzPct val="80000"/>
              <a:buFont typeface="Wingdings" panose="05000000000000000000" pitchFamily="2" charset="2"/>
              <a:buChar char="§"/>
              <a:defRPr kern="1200">
                <a:solidFill>
                  <a:srgbClr val="383838"/>
                </a:solidFill>
                <a:latin typeface="+mn-lt"/>
                <a:ea typeface="ＭＳ Ｐゴシック" charset="0"/>
                <a:cs typeface="+mn-cs"/>
              </a:defRPr>
            </a:lvl4pPr>
            <a:lvl5pPr marL="1427163" indent="-168275" algn="l" rtl="0" eaLnBrk="1" fontAlgn="base" hangingPunct="1">
              <a:lnSpc>
                <a:spcPct val="90000"/>
              </a:lnSpc>
              <a:spcBef>
                <a:spcPct val="0"/>
              </a:spcBef>
              <a:spcAft>
                <a:spcPts val="800"/>
              </a:spcAft>
              <a:buClr>
                <a:schemeClr val="accent1"/>
              </a:buClr>
              <a:buSzPct val="80000"/>
              <a:buFont typeface="Calibri" panose="020F0502020204030204" pitchFamily="34" charset="0"/>
              <a:buChar char="–"/>
              <a:defRPr kern="1200">
                <a:solidFill>
                  <a:srgbClr val="383838"/>
                </a:solidFill>
                <a:latin typeface="+mn-lt"/>
                <a:ea typeface="ＭＳ Ｐゴシック" charset="0"/>
                <a:cs typeface="+mn-cs"/>
              </a:defRPr>
            </a:lvl5pPr>
            <a:lvl6pPr marL="1655064" indent="-164592" algn="l" defTabSz="914400" rtl="0" eaLnBrk="1" latinLnBrk="0" hangingPunct="1">
              <a:lnSpc>
                <a:spcPct val="90000"/>
              </a:lnSpc>
              <a:spcBef>
                <a:spcPts val="0"/>
              </a:spcBef>
              <a:spcAft>
                <a:spcPts val="800"/>
              </a:spcAft>
              <a:buClr>
                <a:schemeClr val="accent1"/>
              </a:buClr>
              <a:buSzPct val="80000"/>
              <a:buFont typeface="Wingdings" panose="05000000000000000000" pitchFamily="2" charset="2"/>
              <a:buChar char="§"/>
              <a:defRPr lang="en-US" sz="1800" kern="1200" dirty="0" smtClean="0">
                <a:solidFill>
                  <a:srgbClr val="383838"/>
                </a:solidFill>
                <a:latin typeface="+mn-lt"/>
                <a:ea typeface="+mn-ea"/>
                <a:cs typeface="+mn-cs"/>
              </a:defRPr>
            </a:lvl6pPr>
            <a:lvl7pPr marL="1883664" indent="-164592" algn="l" defTabSz="914400" rtl="0" eaLnBrk="1" latinLnBrk="0" hangingPunct="1">
              <a:lnSpc>
                <a:spcPct val="90000"/>
              </a:lnSpc>
              <a:spcBef>
                <a:spcPts val="0"/>
              </a:spcBef>
              <a:spcAft>
                <a:spcPts val="800"/>
              </a:spcAft>
              <a:buClr>
                <a:schemeClr val="accent1"/>
              </a:buClr>
              <a:buSzPct val="80000"/>
              <a:buFont typeface="Calibri" panose="020F0502020204030204" pitchFamily="34" charset="0"/>
              <a:buChar char="–"/>
              <a:defRPr lang="en-US" sz="1800" kern="1200" dirty="0" smtClean="0">
                <a:solidFill>
                  <a:srgbClr val="383838"/>
                </a:solidFill>
                <a:latin typeface="+mn-lt"/>
                <a:ea typeface="+mn-ea"/>
                <a:cs typeface="+mn-cs"/>
              </a:defRPr>
            </a:lvl7pPr>
            <a:lvl8pPr marL="2112264" indent="-164592" algn="l" defTabSz="914400" rtl="0" eaLnBrk="1" latinLnBrk="0" hangingPunct="1">
              <a:lnSpc>
                <a:spcPct val="90000"/>
              </a:lnSpc>
              <a:spcBef>
                <a:spcPts val="0"/>
              </a:spcBef>
              <a:spcAft>
                <a:spcPts val="800"/>
              </a:spcAft>
              <a:buClr>
                <a:schemeClr val="accent1"/>
              </a:buClr>
              <a:buSzPct val="80000"/>
              <a:buFont typeface="Wingdings" panose="05000000000000000000" pitchFamily="2" charset="2"/>
              <a:buChar char="§"/>
              <a:defRPr lang="en-US" sz="1800" kern="1200" dirty="0" smtClean="0">
                <a:solidFill>
                  <a:srgbClr val="383838"/>
                </a:solidFill>
                <a:latin typeface="+mn-lt"/>
                <a:ea typeface="+mn-ea"/>
                <a:cs typeface="+mn-cs"/>
              </a:defRPr>
            </a:lvl8pPr>
            <a:lvl9pPr marL="2340864" indent="-164592" algn="l" defTabSz="914400" rtl="0" eaLnBrk="1" latinLnBrk="0" hangingPunct="1">
              <a:lnSpc>
                <a:spcPct val="90000"/>
              </a:lnSpc>
              <a:spcBef>
                <a:spcPts val="0"/>
              </a:spcBef>
              <a:spcAft>
                <a:spcPts val="800"/>
              </a:spcAft>
              <a:buClr>
                <a:schemeClr val="accent1"/>
              </a:buClr>
              <a:buSzPct val="80000"/>
              <a:buFont typeface="Calibri" panose="020F0502020204030204" pitchFamily="34" charset="0"/>
              <a:buChar char="–"/>
              <a:defRPr lang="en-US" sz="1800" kern="1200" dirty="0" smtClean="0">
                <a:solidFill>
                  <a:srgbClr val="383838"/>
                </a:solidFill>
                <a:latin typeface="+mn-lt"/>
                <a:ea typeface="+mn-ea"/>
                <a:cs typeface="+mn-cs"/>
              </a:defRPr>
            </a:lvl9pPr>
          </a:lstStyle>
          <a:p>
            <a:pPr>
              <a:lnSpc>
                <a:spcPct val="100000"/>
              </a:lnSpc>
              <a:spcAft>
                <a:spcPts val="400"/>
              </a:spcAft>
            </a:pPr>
            <a:r>
              <a:rPr lang="en-US" sz="1400" dirty="0">
                <a:latin typeface="Courier" charset="0"/>
                <a:ea typeface="Courier" charset="0"/>
                <a:cs typeface="Courier" charset="0"/>
              </a:rPr>
              <a:t>/ {</a:t>
            </a:r>
          </a:p>
          <a:p>
            <a:pPr>
              <a:lnSpc>
                <a:spcPct val="100000"/>
              </a:lnSpc>
              <a:spcAft>
                <a:spcPts val="400"/>
              </a:spcAft>
            </a:pPr>
            <a:r>
              <a:rPr lang="en-US" sz="1400" dirty="0">
                <a:latin typeface="Courier" charset="0"/>
                <a:ea typeface="Courier" charset="0"/>
                <a:cs typeface="Courier" charset="0"/>
              </a:rPr>
              <a:t>    alias {};</a:t>
            </a:r>
          </a:p>
          <a:p>
            <a:pPr>
              <a:lnSpc>
                <a:spcPct val="100000"/>
              </a:lnSpc>
              <a:spcAft>
                <a:spcPts val="400"/>
              </a:spcAft>
            </a:pPr>
            <a:endParaRPr lang="en-US" sz="1400" dirty="0">
              <a:latin typeface="Courier" charset="0"/>
              <a:ea typeface="Courier" charset="0"/>
              <a:cs typeface="Courier" charset="0"/>
            </a:endParaRPr>
          </a:p>
          <a:p>
            <a:pPr>
              <a:lnSpc>
                <a:spcPct val="100000"/>
              </a:lnSpc>
              <a:spcAft>
                <a:spcPts val="400"/>
              </a:spcAft>
            </a:pPr>
            <a:r>
              <a:rPr lang="en-US" sz="1400" dirty="0">
                <a:latin typeface="Courier" charset="0"/>
                <a:ea typeface="Courier" charset="0"/>
                <a:cs typeface="Courier" charset="0"/>
              </a:rPr>
              <a:t>    </a:t>
            </a:r>
            <a:r>
              <a:rPr lang="en-US" sz="1400" dirty="0" err="1">
                <a:latin typeface="Courier" charset="0"/>
                <a:ea typeface="Courier" charset="0"/>
                <a:cs typeface="Courier" charset="0"/>
              </a:rPr>
              <a:t>cpus</a:t>
            </a:r>
            <a:r>
              <a:rPr lang="en-US" sz="1400" dirty="0">
                <a:latin typeface="Courier" charset="0"/>
                <a:ea typeface="Courier" charset="0"/>
                <a:cs typeface="Courier" charset="0"/>
              </a:rPr>
              <a:t> {};</a:t>
            </a:r>
          </a:p>
          <a:p>
            <a:pPr>
              <a:lnSpc>
                <a:spcPct val="100000"/>
              </a:lnSpc>
              <a:spcAft>
                <a:spcPts val="400"/>
              </a:spcAft>
            </a:pPr>
            <a:endParaRPr lang="en-US" sz="1400" dirty="0">
              <a:latin typeface="Courier" charset="0"/>
              <a:ea typeface="Courier" charset="0"/>
              <a:cs typeface="Courier" charset="0"/>
            </a:endParaRPr>
          </a:p>
          <a:p>
            <a:pPr>
              <a:lnSpc>
                <a:spcPct val="100000"/>
              </a:lnSpc>
              <a:spcAft>
                <a:spcPts val="400"/>
              </a:spcAft>
            </a:pPr>
            <a:r>
              <a:rPr lang="en-US" sz="1400" dirty="0">
                <a:latin typeface="Courier" charset="0"/>
                <a:ea typeface="Courier" charset="0"/>
                <a:cs typeface="Courier" charset="0"/>
              </a:rPr>
              <a:t>    </a:t>
            </a:r>
            <a:r>
              <a:rPr lang="en-US" sz="1400" dirty="0" err="1">
                <a:latin typeface="Courier" charset="0"/>
                <a:ea typeface="Courier" charset="0"/>
                <a:cs typeface="Courier" charset="0"/>
              </a:rPr>
              <a:t>apb@80000000</a:t>
            </a:r>
            <a:r>
              <a:rPr lang="en-US" sz="1400" dirty="0">
                <a:latin typeface="Courier" charset="0"/>
                <a:ea typeface="Courier" charset="0"/>
                <a:cs typeface="Courier" charset="0"/>
              </a:rPr>
              <a:t> {</a:t>
            </a:r>
          </a:p>
          <a:p>
            <a:pPr>
              <a:lnSpc>
                <a:spcPct val="100000"/>
              </a:lnSpc>
              <a:spcAft>
                <a:spcPts val="400"/>
              </a:spcAft>
            </a:pPr>
            <a:r>
              <a:rPr lang="en-US" sz="1400" dirty="0">
                <a:latin typeface="Courier" charset="0"/>
                <a:ea typeface="Courier" charset="0"/>
                <a:cs typeface="Courier" charset="0"/>
              </a:rPr>
              <a:t>      </a:t>
            </a:r>
            <a:r>
              <a:rPr lang="en-US" sz="1400" dirty="0" err="1">
                <a:latin typeface="Courier" charset="0"/>
                <a:ea typeface="Courier" charset="0"/>
                <a:cs typeface="Courier" charset="0"/>
              </a:rPr>
              <a:t>apbh@80000000</a:t>
            </a:r>
            <a:r>
              <a:rPr lang="en-US" sz="1400" dirty="0">
                <a:latin typeface="Courier" charset="0"/>
                <a:ea typeface="Courier" charset="0"/>
                <a:cs typeface="Courier" charset="0"/>
              </a:rPr>
              <a:t> {</a:t>
            </a:r>
          </a:p>
          <a:p>
            <a:pPr>
              <a:lnSpc>
                <a:spcPct val="100000"/>
              </a:lnSpc>
              <a:spcAft>
                <a:spcPts val="400"/>
              </a:spcAft>
            </a:pPr>
            <a:r>
              <a:rPr lang="en-US" sz="1400" dirty="0">
                <a:latin typeface="Courier" charset="0"/>
                <a:ea typeface="Courier" charset="0"/>
                <a:cs typeface="Courier" charset="0"/>
              </a:rPr>
              <a:t>        /* some devices */</a:t>
            </a:r>
          </a:p>
          <a:p>
            <a:pPr>
              <a:lnSpc>
                <a:spcPct val="100000"/>
              </a:lnSpc>
              <a:spcAft>
                <a:spcPts val="400"/>
              </a:spcAft>
            </a:pPr>
            <a:r>
              <a:rPr lang="en-US" sz="1400" dirty="0">
                <a:latin typeface="Courier" charset="0"/>
                <a:ea typeface="Courier" charset="0"/>
                <a:cs typeface="Courier" charset="0"/>
              </a:rPr>
              <a:t>      };</a:t>
            </a:r>
          </a:p>
          <a:p>
            <a:pPr>
              <a:lnSpc>
                <a:spcPct val="100000"/>
              </a:lnSpc>
              <a:spcAft>
                <a:spcPts val="400"/>
              </a:spcAft>
            </a:pPr>
            <a:r>
              <a:rPr lang="en-US" sz="1400" dirty="0">
                <a:latin typeface="Courier" charset="0"/>
                <a:ea typeface="Courier" charset="0"/>
                <a:cs typeface="Courier" charset="0"/>
              </a:rPr>
              <a:t>      </a:t>
            </a:r>
            <a:r>
              <a:rPr lang="en-US" sz="1400" dirty="0" err="1">
                <a:latin typeface="Courier" charset="0"/>
                <a:ea typeface="Courier" charset="0"/>
                <a:cs typeface="Courier" charset="0"/>
              </a:rPr>
              <a:t>apbx@80040000</a:t>
            </a:r>
            <a:r>
              <a:rPr lang="en-US" sz="1400" dirty="0">
                <a:latin typeface="Courier" charset="0"/>
                <a:ea typeface="Courier" charset="0"/>
                <a:cs typeface="Courier" charset="0"/>
              </a:rPr>
              <a:t> {</a:t>
            </a:r>
          </a:p>
          <a:p>
            <a:pPr>
              <a:lnSpc>
                <a:spcPct val="100000"/>
              </a:lnSpc>
              <a:spcAft>
                <a:spcPts val="400"/>
              </a:spcAft>
            </a:pPr>
            <a:r>
              <a:rPr lang="en-US" sz="1400" dirty="0">
                <a:latin typeface="Courier" charset="0"/>
                <a:ea typeface="Courier" charset="0"/>
                <a:cs typeface="Courier" charset="0"/>
              </a:rPr>
              <a:t>        /* some devices */</a:t>
            </a:r>
          </a:p>
          <a:p>
            <a:pPr>
              <a:lnSpc>
                <a:spcPct val="100000"/>
              </a:lnSpc>
              <a:spcAft>
                <a:spcPts val="400"/>
              </a:spcAft>
            </a:pPr>
            <a:r>
              <a:rPr lang="en-US" sz="1400" dirty="0">
                <a:latin typeface="Courier" charset="0"/>
                <a:ea typeface="Courier" charset="0"/>
                <a:cs typeface="Courier" charset="0"/>
              </a:rPr>
              <a:t>      };</a:t>
            </a:r>
          </a:p>
          <a:p>
            <a:pPr>
              <a:lnSpc>
                <a:spcPct val="100000"/>
              </a:lnSpc>
              <a:spcAft>
                <a:spcPts val="400"/>
              </a:spcAft>
            </a:pPr>
            <a:r>
              <a:rPr lang="en-US" sz="1400" dirty="0">
                <a:latin typeface="Courier" charset="0"/>
                <a:ea typeface="Courier" charset="0"/>
                <a:cs typeface="Courier" charset="0"/>
              </a:rPr>
              <a:t>    };</a:t>
            </a:r>
          </a:p>
          <a:p>
            <a:pPr>
              <a:lnSpc>
                <a:spcPct val="100000"/>
              </a:lnSpc>
              <a:spcAft>
                <a:spcPts val="400"/>
              </a:spcAft>
            </a:pPr>
            <a:endParaRPr lang="en-US" sz="1400" dirty="0">
              <a:latin typeface="Courier" charset="0"/>
              <a:ea typeface="Courier" charset="0"/>
              <a:cs typeface="Courier" charset="0"/>
            </a:endParaRPr>
          </a:p>
          <a:p>
            <a:pPr>
              <a:lnSpc>
                <a:spcPct val="100000"/>
              </a:lnSpc>
              <a:spcAft>
                <a:spcPts val="400"/>
              </a:spcAft>
            </a:pPr>
            <a:r>
              <a:rPr lang="en-US" sz="1400" dirty="0">
                <a:latin typeface="Courier" charset="0"/>
                <a:ea typeface="Courier" charset="0"/>
                <a:cs typeface="Courier" charset="0"/>
              </a:rPr>
              <a:t>    chosen {</a:t>
            </a:r>
          </a:p>
          <a:p>
            <a:pPr>
              <a:lnSpc>
                <a:spcPct val="100000"/>
              </a:lnSpc>
              <a:spcAft>
                <a:spcPts val="400"/>
              </a:spcAft>
            </a:pPr>
            <a:r>
              <a:rPr lang="en-US" sz="1400" dirty="0">
                <a:latin typeface="Courier" charset="0"/>
                <a:ea typeface="Courier" charset="0"/>
                <a:cs typeface="Courier" charset="0"/>
              </a:rPr>
              <a:t>      </a:t>
            </a:r>
            <a:r>
              <a:rPr lang="en-US" sz="1400" dirty="0" err="1">
                <a:latin typeface="Courier" charset="0"/>
                <a:ea typeface="Courier" charset="0"/>
                <a:cs typeface="Courier" charset="0"/>
              </a:rPr>
              <a:t>bootargs</a:t>
            </a:r>
            <a:r>
              <a:rPr lang="en-US" sz="1400" dirty="0">
                <a:latin typeface="Courier" charset="0"/>
                <a:ea typeface="Courier" charset="0"/>
                <a:cs typeface="Courier" charset="0"/>
              </a:rPr>
              <a:t> = “root=/dev/</a:t>
            </a:r>
            <a:r>
              <a:rPr lang="en-US" sz="1400" dirty="0" err="1">
                <a:latin typeface="Courier" charset="0"/>
                <a:ea typeface="Courier" charset="0"/>
                <a:cs typeface="Courier" charset="0"/>
              </a:rPr>
              <a:t>nfs</a:t>
            </a:r>
            <a:r>
              <a:rPr lang="en-US" sz="1400" dirty="0">
                <a:latin typeface="Courier" charset="0"/>
                <a:ea typeface="Courier" charset="0"/>
                <a:cs typeface="Courier" charset="0"/>
              </a:rPr>
              <a:t>”;</a:t>
            </a:r>
          </a:p>
          <a:p>
            <a:pPr>
              <a:lnSpc>
                <a:spcPct val="100000"/>
              </a:lnSpc>
              <a:spcAft>
                <a:spcPts val="400"/>
              </a:spcAft>
            </a:pPr>
            <a:r>
              <a:rPr lang="en-US" sz="1400" dirty="0">
                <a:latin typeface="Courier" charset="0"/>
                <a:ea typeface="Courier" charset="0"/>
                <a:cs typeface="Courier" charset="0"/>
              </a:rPr>
              <a:t>    };</a:t>
            </a:r>
          </a:p>
          <a:p>
            <a:pPr>
              <a:lnSpc>
                <a:spcPct val="100000"/>
              </a:lnSpc>
              <a:spcAft>
                <a:spcPts val="400"/>
              </a:spcAft>
            </a:pPr>
            <a:r>
              <a:rPr lang="en-US" sz="1400" dirty="0">
                <a:latin typeface="Courier" charset="0"/>
                <a:ea typeface="Courier" charset="0"/>
                <a:cs typeface="Courier" charset="0"/>
              </a:rPr>
              <a:t>};</a:t>
            </a:r>
          </a:p>
        </p:txBody>
      </p:sp>
    </p:spTree>
    <p:extLst>
      <p:ext uri="{BB962C8B-B14F-4D97-AF65-F5344CB8AC3E}">
        <p14:creationId xmlns:p14="http://schemas.microsoft.com/office/powerpoint/2010/main" val="22519095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Device Tree Addressing</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5964093" cy="4086225"/>
          </a:xfrm>
        </p:spPr>
        <p:txBody>
          <a:bodyPr wrap="square" numCol="1" anchor="t" anchorCtr="0" compatLnSpc="1">
            <a:prstTxWarp prst="textNoShape">
              <a:avLst/>
            </a:prstTxWarp>
          </a:bodyPr>
          <a:lstStyle/>
          <a:p>
            <a:r>
              <a:rPr lang="en-US" dirty="0"/>
              <a:t>The following properties are used:</a:t>
            </a:r>
            <a:endParaRPr lang="en-US" altLang="en-US" dirty="0">
              <a:ea typeface="ＭＳ Ｐゴシック" panose="020B0600070205080204" pitchFamily="34" charset="-128"/>
            </a:endParaRPr>
          </a:p>
          <a:p>
            <a:pPr lvl="1"/>
            <a:r>
              <a:rPr lang="en-US" sz="1600" dirty="0">
                <a:latin typeface="Courier" charset="0"/>
                <a:ea typeface="Courier" charset="0"/>
                <a:cs typeface="Courier" charset="0"/>
              </a:rPr>
              <a:t>reg = &lt;</a:t>
            </a:r>
            <a:r>
              <a:rPr lang="en-US" sz="1600" dirty="0" err="1">
                <a:latin typeface="Courier" charset="0"/>
                <a:ea typeface="Courier" charset="0"/>
                <a:cs typeface="Courier" charset="0"/>
              </a:rPr>
              <a:t>address1</a:t>
            </a:r>
            <a:r>
              <a:rPr lang="en-US" sz="1600" dirty="0">
                <a:latin typeface="Courier" charset="0"/>
                <a:ea typeface="Courier" charset="0"/>
                <a:cs typeface="Courier" charset="0"/>
              </a:rPr>
              <a:t> </a:t>
            </a:r>
            <a:r>
              <a:rPr lang="en-US" sz="1600" dirty="0" err="1">
                <a:latin typeface="Courier" charset="0"/>
                <a:ea typeface="Courier" charset="0"/>
                <a:cs typeface="Courier" charset="0"/>
              </a:rPr>
              <a:t>length1</a:t>
            </a:r>
            <a:r>
              <a:rPr lang="en-US" sz="1600" dirty="0">
                <a:latin typeface="Courier" charset="0"/>
                <a:ea typeface="Courier" charset="0"/>
                <a:cs typeface="Courier" charset="0"/>
              </a:rPr>
              <a:t> [</a:t>
            </a:r>
            <a:r>
              <a:rPr lang="is-IS" sz="1600" dirty="0">
                <a:latin typeface="Courier" charset="0"/>
                <a:ea typeface="Courier" charset="0"/>
                <a:cs typeface="Courier" charset="0"/>
              </a:rPr>
              <a:t>…</a:t>
            </a:r>
            <a:r>
              <a:rPr lang="en-US" sz="1600" dirty="0">
                <a:latin typeface="Courier" charset="0"/>
                <a:ea typeface="Courier" charset="0"/>
                <a:cs typeface="Courier" charset="0"/>
              </a:rPr>
              <a:t>] </a:t>
            </a:r>
            <a:r>
              <a:rPr lang="is-IS" sz="1600" dirty="0">
                <a:latin typeface="Courier" charset="0"/>
                <a:ea typeface="Courier" charset="0"/>
                <a:cs typeface="Courier" charset="0"/>
              </a:rPr>
              <a:t>&gt;</a:t>
            </a:r>
            <a:r>
              <a:rPr lang="en-US" sz="1600" dirty="0"/>
              <a:t>, </a:t>
            </a:r>
            <a:r>
              <a:rPr lang="is-IS" sz="1600" dirty="0">
                <a:latin typeface="Courier" charset="0"/>
                <a:ea typeface="Courier" charset="0"/>
                <a:cs typeface="Courier" charset="0"/>
              </a:rPr>
              <a:t> </a:t>
            </a:r>
            <a:r>
              <a:rPr lang="is-IS" dirty="0">
                <a:ea typeface="Courier" charset="0"/>
                <a:cs typeface="Courier" charset="0"/>
              </a:rPr>
              <a:t>which lists the address sets (each defined as starting address, length) assigned to the node</a:t>
            </a:r>
            <a:endParaRPr lang="en-US" sz="1600" dirty="0">
              <a:latin typeface="Courier" charset="0"/>
              <a:ea typeface="Courier" charset="0"/>
              <a:cs typeface="Courier" charset="0"/>
            </a:endParaRPr>
          </a:p>
          <a:p>
            <a:pPr lvl="1"/>
            <a:r>
              <a:rPr lang="en-US" sz="1600" dirty="0">
                <a:latin typeface="Courier" charset="0"/>
                <a:ea typeface="Courier" charset="0"/>
                <a:cs typeface="Courier" charset="0"/>
              </a:rPr>
              <a:t>#address-cells = &lt;num of addresses&gt;</a:t>
            </a:r>
            <a:r>
              <a:rPr lang="en-US" sz="1600" dirty="0"/>
              <a:t>, </a:t>
            </a:r>
            <a:r>
              <a:rPr lang="en-US" dirty="0"/>
              <a:t> which states the number of address sets for the node</a:t>
            </a:r>
          </a:p>
          <a:p>
            <a:pPr lvl="1"/>
            <a:r>
              <a:rPr lang="en-US" sz="1600" dirty="0">
                <a:latin typeface="Courier" charset="0"/>
                <a:ea typeface="Courier" charset="0"/>
                <a:cs typeface="Courier" charset="0"/>
              </a:rPr>
              <a:t>#size-cells=&lt;num of size cells&gt;</a:t>
            </a:r>
            <a:r>
              <a:rPr lang="en-US" dirty="0"/>
              <a:t>, which states the number of size for each set</a:t>
            </a:r>
          </a:p>
          <a:p>
            <a:r>
              <a:rPr lang="en-US" dirty="0"/>
              <a:t>Note:</a:t>
            </a:r>
            <a:endParaRPr lang="en-US" altLang="en-US" dirty="0">
              <a:ea typeface="ＭＳ Ｐゴシック" panose="020B0600070205080204" pitchFamily="34" charset="-128"/>
            </a:endParaRPr>
          </a:p>
          <a:p>
            <a:pPr lvl="1"/>
            <a:r>
              <a:rPr lang="en-US" dirty="0"/>
              <a:t>Every node in the tree that represents a device is required to have the </a:t>
            </a:r>
            <a:r>
              <a:rPr lang="en-US" sz="1600" dirty="0">
                <a:solidFill>
                  <a:srgbClr val="128CAB"/>
                </a:solidFill>
                <a:latin typeface="Courier" charset="0"/>
                <a:ea typeface="Courier" charset="0"/>
                <a:cs typeface="Courier" charset="0"/>
              </a:rPr>
              <a:t>compatible</a:t>
            </a:r>
            <a:r>
              <a:rPr lang="en-US" dirty="0"/>
              <a:t> property.</a:t>
            </a:r>
          </a:p>
          <a:p>
            <a:pPr lvl="1"/>
            <a:r>
              <a:rPr lang="en-US" sz="1600" dirty="0">
                <a:latin typeface="Courier" charset="0"/>
                <a:ea typeface="Courier" charset="0"/>
                <a:cs typeface="Courier" charset="0"/>
              </a:rPr>
              <a:t>compatible</a:t>
            </a:r>
            <a:r>
              <a:rPr lang="en-US" sz="1600" dirty="0"/>
              <a:t> </a:t>
            </a:r>
            <a:r>
              <a:rPr lang="en-US" dirty="0"/>
              <a:t>is the key Linux uses to decide which device driver to bind to a device.</a:t>
            </a:r>
            <a:endParaRPr lang="en-US" altLang="en-US" dirty="0">
              <a:ea typeface="ＭＳ Ｐゴシック" panose="020B0600070205080204" pitchFamily="34" charset="-128"/>
            </a:endParaRPr>
          </a:p>
          <a:p>
            <a:pPr lvl="2"/>
            <a:endParaRPr lang="en-US" altLang="en-US" dirty="0">
              <a:ea typeface="ＭＳ Ｐゴシック" panose="020B0600070205080204" pitchFamily="34" charset="-128"/>
            </a:endParaRPr>
          </a:p>
        </p:txBody>
      </p:sp>
      <p:sp>
        <p:nvSpPr>
          <p:cNvPr id="5" name="Content Placeholder 5">
            <a:extLst>
              <a:ext uri="{FF2B5EF4-FFF2-40B4-BE49-F238E27FC236}">
                <a16:creationId xmlns:a16="http://schemas.microsoft.com/office/drawing/2014/main" id="{C5EE3EC7-3CF3-4966-A47E-62E895D75758}"/>
              </a:ext>
            </a:extLst>
          </p:cNvPr>
          <p:cNvSpPr txBox="1">
            <a:spLocks/>
          </p:cNvSpPr>
          <p:nvPr/>
        </p:nvSpPr>
        <p:spPr>
          <a:xfrm>
            <a:off x="7086601" y="1440005"/>
            <a:ext cx="4298950" cy="3717784"/>
          </a:xfrm>
          <a:prstGeom prst="rect">
            <a:avLst/>
          </a:prstGeom>
        </p:spPr>
        <p:txBody>
          <a:bodyPr/>
          <a:lstStyle>
            <a:lvl1pPr algn="l" rtl="0" eaLnBrk="1" fontAlgn="base" hangingPunct="1">
              <a:lnSpc>
                <a:spcPct val="90000"/>
              </a:lnSpc>
              <a:spcBef>
                <a:spcPct val="0"/>
              </a:spcBef>
              <a:spcAft>
                <a:spcPts val="1600"/>
              </a:spcAft>
              <a:buFont typeface="Calibri" panose="020F0502020204030204" pitchFamily="34" charset="0"/>
              <a:defRPr sz="2400" kern="1200">
                <a:solidFill>
                  <a:schemeClr val="tx2"/>
                </a:solidFill>
                <a:latin typeface="+mn-lt"/>
                <a:ea typeface="ＭＳ Ｐゴシック" charset="0"/>
                <a:cs typeface="ＭＳ Ｐゴシック" charset="0"/>
              </a:defRPr>
            </a:lvl1pPr>
            <a:lvl2pPr marL="398463" indent="-166688" algn="l" rtl="0" eaLnBrk="1" fontAlgn="base" hangingPunct="1">
              <a:lnSpc>
                <a:spcPct val="90000"/>
              </a:lnSpc>
              <a:spcBef>
                <a:spcPct val="0"/>
              </a:spcBef>
              <a:spcAft>
                <a:spcPts val="1200"/>
              </a:spcAft>
              <a:buClr>
                <a:schemeClr val="accent1"/>
              </a:buClr>
              <a:buSzPct val="80000"/>
              <a:buFont typeface="Arial" panose="020B0604020202020204" pitchFamily="34" charset="0"/>
              <a:buChar char="•"/>
              <a:defRPr kern="1200">
                <a:solidFill>
                  <a:srgbClr val="383838"/>
                </a:solidFill>
                <a:latin typeface="+mn-lt"/>
                <a:ea typeface="ＭＳ Ｐゴシック" charset="0"/>
                <a:cs typeface="+mn-cs"/>
              </a:defRPr>
            </a:lvl2pPr>
            <a:lvl3pPr marL="855663" indent="-166688" algn="l" rtl="0" eaLnBrk="1" fontAlgn="base" hangingPunct="1">
              <a:lnSpc>
                <a:spcPct val="90000"/>
              </a:lnSpc>
              <a:spcBef>
                <a:spcPct val="0"/>
              </a:spcBef>
              <a:spcAft>
                <a:spcPts val="1200"/>
              </a:spcAft>
              <a:buClr>
                <a:schemeClr val="accent1"/>
              </a:buClr>
              <a:buSzPct val="80000"/>
              <a:buFont typeface="Calibri" panose="020F0502020204030204" pitchFamily="34" charset="0"/>
              <a:buChar char="–"/>
              <a:defRPr kern="1200">
                <a:solidFill>
                  <a:srgbClr val="383838"/>
                </a:solidFill>
                <a:latin typeface="+mn-lt"/>
                <a:ea typeface="ＭＳ Ｐゴシック" charset="0"/>
                <a:cs typeface="+mn-cs"/>
              </a:defRPr>
            </a:lvl3pPr>
            <a:lvl4pPr marL="1201738" indent="-173038" algn="l" rtl="0" eaLnBrk="1" fontAlgn="base" hangingPunct="1">
              <a:lnSpc>
                <a:spcPct val="90000"/>
              </a:lnSpc>
              <a:spcBef>
                <a:spcPct val="0"/>
              </a:spcBef>
              <a:spcAft>
                <a:spcPts val="800"/>
              </a:spcAft>
              <a:buClr>
                <a:schemeClr val="accent1"/>
              </a:buClr>
              <a:buSzPct val="80000"/>
              <a:buFont typeface="Wingdings" panose="05000000000000000000" pitchFamily="2" charset="2"/>
              <a:buChar char="§"/>
              <a:defRPr kern="1200">
                <a:solidFill>
                  <a:srgbClr val="383838"/>
                </a:solidFill>
                <a:latin typeface="+mn-lt"/>
                <a:ea typeface="ＭＳ Ｐゴシック" charset="0"/>
                <a:cs typeface="+mn-cs"/>
              </a:defRPr>
            </a:lvl4pPr>
            <a:lvl5pPr marL="1427163" indent="-168275" algn="l" rtl="0" eaLnBrk="1" fontAlgn="base" hangingPunct="1">
              <a:lnSpc>
                <a:spcPct val="90000"/>
              </a:lnSpc>
              <a:spcBef>
                <a:spcPct val="0"/>
              </a:spcBef>
              <a:spcAft>
                <a:spcPts val="800"/>
              </a:spcAft>
              <a:buClr>
                <a:schemeClr val="accent1"/>
              </a:buClr>
              <a:buSzPct val="80000"/>
              <a:buFont typeface="Calibri" panose="020F0502020204030204" pitchFamily="34" charset="0"/>
              <a:buChar char="–"/>
              <a:defRPr kern="1200">
                <a:solidFill>
                  <a:srgbClr val="383838"/>
                </a:solidFill>
                <a:latin typeface="+mn-lt"/>
                <a:ea typeface="ＭＳ Ｐゴシック" charset="0"/>
                <a:cs typeface="+mn-cs"/>
              </a:defRPr>
            </a:lvl5pPr>
            <a:lvl6pPr marL="1655064" indent="-164592" algn="l" defTabSz="914400" rtl="0" eaLnBrk="1" latinLnBrk="0" hangingPunct="1">
              <a:lnSpc>
                <a:spcPct val="90000"/>
              </a:lnSpc>
              <a:spcBef>
                <a:spcPts val="0"/>
              </a:spcBef>
              <a:spcAft>
                <a:spcPts val="800"/>
              </a:spcAft>
              <a:buClr>
                <a:schemeClr val="accent1"/>
              </a:buClr>
              <a:buSzPct val="80000"/>
              <a:buFont typeface="Wingdings" panose="05000000000000000000" pitchFamily="2" charset="2"/>
              <a:buChar char="§"/>
              <a:defRPr lang="en-US" sz="1800" kern="1200" dirty="0" smtClean="0">
                <a:solidFill>
                  <a:srgbClr val="383838"/>
                </a:solidFill>
                <a:latin typeface="+mn-lt"/>
                <a:ea typeface="+mn-ea"/>
                <a:cs typeface="+mn-cs"/>
              </a:defRPr>
            </a:lvl6pPr>
            <a:lvl7pPr marL="1883664" indent="-164592" algn="l" defTabSz="914400" rtl="0" eaLnBrk="1" latinLnBrk="0" hangingPunct="1">
              <a:lnSpc>
                <a:spcPct val="90000"/>
              </a:lnSpc>
              <a:spcBef>
                <a:spcPts val="0"/>
              </a:spcBef>
              <a:spcAft>
                <a:spcPts val="800"/>
              </a:spcAft>
              <a:buClr>
                <a:schemeClr val="accent1"/>
              </a:buClr>
              <a:buSzPct val="80000"/>
              <a:buFont typeface="Calibri" panose="020F0502020204030204" pitchFamily="34" charset="0"/>
              <a:buChar char="–"/>
              <a:defRPr lang="en-US" sz="1800" kern="1200" dirty="0" smtClean="0">
                <a:solidFill>
                  <a:srgbClr val="383838"/>
                </a:solidFill>
                <a:latin typeface="+mn-lt"/>
                <a:ea typeface="+mn-ea"/>
                <a:cs typeface="+mn-cs"/>
              </a:defRPr>
            </a:lvl7pPr>
            <a:lvl8pPr marL="2112264" indent="-164592" algn="l" defTabSz="914400" rtl="0" eaLnBrk="1" latinLnBrk="0" hangingPunct="1">
              <a:lnSpc>
                <a:spcPct val="90000"/>
              </a:lnSpc>
              <a:spcBef>
                <a:spcPts val="0"/>
              </a:spcBef>
              <a:spcAft>
                <a:spcPts val="800"/>
              </a:spcAft>
              <a:buClr>
                <a:schemeClr val="accent1"/>
              </a:buClr>
              <a:buSzPct val="80000"/>
              <a:buFont typeface="Wingdings" panose="05000000000000000000" pitchFamily="2" charset="2"/>
              <a:buChar char="§"/>
              <a:defRPr lang="en-US" sz="1800" kern="1200" dirty="0" smtClean="0">
                <a:solidFill>
                  <a:srgbClr val="383838"/>
                </a:solidFill>
                <a:latin typeface="+mn-lt"/>
                <a:ea typeface="+mn-ea"/>
                <a:cs typeface="+mn-cs"/>
              </a:defRPr>
            </a:lvl8pPr>
            <a:lvl9pPr marL="2340864" indent="-164592" algn="l" defTabSz="914400" rtl="0" eaLnBrk="1" latinLnBrk="0" hangingPunct="1">
              <a:lnSpc>
                <a:spcPct val="90000"/>
              </a:lnSpc>
              <a:spcBef>
                <a:spcPts val="0"/>
              </a:spcBef>
              <a:spcAft>
                <a:spcPts val="800"/>
              </a:spcAft>
              <a:buClr>
                <a:schemeClr val="accent1"/>
              </a:buClr>
              <a:buSzPct val="80000"/>
              <a:buFont typeface="Calibri" panose="020F0502020204030204" pitchFamily="34" charset="0"/>
              <a:buChar char="–"/>
              <a:defRPr lang="en-US" sz="1800" kern="1200" dirty="0" smtClean="0">
                <a:solidFill>
                  <a:srgbClr val="383838"/>
                </a:solidFill>
                <a:latin typeface="+mn-lt"/>
                <a:ea typeface="+mn-ea"/>
                <a:cs typeface="+mn-cs"/>
              </a:defRPr>
            </a:lvl9pPr>
          </a:lstStyle>
          <a:p>
            <a:pPr>
              <a:lnSpc>
                <a:spcPct val="100000"/>
              </a:lnSpc>
              <a:spcAft>
                <a:spcPts val="400"/>
              </a:spcAft>
            </a:pPr>
            <a:r>
              <a:rPr lang="en-US" sz="1400" dirty="0">
                <a:latin typeface="Courier" charset="0"/>
                <a:ea typeface="Courier" charset="0"/>
                <a:cs typeface="Courier" charset="0"/>
              </a:rPr>
              <a:t>/ {</a:t>
            </a:r>
          </a:p>
          <a:p>
            <a:pPr>
              <a:lnSpc>
                <a:spcPct val="100000"/>
              </a:lnSpc>
              <a:spcAft>
                <a:spcPts val="400"/>
              </a:spcAft>
            </a:pPr>
            <a:r>
              <a:rPr lang="en-US" sz="1400" dirty="0">
                <a:latin typeface="Courier" charset="0"/>
                <a:ea typeface="Courier" charset="0"/>
                <a:cs typeface="Courier" charset="0"/>
              </a:rPr>
              <a:t>    </a:t>
            </a:r>
            <a:r>
              <a:rPr lang="ro-RO" sz="1400" dirty="0">
                <a:latin typeface="Courier" charset="0"/>
                <a:ea typeface="Courier" charset="0"/>
                <a:cs typeface="Courier" charset="0"/>
              </a:rPr>
              <a:t>cpus {</a:t>
            </a:r>
          </a:p>
          <a:p>
            <a:pPr>
              <a:lnSpc>
                <a:spcPct val="100000"/>
              </a:lnSpc>
              <a:spcAft>
                <a:spcPts val="400"/>
              </a:spcAft>
            </a:pPr>
            <a:r>
              <a:rPr lang="ro-RO" sz="1400" dirty="0">
                <a:latin typeface="Courier" charset="0"/>
                <a:ea typeface="Courier" charset="0"/>
                <a:cs typeface="Courier" charset="0"/>
              </a:rPr>
              <a:t>      </a:t>
            </a:r>
            <a:r>
              <a:rPr lang="ro-RO" sz="1400" dirty="0">
                <a:solidFill>
                  <a:srgbClr val="128CAB"/>
                </a:solidFill>
                <a:latin typeface="Courier" charset="0"/>
                <a:ea typeface="Courier" charset="0"/>
                <a:cs typeface="Courier" charset="0"/>
              </a:rPr>
              <a:t>#address-cells = &lt;1&gt;;</a:t>
            </a:r>
          </a:p>
          <a:p>
            <a:pPr>
              <a:lnSpc>
                <a:spcPct val="100000"/>
              </a:lnSpc>
              <a:spcAft>
                <a:spcPts val="400"/>
              </a:spcAft>
            </a:pPr>
            <a:r>
              <a:rPr lang="ro-RO" sz="1400" dirty="0">
                <a:latin typeface="Courier" charset="0"/>
                <a:ea typeface="Courier" charset="0"/>
                <a:cs typeface="Courier" charset="0"/>
              </a:rPr>
              <a:t>      </a:t>
            </a:r>
            <a:r>
              <a:rPr lang="ro-RO" sz="1400" dirty="0">
                <a:solidFill>
                  <a:srgbClr val="128CAB"/>
                </a:solidFill>
                <a:latin typeface="Courier" charset="0"/>
                <a:ea typeface="Courier" charset="0"/>
                <a:cs typeface="Courier" charset="0"/>
              </a:rPr>
              <a:t>#size-cells = &lt;0&gt;;</a:t>
            </a:r>
          </a:p>
          <a:p>
            <a:pPr>
              <a:lnSpc>
                <a:spcPct val="100000"/>
              </a:lnSpc>
              <a:spcAft>
                <a:spcPts val="400"/>
              </a:spcAft>
            </a:pPr>
            <a:r>
              <a:rPr lang="ro-RO" sz="1400" dirty="0">
                <a:latin typeface="Courier" charset="0"/>
                <a:ea typeface="Courier" charset="0"/>
                <a:cs typeface="Courier" charset="0"/>
              </a:rPr>
              <a:t>      cpu@0 {</a:t>
            </a:r>
          </a:p>
          <a:p>
            <a:pPr>
              <a:lnSpc>
                <a:spcPct val="100000"/>
              </a:lnSpc>
              <a:spcAft>
                <a:spcPts val="400"/>
              </a:spcAft>
            </a:pPr>
            <a:r>
              <a:rPr lang="ro-RO" sz="1400" dirty="0">
                <a:latin typeface="Courier" charset="0"/>
                <a:ea typeface="Courier" charset="0"/>
                <a:cs typeface="Courier" charset="0"/>
              </a:rPr>
              <a:t>        compatible = "arm,cortex-a9";</a:t>
            </a:r>
          </a:p>
          <a:p>
            <a:pPr>
              <a:lnSpc>
                <a:spcPct val="100000"/>
              </a:lnSpc>
              <a:spcAft>
                <a:spcPts val="400"/>
              </a:spcAft>
            </a:pPr>
            <a:r>
              <a:rPr lang="ro-RO" sz="1400" dirty="0">
                <a:latin typeface="Courier" charset="0"/>
                <a:ea typeface="Courier" charset="0"/>
                <a:cs typeface="Courier" charset="0"/>
              </a:rPr>
              <a:t>        </a:t>
            </a:r>
            <a:r>
              <a:rPr lang="ro-RO" sz="1400" dirty="0">
                <a:solidFill>
                  <a:srgbClr val="128CAB"/>
                </a:solidFill>
                <a:latin typeface="Courier" charset="0"/>
                <a:ea typeface="Courier" charset="0"/>
                <a:cs typeface="Courier" charset="0"/>
              </a:rPr>
              <a:t>reg = &lt;0&gt;;</a:t>
            </a:r>
          </a:p>
          <a:p>
            <a:pPr>
              <a:lnSpc>
                <a:spcPct val="100000"/>
              </a:lnSpc>
              <a:spcAft>
                <a:spcPts val="400"/>
              </a:spcAft>
            </a:pPr>
            <a:r>
              <a:rPr lang="ro-RO" sz="1400" dirty="0">
                <a:latin typeface="Courier" charset="0"/>
                <a:ea typeface="Courier" charset="0"/>
                <a:cs typeface="Courier" charset="0"/>
              </a:rPr>
              <a:t>      };</a:t>
            </a:r>
          </a:p>
          <a:p>
            <a:pPr>
              <a:lnSpc>
                <a:spcPct val="100000"/>
              </a:lnSpc>
              <a:spcAft>
                <a:spcPts val="400"/>
              </a:spcAft>
            </a:pPr>
            <a:r>
              <a:rPr lang="ro-RO" sz="1400" dirty="0">
                <a:latin typeface="Courier" charset="0"/>
                <a:ea typeface="Courier" charset="0"/>
                <a:cs typeface="Courier" charset="0"/>
              </a:rPr>
              <a:t>      cpu@1 {</a:t>
            </a:r>
          </a:p>
          <a:p>
            <a:pPr>
              <a:lnSpc>
                <a:spcPct val="100000"/>
              </a:lnSpc>
              <a:spcAft>
                <a:spcPts val="400"/>
              </a:spcAft>
            </a:pPr>
            <a:r>
              <a:rPr lang="ro-RO" sz="1400" dirty="0">
                <a:latin typeface="Courier" charset="0"/>
                <a:ea typeface="Courier" charset="0"/>
                <a:cs typeface="Courier" charset="0"/>
              </a:rPr>
              <a:t>        compatible = "arm,cortex-a9";</a:t>
            </a:r>
          </a:p>
          <a:p>
            <a:pPr>
              <a:lnSpc>
                <a:spcPct val="100000"/>
              </a:lnSpc>
              <a:spcAft>
                <a:spcPts val="400"/>
              </a:spcAft>
            </a:pPr>
            <a:r>
              <a:rPr lang="ro-RO" sz="1400" dirty="0">
                <a:latin typeface="Courier" charset="0"/>
                <a:ea typeface="Courier" charset="0"/>
                <a:cs typeface="Courier" charset="0"/>
              </a:rPr>
              <a:t>        </a:t>
            </a:r>
            <a:r>
              <a:rPr lang="ro-RO" sz="1400" dirty="0">
                <a:solidFill>
                  <a:srgbClr val="128CAB"/>
                </a:solidFill>
                <a:latin typeface="Courier" charset="0"/>
                <a:ea typeface="Courier" charset="0"/>
                <a:cs typeface="Courier" charset="0"/>
              </a:rPr>
              <a:t>reg = &lt;1&gt;;</a:t>
            </a:r>
          </a:p>
          <a:p>
            <a:pPr>
              <a:lnSpc>
                <a:spcPct val="100000"/>
              </a:lnSpc>
              <a:spcAft>
                <a:spcPts val="400"/>
              </a:spcAft>
            </a:pPr>
            <a:r>
              <a:rPr lang="ro-RO" sz="1400" dirty="0">
                <a:latin typeface="Courier" charset="0"/>
                <a:ea typeface="Courier" charset="0"/>
                <a:cs typeface="Courier" charset="0"/>
              </a:rPr>
              <a:t>      };</a:t>
            </a:r>
          </a:p>
          <a:p>
            <a:pPr>
              <a:lnSpc>
                <a:spcPct val="100000"/>
              </a:lnSpc>
              <a:spcAft>
                <a:spcPts val="400"/>
              </a:spcAft>
            </a:pPr>
            <a:r>
              <a:rPr lang="ro-RO" sz="1400" dirty="0">
                <a:latin typeface="Courier" charset="0"/>
                <a:ea typeface="Courier" charset="0"/>
                <a:cs typeface="Courier" charset="0"/>
              </a:rPr>
              <a:t>    };</a:t>
            </a:r>
            <a:endParaRPr lang="en-US" sz="1400" dirty="0">
              <a:latin typeface="Courier" charset="0"/>
              <a:ea typeface="Courier" charset="0"/>
              <a:cs typeface="Courier" charset="0"/>
            </a:endParaRPr>
          </a:p>
          <a:p>
            <a:pPr>
              <a:lnSpc>
                <a:spcPct val="100000"/>
              </a:lnSpc>
              <a:spcAft>
                <a:spcPts val="400"/>
              </a:spcAft>
            </a:pPr>
            <a:r>
              <a:rPr lang="en-US" sz="1400" dirty="0">
                <a:latin typeface="Courier" charset="0"/>
                <a:ea typeface="Courier" charset="0"/>
                <a:cs typeface="Courier" charset="0"/>
              </a:rPr>
              <a:t>};</a:t>
            </a:r>
          </a:p>
        </p:txBody>
      </p:sp>
    </p:spTree>
    <p:extLst>
      <p:ext uri="{BB962C8B-B14F-4D97-AF65-F5344CB8AC3E}">
        <p14:creationId xmlns:p14="http://schemas.microsoft.com/office/powerpoint/2010/main" val="29609746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Device Tree Addressing</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5603875" cy="4086225"/>
          </a:xfrm>
        </p:spPr>
        <p:txBody>
          <a:bodyPr wrap="square" numCol="1" anchor="t" anchorCtr="0" compatLnSpc="1">
            <a:prstTxWarp prst="textNoShape">
              <a:avLst/>
            </a:prstTxWarp>
          </a:bodyPr>
          <a:lstStyle/>
          <a:p>
            <a:r>
              <a:rPr lang="it-IT" dirty="0"/>
              <a:t>CPU addressing</a:t>
            </a:r>
            <a:endParaRPr lang="en-US" altLang="en-US" dirty="0">
              <a:ea typeface="ＭＳ Ｐゴシック" panose="020B0600070205080204" pitchFamily="34" charset="-128"/>
            </a:endParaRPr>
          </a:p>
          <a:p>
            <a:pPr marL="398145" lvl="1" indent="-166370"/>
            <a:r>
              <a:rPr lang="it-IT" dirty="0">
                <a:ea typeface="ＭＳ Ｐゴシック"/>
              </a:rPr>
              <a:t>Each CPU is associated with a unique ID only.</a:t>
            </a:r>
            <a:endParaRPr lang="it-IT" dirty="0">
              <a:ea typeface="ＭＳ Ｐゴシック"/>
              <a:cs typeface="Calibri"/>
            </a:endParaRPr>
          </a:p>
          <a:p>
            <a:pPr marL="398145" lvl="1" indent="-166370"/>
            <a:r>
              <a:rPr lang="en-US" sz="1600" dirty="0">
                <a:latin typeface="Courier"/>
                <a:ea typeface="Courier" charset="0"/>
                <a:cs typeface="Courier" charset="0"/>
              </a:rPr>
              <a:t>#size-cells=&lt;0&gt;</a:t>
            </a:r>
            <a:r>
              <a:rPr lang="en-US" dirty="0">
                <a:ea typeface="ＭＳ Ｐゴシック"/>
              </a:rPr>
              <a:t>, always</a:t>
            </a:r>
            <a:endParaRPr lang="en-US" altLang="en-US" dirty="0">
              <a:ea typeface="ＭＳ Ｐゴシック"/>
              <a:cs typeface="Calibri"/>
            </a:endParaRPr>
          </a:p>
          <a:p>
            <a:r>
              <a:rPr lang="en-US" dirty="0"/>
              <a:t>Memory mapped devices</a:t>
            </a:r>
            <a:endParaRPr lang="en-US" altLang="en-US" dirty="0">
              <a:ea typeface="ＭＳ Ｐゴシック" panose="020B0600070205080204" pitchFamily="34" charset="-128"/>
            </a:endParaRPr>
          </a:p>
          <a:p>
            <a:pPr marL="398145" lvl="1" indent="-166370"/>
            <a:r>
              <a:rPr lang="en-US" dirty="0">
                <a:ea typeface="ＭＳ Ｐゴシック"/>
              </a:rPr>
              <a:t>Typically defined by one 32-bit based address, and one 32-bit length.</a:t>
            </a:r>
            <a:endParaRPr lang="en-US" dirty="0">
              <a:cs typeface="Calibri"/>
            </a:endParaRPr>
          </a:p>
          <a:p>
            <a:pPr marL="398145" lvl="1" indent="-166370"/>
            <a:r>
              <a:rPr lang="en-US" sz="1600" dirty="0">
                <a:latin typeface="Courier"/>
                <a:ea typeface="Courier" charset="0"/>
                <a:cs typeface="Courier" charset="0"/>
              </a:rPr>
              <a:t>#address-cells=&lt;1&gt;</a:t>
            </a:r>
          </a:p>
          <a:p>
            <a:pPr marL="398145" lvl="1" indent="-166370"/>
            <a:r>
              <a:rPr lang="en-US" sz="1600" dirty="0">
                <a:latin typeface="Courier"/>
                <a:ea typeface="Courier" charset="0"/>
                <a:cs typeface="Courier" charset="0"/>
              </a:rPr>
              <a:t>#size-cells=&lt;1&gt;</a:t>
            </a:r>
            <a:endParaRPr lang="en-US" altLang="en-US" dirty="0">
              <a:latin typeface="Courier"/>
              <a:ea typeface="ＭＳ Ｐゴシック" panose="020B0600070205080204" pitchFamily="34" charset="-128"/>
              <a:cs typeface="Calibri"/>
            </a:endParaRPr>
          </a:p>
          <a:p>
            <a:pPr marL="855345" lvl="2" indent="-166370"/>
            <a:endParaRPr lang="en-US" altLang="en-US" dirty="0">
              <a:ea typeface="ＭＳ Ｐゴシック" panose="020B0600070205080204" pitchFamily="34" charset="-128"/>
              <a:cs typeface="Calibri"/>
            </a:endParaRPr>
          </a:p>
        </p:txBody>
      </p:sp>
      <p:sp>
        <p:nvSpPr>
          <p:cNvPr id="5" name="Content Placeholder 5">
            <a:extLst>
              <a:ext uri="{FF2B5EF4-FFF2-40B4-BE49-F238E27FC236}">
                <a16:creationId xmlns:a16="http://schemas.microsoft.com/office/drawing/2014/main" id="{45061E3E-06AE-40D7-9963-BB479EAF6666}"/>
              </a:ext>
            </a:extLst>
          </p:cNvPr>
          <p:cNvSpPr txBox="1">
            <a:spLocks/>
          </p:cNvSpPr>
          <p:nvPr/>
        </p:nvSpPr>
        <p:spPr>
          <a:xfrm>
            <a:off x="7086601" y="1082813"/>
            <a:ext cx="4298950" cy="2417620"/>
          </a:xfrm>
          <a:prstGeom prst="rect">
            <a:avLst/>
          </a:prstGeom>
        </p:spPr>
        <p:txBody>
          <a:bodyPr/>
          <a:lstStyle>
            <a:lvl1pPr algn="l" rtl="0" eaLnBrk="1" fontAlgn="base" hangingPunct="1">
              <a:lnSpc>
                <a:spcPct val="90000"/>
              </a:lnSpc>
              <a:spcBef>
                <a:spcPct val="0"/>
              </a:spcBef>
              <a:spcAft>
                <a:spcPts val="1600"/>
              </a:spcAft>
              <a:buFont typeface="Calibri" panose="020F0502020204030204" pitchFamily="34" charset="0"/>
              <a:defRPr sz="2400" kern="1200">
                <a:solidFill>
                  <a:schemeClr val="tx2"/>
                </a:solidFill>
                <a:latin typeface="+mn-lt"/>
                <a:ea typeface="ＭＳ Ｐゴシック" charset="0"/>
                <a:cs typeface="ＭＳ Ｐゴシック" charset="0"/>
              </a:defRPr>
            </a:lvl1pPr>
            <a:lvl2pPr marL="398463" indent="-166688" algn="l" rtl="0" eaLnBrk="1" fontAlgn="base" hangingPunct="1">
              <a:lnSpc>
                <a:spcPct val="90000"/>
              </a:lnSpc>
              <a:spcBef>
                <a:spcPct val="0"/>
              </a:spcBef>
              <a:spcAft>
                <a:spcPts val="1200"/>
              </a:spcAft>
              <a:buClr>
                <a:schemeClr val="accent1"/>
              </a:buClr>
              <a:buSzPct val="80000"/>
              <a:buFont typeface="Arial" panose="020B0604020202020204" pitchFamily="34" charset="0"/>
              <a:buChar char="•"/>
              <a:defRPr kern="1200">
                <a:solidFill>
                  <a:srgbClr val="383838"/>
                </a:solidFill>
                <a:latin typeface="+mn-lt"/>
                <a:ea typeface="ＭＳ Ｐゴシック" charset="0"/>
                <a:cs typeface="+mn-cs"/>
              </a:defRPr>
            </a:lvl2pPr>
            <a:lvl3pPr marL="855663" indent="-166688" algn="l" rtl="0" eaLnBrk="1" fontAlgn="base" hangingPunct="1">
              <a:lnSpc>
                <a:spcPct val="90000"/>
              </a:lnSpc>
              <a:spcBef>
                <a:spcPct val="0"/>
              </a:spcBef>
              <a:spcAft>
                <a:spcPts val="1200"/>
              </a:spcAft>
              <a:buClr>
                <a:schemeClr val="accent1"/>
              </a:buClr>
              <a:buSzPct val="80000"/>
              <a:buFont typeface="Calibri" panose="020F0502020204030204" pitchFamily="34" charset="0"/>
              <a:buChar char="–"/>
              <a:defRPr kern="1200">
                <a:solidFill>
                  <a:srgbClr val="383838"/>
                </a:solidFill>
                <a:latin typeface="+mn-lt"/>
                <a:ea typeface="ＭＳ Ｐゴシック" charset="0"/>
                <a:cs typeface="+mn-cs"/>
              </a:defRPr>
            </a:lvl3pPr>
            <a:lvl4pPr marL="1201738" indent="-173038" algn="l" rtl="0" eaLnBrk="1" fontAlgn="base" hangingPunct="1">
              <a:lnSpc>
                <a:spcPct val="90000"/>
              </a:lnSpc>
              <a:spcBef>
                <a:spcPct val="0"/>
              </a:spcBef>
              <a:spcAft>
                <a:spcPts val="800"/>
              </a:spcAft>
              <a:buClr>
                <a:schemeClr val="accent1"/>
              </a:buClr>
              <a:buSzPct val="80000"/>
              <a:buFont typeface="Wingdings" panose="05000000000000000000" pitchFamily="2" charset="2"/>
              <a:buChar char="§"/>
              <a:defRPr kern="1200">
                <a:solidFill>
                  <a:srgbClr val="383838"/>
                </a:solidFill>
                <a:latin typeface="+mn-lt"/>
                <a:ea typeface="ＭＳ Ｐゴシック" charset="0"/>
                <a:cs typeface="+mn-cs"/>
              </a:defRPr>
            </a:lvl4pPr>
            <a:lvl5pPr marL="1427163" indent="-168275" algn="l" rtl="0" eaLnBrk="1" fontAlgn="base" hangingPunct="1">
              <a:lnSpc>
                <a:spcPct val="90000"/>
              </a:lnSpc>
              <a:spcBef>
                <a:spcPct val="0"/>
              </a:spcBef>
              <a:spcAft>
                <a:spcPts val="800"/>
              </a:spcAft>
              <a:buClr>
                <a:schemeClr val="accent1"/>
              </a:buClr>
              <a:buSzPct val="80000"/>
              <a:buFont typeface="Calibri" panose="020F0502020204030204" pitchFamily="34" charset="0"/>
              <a:buChar char="–"/>
              <a:defRPr kern="1200">
                <a:solidFill>
                  <a:srgbClr val="383838"/>
                </a:solidFill>
                <a:latin typeface="+mn-lt"/>
                <a:ea typeface="ＭＳ Ｐゴシック" charset="0"/>
                <a:cs typeface="+mn-cs"/>
              </a:defRPr>
            </a:lvl5pPr>
            <a:lvl6pPr marL="1655064" indent="-164592" algn="l" defTabSz="914400" rtl="0" eaLnBrk="1" latinLnBrk="0" hangingPunct="1">
              <a:lnSpc>
                <a:spcPct val="90000"/>
              </a:lnSpc>
              <a:spcBef>
                <a:spcPts val="0"/>
              </a:spcBef>
              <a:spcAft>
                <a:spcPts val="800"/>
              </a:spcAft>
              <a:buClr>
                <a:schemeClr val="accent1"/>
              </a:buClr>
              <a:buSzPct val="80000"/>
              <a:buFont typeface="Wingdings" panose="05000000000000000000" pitchFamily="2" charset="2"/>
              <a:buChar char="§"/>
              <a:defRPr lang="en-US" sz="1800" kern="1200" dirty="0" smtClean="0">
                <a:solidFill>
                  <a:srgbClr val="383838"/>
                </a:solidFill>
                <a:latin typeface="+mn-lt"/>
                <a:ea typeface="+mn-ea"/>
                <a:cs typeface="+mn-cs"/>
              </a:defRPr>
            </a:lvl6pPr>
            <a:lvl7pPr marL="1883664" indent="-164592" algn="l" defTabSz="914400" rtl="0" eaLnBrk="1" latinLnBrk="0" hangingPunct="1">
              <a:lnSpc>
                <a:spcPct val="90000"/>
              </a:lnSpc>
              <a:spcBef>
                <a:spcPts val="0"/>
              </a:spcBef>
              <a:spcAft>
                <a:spcPts val="800"/>
              </a:spcAft>
              <a:buClr>
                <a:schemeClr val="accent1"/>
              </a:buClr>
              <a:buSzPct val="80000"/>
              <a:buFont typeface="Calibri" panose="020F0502020204030204" pitchFamily="34" charset="0"/>
              <a:buChar char="–"/>
              <a:defRPr lang="en-US" sz="1800" kern="1200" dirty="0" smtClean="0">
                <a:solidFill>
                  <a:srgbClr val="383838"/>
                </a:solidFill>
                <a:latin typeface="+mn-lt"/>
                <a:ea typeface="+mn-ea"/>
                <a:cs typeface="+mn-cs"/>
              </a:defRPr>
            </a:lvl7pPr>
            <a:lvl8pPr marL="2112264" indent="-164592" algn="l" defTabSz="914400" rtl="0" eaLnBrk="1" latinLnBrk="0" hangingPunct="1">
              <a:lnSpc>
                <a:spcPct val="90000"/>
              </a:lnSpc>
              <a:spcBef>
                <a:spcPts val="0"/>
              </a:spcBef>
              <a:spcAft>
                <a:spcPts val="800"/>
              </a:spcAft>
              <a:buClr>
                <a:schemeClr val="accent1"/>
              </a:buClr>
              <a:buSzPct val="80000"/>
              <a:buFont typeface="Wingdings" panose="05000000000000000000" pitchFamily="2" charset="2"/>
              <a:buChar char="§"/>
              <a:defRPr lang="en-US" sz="1800" kern="1200" dirty="0" smtClean="0">
                <a:solidFill>
                  <a:srgbClr val="383838"/>
                </a:solidFill>
                <a:latin typeface="+mn-lt"/>
                <a:ea typeface="+mn-ea"/>
                <a:cs typeface="+mn-cs"/>
              </a:defRPr>
            </a:lvl8pPr>
            <a:lvl9pPr marL="2340864" indent="-164592" algn="l" defTabSz="914400" rtl="0" eaLnBrk="1" latinLnBrk="0" hangingPunct="1">
              <a:lnSpc>
                <a:spcPct val="90000"/>
              </a:lnSpc>
              <a:spcBef>
                <a:spcPts val="0"/>
              </a:spcBef>
              <a:spcAft>
                <a:spcPts val="800"/>
              </a:spcAft>
              <a:buClr>
                <a:schemeClr val="accent1"/>
              </a:buClr>
              <a:buSzPct val="80000"/>
              <a:buFont typeface="Calibri" panose="020F0502020204030204" pitchFamily="34" charset="0"/>
              <a:buChar char="–"/>
              <a:defRPr lang="en-US" sz="1800" kern="1200" dirty="0" smtClean="0">
                <a:solidFill>
                  <a:srgbClr val="383838"/>
                </a:solidFill>
                <a:latin typeface="+mn-lt"/>
                <a:ea typeface="+mn-ea"/>
                <a:cs typeface="+mn-cs"/>
              </a:defRPr>
            </a:lvl9pPr>
          </a:lstStyle>
          <a:p>
            <a:pPr>
              <a:lnSpc>
                <a:spcPct val="100000"/>
              </a:lnSpc>
              <a:spcAft>
                <a:spcPts val="400"/>
              </a:spcAft>
            </a:pPr>
            <a:r>
              <a:rPr lang="ro-RO" sz="1400" dirty="0">
                <a:latin typeface="Courier" charset="0"/>
                <a:ea typeface="Courier" charset="0"/>
                <a:cs typeface="Courier" charset="0"/>
              </a:rPr>
              <a:t>cpus {</a:t>
            </a:r>
          </a:p>
          <a:p>
            <a:pPr>
              <a:lnSpc>
                <a:spcPct val="100000"/>
              </a:lnSpc>
              <a:spcAft>
                <a:spcPts val="400"/>
              </a:spcAft>
            </a:pPr>
            <a:r>
              <a:rPr lang="ro-RO" sz="1400" dirty="0">
                <a:solidFill>
                  <a:srgbClr val="128CAB"/>
                </a:solidFill>
                <a:latin typeface="Courier" charset="0"/>
                <a:ea typeface="Courier" charset="0"/>
                <a:cs typeface="Courier" charset="0"/>
              </a:rPr>
              <a:t>  #address-cells = &lt;1&gt;;</a:t>
            </a:r>
          </a:p>
          <a:p>
            <a:pPr>
              <a:lnSpc>
                <a:spcPct val="100000"/>
              </a:lnSpc>
              <a:spcAft>
                <a:spcPts val="400"/>
              </a:spcAft>
            </a:pPr>
            <a:r>
              <a:rPr lang="ro-RO" sz="1400" dirty="0">
                <a:solidFill>
                  <a:srgbClr val="128CAB"/>
                </a:solidFill>
                <a:latin typeface="Courier" charset="0"/>
                <a:ea typeface="Courier" charset="0"/>
                <a:cs typeface="Courier" charset="0"/>
              </a:rPr>
              <a:t>  #size-cells = &lt;0&gt;;</a:t>
            </a:r>
          </a:p>
          <a:p>
            <a:pPr>
              <a:lnSpc>
                <a:spcPct val="100000"/>
              </a:lnSpc>
              <a:spcAft>
                <a:spcPts val="400"/>
              </a:spcAft>
            </a:pPr>
            <a:r>
              <a:rPr lang="ro-RO" sz="1400" dirty="0">
                <a:latin typeface="Courier" charset="0"/>
                <a:ea typeface="Courier" charset="0"/>
                <a:cs typeface="Courier" charset="0"/>
              </a:rPr>
              <a:t>  cpu@0 {</a:t>
            </a:r>
          </a:p>
          <a:p>
            <a:pPr>
              <a:lnSpc>
                <a:spcPct val="100000"/>
              </a:lnSpc>
              <a:spcAft>
                <a:spcPts val="400"/>
              </a:spcAft>
            </a:pPr>
            <a:r>
              <a:rPr lang="ro-RO" sz="1400" dirty="0">
                <a:latin typeface="Courier" charset="0"/>
                <a:ea typeface="Courier" charset="0"/>
                <a:cs typeface="Courier" charset="0"/>
              </a:rPr>
              <a:t>    compatible = "arm,cortex-a9";</a:t>
            </a:r>
          </a:p>
          <a:p>
            <a:pPr>
              <a:lnSpc>
                <a:spcPct val="100000"/>
              </a:lnSpc>
              <a:spcAft>
                <a:spcPts val="400"/>
              </a:spcAft>
            </a:pPr>
            <a:r>
              <a:rPr lang="ro-RO" sz="1400" dirty="0">
                <a:solidFill>
                  <a:srgbClr val="128CAB"/>
                </a:solidFill>
                <a:latin typeface="Courier" charset="0"/>
                <a:ea typeface="Courier" charset="0"/>
                <a:cs typeface="Courier" charset="0"/>
              </a:rPr>
              <a:t>    reg = &lt;0&gt;;</a:t>
            </a:r>
          </a:p>
          <a:p>
            <a:pPr>
              <a:lnSpc>
                <a:spcPct val="100000"/>
              </a:lnSpc>
              <a:spcAft>
                <a:spcPts val="400"/>
              </a:spcAft>
            </a:pPr>
            <a:r>
              <a:rPr lang="ro-RO" sz="1400" dirty="0">
                <a:latin typeface="Courier" charset="0"/>
                <a:ea typeface="Courier" charset="0"/>
                <a:cs typeface="Courier" charset="0"/>
              </a:rPr>
              <a:t>  };</a:t>
            </a:r>
          </a:p>
          <a:p>
            <a:pPr>
              <a:lnSpc>
                <a:spcPct val="100000"/>
              </a:lnSpc>
              <a:spcAft>
                <a:spcPts val="400"/>
              </a:spcAft>
            </a:pPr>
            <a:r>
              <a:rPr lang="ro-RO" sz="1400" dirty="0">
                <a:latin typeface="Courier" charset="0"/>
                <a:ea typeface="Courier" charset="0"/>
                <a:cs typeface="Courier" charset="0"/>
              </a:rPr>
              <a:t>};</a:t>
            </a:r>
          </a:p>
        </p:txBody>
      </p:sp>
      <p:sp>
        <p:nvSpPr>
          <p:cNvPr id="6" name="Content Placeholder 5">
            <a:extLst>
              <a:ext uri="{FF2B5EF4-FFF2-40B4-BE49-F238E27FC236}">
                <a16:creationId xmlns:a16="http://schemas.microsoft.com/office/drawing/2014/main" id="{E025A177-10D4-49E9-B023-41AAFE3ABB69}"/>
              </a:ext>
            </a:extLst>
          </p:cNvPr>
          <p:cNvSpPr txBox="1">
            <a:spLocks/>
          </p:cNvSpPr>
          <p:nvPr/>
        </p:nvSpPr>
        <p:spPr>
          <a:xfrm>
            <a:off x="7065963" y="3449781"/>
            <a:ext cx="4298950" cy="2417620"/>
          </a:xfrm>
          <a:prstGeom prst="rect">
            <a:avLst/>
          </a:prstGeom>
        </p:spPr>
        <p:txBody>
          <a:bodyPr vert="horz" lIns="0" tIns="0" rIns="0" bIns="0">
            <a:noAutofit/>
          </a:bodyPr>
          <a:lstStyle>
            <a:lvl1pPr marL="265113" indent="-265113" algn="l" rtl="0" eaLnBrk="1" latinLnBrk="0" hangingPunct="1">
              <a:spcBef>
                <a:spcPts val="400"/>
              </a:spcBef>
              <a:buClr>
                <a:schemeClr val="accent5"/>
              </a:buClr>
              <a:buSzPct val="95000"/>
              <a:buFont typeface="Wingdings" charset="2"/>
              <a:buChar char="§"/>
              <a:defRPr kumimoji="0" sz="2400" b="0" i="0" kern="1200">
                <a:solidFill>
                  <a:schemeClr val="tx1"/>
                </a:solidFill>
                <a:effectLst/>
                <a:latin typeface="Gill Sans MT"/>
                <a:ea typeface="+mn-ea"/>
                <a:cs typeface="Gill Sans MT"/>
              </a:defRPr>
            </a:lvl1pPr>
            <a:lvl2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2pPr>
            <a:lvl3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3pPr>
            <a:lvl4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4pPr>
            <a:lvl5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lstStyle>
          <a:p>
            <a:pPr marL="0" indent="0">
              <a:buFont typeface="Wingdings" charset="2"/>
              <a:buNone/>
            </a:pPr>
            <a:r>
              <a:rPr lang="ro-RO" sz="1400" dirty="0">
                <a:latin typeface="Courier" charset="0"/>
                <a:ea typeface="Courier" charset="0"/>
                <a:cs typeface="Courier" charset="0"/>
              </a:rPr>
              <a:t>/{</a:t>
            </a:r>
          </a:p>
          <a:p>
            <a:pPr marL="0" indent="0">
              <a:buFont typeface="Wingdings" charset="2"/>
              <a:buNone/>
            </a:pPr>
            <a:r>
              <a:rPr lang="ro-RO" sz="1400" dirty="0">
                <a:solidFill>
                  <a:srgbClr val="128CAB"/>
                </a:solidFill>
                <a:latin typeface="Courier" charset="0"/>
                <a:ea typeface="Courier" charset="0"/>
                <a:cs typeface="Courier" charset="0"/>
              </a:rPr>
              <a:t>  #</a:t>
            </a:r>
            <a:r>
              <a:rPr lang="ro-RO" sz="1400" dirty="0" err="1">
                <a:solidFill>
                  <a:srgbClr val="128CAB"/>
                </a:solidFill>
                <a:latin typeface="Courier" charset="0"/>
                <a:ea typeface="Courier" charset="0"/>
                <a:cs typeface="Courier" charset="0"/>
              </a:rPr>
              <a:t>address-cells</a:t>
            </a:r>
            <a:r>
              <a:rPr lang="ro-RO" sz="1400" dirty="0">
                <a:solidFill>
                  <a:srgbClr val="128CAB"/>
                </a:solidFill>
                <a:latin typeface="Courier" charset="0"/>
                <a:ea typeface="Courier" charset="0"/>
                <a:cs typeface="Courier" charset="0"/>
              </a:rPr>
              <a:t> = &lt;1&gt;;</a:t>
            </a:r>
          </a:p>
          <a:p>
            <a:pPr marL="0" indent="0">
              <a:buFont typeface="Wingdings" charset="2"/>
              <a:buNone/>
            </a:pPr>
            <a:r>
              <a:rPr lang="ro-RO" sz="1400" dirty="0">
                <a:solidFill>
                  <a:srgbClr val="128CAB"/>
                </a:solidFill>
                <a:latin typeface="Courier" charset="0"/>
                <a:ea typeface="Courier" charset="0"/>
                <a:cs typeface="Courier" charset="0"/>
              </a:rPr>
              <a:t>  #</a:t>
            </a:r>
            <a:r>
              <a:rPr lang="ro-RO" sz="1400" dirty="0" err="1">
                <a:solidFill>
                  <a:srgbClr val="128CAB"/>
                </a:solidFill>
                <a:latin typeface="Courier" charset="0"/>
                <a:ea typeface="Courier" charset="0"/>
                <a:cs typeface="Courier" charset="0"/>
              </a:rPr>
              <a:t>size-cells</a:t>
            </a:r>
            <a:r>
              <a:rPr lang="ro-RO" sz="1400" dirty="0">
                <a:solidFill>
                  <a:srgbClr val="128CAB"/>
                </a:solidFill>
                <a:latin typeface="Courier" charset="0"/>
                <a:ea typeface="Courier" charset="0"/>
                <a:cs typeface="Courier" charset="0"/>
              </a:rPr>
              <a:t> = &lt;1&gt;;</a:t>
            </a:r>
          </a:p>
          <a:p>
            <a:pPr marL="0" indent="0">
              <a:buNone/>
            </a:pPr>
            <a:r>
              <a:rPr lang="ro-RO" sz="1400" dirty="0">
                <a:latin typeface="Courier" charset="0"/>
                <a:ea typeface="Courier" charset="0"/>
                <a:cs typeface="Courier" charset="0"/>
              </a:rPr>
              <a:t>  gpio1: gpio@0209c000 {</a:t>
            </a:r>
          </a:p>
          <a:p>
            <a:pPr marL="0" indent="0">
              <a:buNone/>
            </a:pPr>
            <a:r>
              <a:rPr lang="ro-RO" sz="1400" dirty="0">
                <a:latin typeface="Courier" charset="0"/>
                <a:ea typeface="Courier" charset="0"/>
                <a:cs typeface="Courier" charset="0"/>
              </a:rPr>
              <a:t>    </a:t>
            </a:r>
            <a:r>
              <a:rPr lang="ro-RO" sz="1400" dirty="0" err="1">
                <a:latin typeface="Courier" charset="0"/>
                <a:ea typeface="Courier" charset="0"/>
                <a:cs typeface="Courier" charset="0"/>
              </a:rPr>
              <a:t>compatible</a:t>
            </a:r>
            <a:r>
              <a:rPr lang="ro-RO" sz="1400" dirty="0">
                <a:latin typeface="Courier" charset="0"/>
                <a:ea typeface="Courier" charset="0"/>
                <a:cs typeface="Courier" charset="0"/>
              </a:rPr>
              <a:t> = "fsl,imx6sx-gpio",</a:t>
            </a:r>
          </a:p>
          <a:p>
            <a:pPr marL="0" indent="0">
              <a:buNone/>
            </a:pPr>
            <a:r>
              <a:rPr lang="ro-RO" sz="1400" dirty="0">
                <a:latin typeface="Courier" charset="0"/>
                <a:ea typeface="Courier" charset="0"/>
                <a:cs typeface="Courier" charset="0"/>
              </a:rPr>
              <a:t>                 "fsl,imx35-gpio";</a:t>
            </a:r>
          </a:p>
          <a:p>
            <a:pPr marL="0" indent="0">
              <a:buNone/>
            </a:pPr>
            <a:r>
              <a:rPr lang="ro-RO" sz="1400" dirty="0">
                <a:latin typeface="Courier" charset="0"/>
                <a:ea typeface="Courier" charset="0"/>
                <a:cs typeface="Courier" charset="0"/>
              </a:rPr>
              <a:t>    </a:t>
            </a:r>
            <a:r>
              <a:rPr lang="ro-RO" sz="1400" dirty="0" err="1">
                <a:solidFill>
                  <a:srgbClr val="128CAB"/>
                </a:solidFill>
                <a:latin typeface="Courier" charset="0"/>
                <a:ea typeface="Courier" charset="0"/>
                <a:cs typeface="Courier" charset="0"/>
              </a:rPr>
              <a:t>reg</a:t>
            </a:r>
            <a:r>
              <a:rPr lang="ro-RO" sz="1400" dirty="0">
                <a:solidFill>
                  <a:srgbClr val="128CAB"/>
                </a:solidFill>
                <a:latin typeface="Courier" charset="0"/>
                <a:ea typeface="Courier" charset="0"/>
                <a:cs typeface="Courier" charset="0"/>
              </a:rPr>
              <a:t> = &lt;0x0209c000 0x4000&gt;;</a:t>
            </a:r>
          </a:p>
          <a:p>
            <a:pPr marL="0" indent="0">
              <a:buNone/>
            </a:pPr>
            <a:r>
              <a:rPr lang="ro-RO" sz="1400" dirty="0">
                <a:latin typeface="Courier" charset="0"/>
                <a:ea typeface="Courier" charset="0"/>
                <a:cs typeface="Courier" charset="0"/>
              </a:rPr>
              <a:t>  };</a:t>
            </a:r>
          </a:p>
          <a:p>
            <a:pPr marL="0" indent="0">
              <a:buFont typeface="Wingdings" charset="2"/>
              <a:buNone/>
            </a:pPr>
            <a:r>
              <a:rPr lang="ro-RO" sz="1400" dirty="0">
                <a:latin typeface="Courier" charset="0"/>
                <a:ea typeface="Courier" charset="0"/>
                <a:cs typeface="Courier" charset="0"/>
              </a:rPr>
              <a:t>};</a:t>
            </a:r>
          </a:p>
        </p:txBody>
      </p:sp>
    </p:spTree>
    <p:extLst>
      <p:ext uri="{BB962C8B-B14F-4D97-AF65-F5344CB8AC3E}">
        <p14:creationId xmlns:p14="http://schemas.microsoft.com/office/powerpoint/2010/main" val="36599702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Device Tree Addressing</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6" y="1639888"/>
            <a:ext cx="6227330" cy="4086225"/>
          </a:xfrm>
        </p:spPr>
        <p:txBody>
          <a:bodyPr wrap="square" numCol="1" anchor="t" anchorCtr="0" compatLnSpc="1">
            <a:prstTxWarp prst="textNoShape">
              <a:avLst/>
            </a:prstTxWarp>
          </a:bodyPr>
          <a:lstStyle/>
          <a:p>
            <a:r>
              <a:rPr lang="en-US" dirty="0"/>
              <a:t>External bus with chip select line</a:t>
            </a:r>
            <a:endParaRPr lang="en-US" altLang="en-US" dirty="0">
              <a:ea typeface="ＭＳ Ｐゴシック" panose="020B0600070205080204" pitchFamily="34" charset="-128"/>
            </a:endParaRPr>
          </a:p>
          <a:p>
            <a:pPr marL="398145" lvl="1" indent="-166370"/>
            <a:r>
              <a:rPr lang="en-US" dirty="0">
                <a:ea typeface="ＭＳ Ｐゴシック"/>
              </a:rPr>
              <a:t>Typically, </a:t>
            </a:r>
            <a:r>
              <a:rPr lang="en-US" dirty="0">
                <a:latin typeface="Courier"/>
                <a:ea typeface="Courier" charset="0"/>
                <a:cs typeface="Courier" charset="0"/>
              </a:rPr>
              <a:t>address-cells</a:t>
            </a:r>
            <a:r>
              <a:rPr lang="en-US" dirty="0">
                <a:ea typeface="ＭＳ Ｐゴシック"/>
              </a:rPr>
              <a:t> uses 2 cells for the address value: one for the chip select number and one for the offset from the base of the chip select.</a:t>
            </a:r>
            <a:endParaRPr lang="en-US" dirty="0">
              <a:ea typeface="ＭＳ Ｐゴシック"/>
              <a:cs typeface="Calibri"/>
            </a:endParaRPr>
          </a:p>
          <a:p>
            <a:pPr marL="398145" lvl="1" indent="-166370"/>
            <a:r>
              <a:rPr lang="en-US" dirty="0">
                <a:latin typeface="Courier"/>
                <a:ea typeface="Courier" charset="0"/>
                <a:cs typeface="Courier" charset="0"/>
              </a:rPr>
              <a:t>#address-cells=&lt;2&gt;</a:t>
            </a:r>
          </a:p>
          <a:p>
            <a:pPr marL="398145" lvl="1" indent="-166370"/>
            <a:r>
              <a:rPr lang="en-US" dirty="0">
                <a:ea typeface="ＭＳ Ｐゴシック"/>
              </a:rPr>
              <a:t>The length field remains as a single cell.</a:t>
            </a:r>
            <a:endParaRPr lang="en-US" dirty="0">
              <a:ea typeface="ＭＳ Ｐゴシック"/>
              <a:cs typeface="Calibri"/>
            </a:endParaRPr>
          </a:p>
          <a:p>
            <a:pPr marL="398145" lvl="1" indent="-166370"/>
            <a:r>
              <a:rPr lang="en-US" dirty="0">
                <a:latin typeface="Courier"/>
                <a:ea typeface="Courier" charset="0"/>
                <a:cs typeface="Courier" charset="0"/>
              </a:rPr>
              <a:t>#size-cells=&lt;1&gt;</a:t>
            </a:r>
          </a:p>
          <a:p>
            <a:pPr marL="398145" lvl="1" indent="-166370"/>
            <a:r>
              <a:rPr lang="en-US" dirty="0">
                <a:ea typeface="ＭＳ Ｐゴシック"/>
              </a:rPr>
              <a:t>The mapping between bus addressing and CPU addressing is defined by the </a:t>
            </a:r>
            <a:r>
              <a:rPr lang="en-US" dirty="0">
                <a:latin typeface="Courier"/>
                <a:ea typeface="Courier" charset="0"/>
                <a:cs typeface="Courier" charset="0"/>
              </a:rPr>
              <a:t>ranges</a:t>
            </a:r>
            <a:r>
              <a:rPr lang="en-US" dirty="0">
                <a:ea typeface="ＭＳ Ｐゴシック"/>
              </a:rPr>
              <a:t> property.</a:t>
            </a:r>
            <a:endParaRPr lang="en-US" altLang="en-US" dirty="0">
              <a:ea typeface="ＭＳ Ｐゴシック"/>
              <a:cs typeface="Calibri"/>
            </a:endParaRPr>
          </a:p>
        </p:txBody>
      </p:sp>
      <p:sp>
        <p:nvSpPr>
          <p:cNvPr id="5" name="Content Placeholder 5">
            <a:extLst>
              <a:ext uri="{FF2B5EF4-FFF2-40B4-BE49-F238E27FC236}">
                <a16:creationId xmlns:a16="http://schemas.microsoft.com/office/drawing/2014/main" id="{28825032-4642-4959-818D-59EB4B1D2FB5}"/>
              </a:ext>
            </a:extLst>
          </p:cNvPr>
          <p:cNvSpPr txBox="1">
            <a:spLocks/>
          </p:cNvSpPr>
          <p:nvPr/>
        </p:nvSpPr>
        <p:spPr>
          <a:xfrm>
            <a:off x="7065963" y="1082812"/>
            <a:ext cx="4319588" cy="5375138"/>
          </a:xfrm>
          <a:prstGeom prst="rect">
            <a:avLst/>
          </a:prstGeom>
        </p:spPr>
        <p:txBody>
          <a:bodyPr/>
          <a:lstStyle>
            <a:lvl1pPr algn="l" rtl="0" eaLnBrk="1" fontAlgn="base" hangingPunct="1">
              <a:lnSpc>
                <a:spcPct val="90000"/>
              </a:lnSpc>
              <a:spcBef>
                <a:spcPct val="0"/>
              </a:spcBef>
              <a:spcAft>
                <a:spcPts val="1600"/>
              </a:spcAft>
              <a:buFont typeface="Calibri" panose="020F0502020204030204" pitchFamily="34" charset="0"/>
              <a:defRPr sz="2400" kern="1200">
                <a:solidFill>
                  <a:schemeClr val="tx2"/>
                </a:solidFill>
                <a:latin typeface="+mn-lt"/>
                <a:ea typeface="ＭＳ Ｐゴシック" charset="0"/>
                <a:cs typeface="ＭＳ Ｐゴシック" charset="0"/>
              </a:defRPr>
            </a:lvl1pPr>
            <a:lvl2pPr marL="398463" indent="-166688" algn="l" rtl="0" eaLnBrk="1" fontAlgn="base" hangingPunct="1">
              <a:lnSpc>
                <a:spcPct val="90000"/>
              </a:lnSpc>
              <a:spcBef>
                <a:spcPct val="0"/>
              </a:spcBef>
              <a:spcAft>
                <a:spcPts val="1200"/>
              </a:spcAft>
              <a:buClr>
                <a:schemeClr val="accent1"/>
              </a:buClr>
              <a:buSzPct val="80000"/>
              <a:buFont typeface="Arial" panose="020B0604020202020204" pitchFamily="34" charset="0"/>
              <a:buChar char="•"/>
              <a:defRPr kern="1200">
                <a:solidFill>
                  <a:srgbClr val="383838"/>
                </a:solidFill>
                <a:latin typeface="+mn-lt"/>
                <a:ea typeface="ＭＳ Ｐゴシック" charset="0"/>
                <a:cs typeface="+mn-cs"/>
              </a:defRPr>
            </a:lvl2pPr>
            <a:lvl3pPr marL="855663" indent="-166688" algn="l" rtl="0" eaLnBrk="1" fontAlgn="base" hangingPunct="1">
              <a:lnSpc>
                <a:spcPct val="90000"/>
              </a:lnSpc>
              <a:spcBef>
                <a:spcPct val="0"/>
              </a:spcBef>
              <a:spcAft>
                <a:spcPts val="1200"/>
              </a:spcAft>
              <a:buClr>
                <a:schemeClr val="accent1"/>
              </a:buClr>
              <a:buSzPct val="80000"/>
              <a:buFont typeface="Calibri" panose="020F0502020204030204" pitchFamily="34" charset="0"/>
              <a:buChar char="–"/>
              <a:defRPr kern="1200">
                <a:solidFill>
                  <a:srgbClr val="383838"/>
                </a:solidFill>
                <a:latin typeface="+mn-lt"/>
                <a:ea typeface="ＭＳ Ｐゴシック" charset="0"/>
                <a:cs typeface="+mn-cs"/>
              </a:defRPr>
            </a:lvl3pPr>
            <a:lvl4pPr marL="1201738" indent="-173038" algn="l" rtl="0" eaLnBrk="1" fontAlgn="base" hangingPunct="1">
              <a:lnSpc>
                <a:spcPct val="90000"/>
              </a:lnSpc>
              <a:spcBef>
                <a:spcPct val="0"/>
              </a:spcBef>
              <a:spcAft>
                <a:spcPts val="800"/>
              </a:spcAft>
              <a:buClr>
                <a:schemeClr val="accent1"/>
              </a:buClr>
              <a:buSzPct val="80000"/>
              <a:buFont typeface="Wingdings" panose="05000000000000000000" pitchFamily="2" charset="2"/>
              <a:buChar char="§"/>
              <a:defRPr kern="1200">
                <a:solidFill>
                  <a:srgbClr val="383838"/>
                </a:solidFill>
                <a:latin typeface="+mn-lt"/>
                <a:ea typeface="ＭＳ Ｐゴシック" charset="0"/>
                <a:cs typeface="+mn-cs"/>
              </a:defRPr>
            </a:lvl4pPr>
            <a:lvl5pPr marL="1427163" indent="-168275" algn="l" rtl="0" eaLnBrk="1" fontAlgn="base" hangingPunct="1">
              <a:lnSpc>
                <a:spcPct val="90000"/>
              </a:lnSpc>
              <a:spcBef>
                <a:spcPct val="0"/>
              </a:spcBef>
              <a:spcAft>
                <a:spcPts val="800"/>
              </a:spcAft>
              <a:buClr>
                <a:schemeClr val="accent1"/>
              </a:buClr>
              <a:buSzPct val="80000"/>
              <a:buFont typeface="Calibri" panose="020F0502020204030204" pitchFamily="34" charset="0"/>
              <a:buChar char="–"/>
              <a:defRPr kern="1200">
                <a:solidFill>
                  <a:srgbClr val="383838"/>
                </a:solidFill>
                <a:latin typeface="+mn-lt"/>
                <a:ea typeface="ＭＳ Ｐゴシック" charset="0"/>
                <a:cs typeface="+mn-cs"/>
              </a:defRPr>
            </a:lvl5pPr>
            <a:lvl6pPr marL="1655064" indent="-164592" algn="l" defTabSz="914400" rtl="0" eaLnBrk="1" latinLnBrk="0" hangingPunct="1">
              <a:lnSpc>
                <a:spcPct val="90000"/>
              </a:lnSpc>
              <a:spcBef>
                <a:spcPts val="0"/>
              </a:spcBef>
              <a:spcAft>
                <a:spcPts val="800"/>
              </a:spcAft>
              <a:buClr>
                <a:schemeClr val="accent1"/>
              </a:buClr>
              <a:buSzPct val="80000"/>
              <a:buFont typeface="Wingdings" panose="05000000000000000000" pitchFamily="2" charset="2"/>
              <a:buChar char="§"/>
              <a:defRPr lang="en-US" sz="1800" kern="1200" dirty="0" smtClean="0">
                <a:solidFill>
                  <a:srgbClr val="383838"/>
                </a:solidFill>
                <a:latin typeface="+mn-lt"/>
                <a:ea typeface="+mn-ea"/>
                <a:cs typeface="+mn-cs"/>
              </a:defRPr>
            </a:lvl6pPr>
            <a:lvl7pPr marL="1883664" indent="-164592" algn="l" defTabSz="914400" rtl="0" eaLnBrk="1" latinLnBrk="0" hangingPunct="1">
              <a:lnSpc>
                <a:spcPct val="90000"/>
              </a:lnSpc>
              <a:spcBef>
                <a:spcPts val="0"/>
              </a:spcBef>
              <a:spcAft>
                <a:spcPts val="800"/>
              </a:spcAft>
              <a:buClr>
                <a:schemeClr val="accent1"/>
              </a:buClr>
              <a:buSzPct val="80000"/>
              <a:buFont typeface="Calibri" panose="020F0502020204030204" pitchFamily="34" charset="0"/>
              <a:buChar char="–"/>
              <a:defRPr lang="en-US" sz="1800" kern="1200" dirty="0" smtClean="0">
                <a:solidFill>
                  <a:srgbClr val="383838"/>
                </a:solidFill>
                <a:latin typeface="+mn-lt"/>
                <a:ea typeface="+mn-ea"/>
                <a:cs typeface="+mn-cs"/>
              </a:defRPr>
            </a:lvl7pPr>
            <a:lvl8pPr marL="2112264" indent="-164592" algn="l" defTabSz="914400" rtl="0" eaLnBrk="1" latinLnBrk="0" hangingPunct="1">
              <a:lnSpc>
                <a:spcPct val="90000"/>
              </a:lnSpc>
              <a:spcBef>
                <a:spcPts val="0"/>
              </a:spcBef>
              <a:spcAft>
                <a:spcPts val="800"/>
              </a:spcAft>
              <a:buClr>
                <a:schemeClr val="accent1"/>
              </a:buClr>
              <a:buSzPct val="80000"/>
              <a:buFont typeface="Wingdings" panose="05000000000000000000" pitchFamily="2" charset="2"/>
              <a:buChar char="§"/>
              <a:defRPr lang="en-US" sz="1800" kern="1200" dirty="0" smtClean="0">
                <a:solidFill>
                  <a:srgbClr val="383838"/>
                </a:solidFill>
                <a:latin typeface="+mn-lt"/>
                <a:ea typeface="+mn-ea"/>
                <a:cs typeface="+mn-cs"/>
              </a:defRPr>
            </a:lvl8pPr>
            <a:lvl9pPr marL="2340864" indent="-164592" algn="l" defTabSz="914400" rtl="0" eaLnBrk="1" latinLnBrk="0" hangingPunct="1">
              <a:lnSpc>
                <a:spcPct val="90000"/>
              </a:lnSpc>
              <a:spcBef>
                <a:spcPts val="0"/>
              </a:spcBef>
              <a:spcAft>
                <a:spcPts val="800"/>
              </a:spcAft>
              <a:buClr>
                <a:schemeClr val="accent1"/>
              </a:buClr>
              <a:buSzPct val="80000"/>
              <a:buFont typeface="Calibri" panose="020F0502020204030204" pitchFamily="34" charset="0"/>
              <a:buChar char="–"/>
              <a:defRPr lang="en-US" sz="1800" kern="1200" dirty="0" smtClean="0">
                <a:solidFill>
                  <a:srgbClr val="383838"/>
                </a:solidFill>
                <a:latin typeface="+mn-lt"/>
                <a:ea typeface="+mn-ea"/>
                <a:cs typeface="+mn-cs"/>
              </a:defRPr>
            </a:lvl9pPr>
          </a:lstStyle>
          <a:p>
            <a:pPr>
              <a:lnSpc>
                <a:spcPct val="100000"/>
              </a:lnSpc>
              <a:spcAft>
                <a:spcPts val="400"/>
              </a:spcAft>
            </a:pPr>
            <a:r>
              <a:rPr lang="ro-RO" sz="1400" dirty="0">
                <a:latin typeface="Courier" charset="0"/>
                <a:ea typeface="Courier" charset="0"/>
                <a:cs typeface="Courier" charset="0"/>
              </a:rPr>
              <a:t>external-bus {        </a:t>
            </a:r>
          </a:p>
          <a:p>
            <a:pPr>
              <a:lnSpc>
                <a:spcPct val="100000"/>
              </a:lnSpc>
              <a:spcAft>
                <a:spcPts val="400"/>
              </a:spcAft>
            </a:pPr>
            <a:r>
              <a:rPr lang="ro-RO" sz="1400" dirty="0">
                <a:latin typeface="Courier" charset="0"/>
                <a:ea typeface="Courier" charset="0"/>
                <a:cs typeface="Courier" charset="0"/>
              </a:rPr>
              <a:t>  </a:t>
            </a:r>
            <a:r>
              <a:rPr lang="ro-RO" sz="1400" dirty="0">
                <a:solidFill>
                  <a:srgbClr val="128CAB"/>
                </a:solidFill>
                <a:latin typeface="Courier" charset="0"/>
                <a:ea typeface="Courier" charset="0"/>
                <a:cs typeface="Courier" charset="0"/>
              </a:rPr>
              <a:t>#address-cells = &lt;2&gt;        </a:t>
            </a:r>
          </a:p>
          <a:p>
            <a:pPr>
              <a:lnSpc>
                <a:spcPct val="100000"/>
              </a:lnSpc>
              <a:spcAft>
                <a:spcPts val="400"/>
              </a:spcAft>
            </a:pPr>
            <a:r>
              <a:rPr lang="ro-RO" sz="1400" dirty="0">
                <a:solidFill>
                  <a:srgbClr val="128CAB"/>
                </a:solidFill>
                <a:latin typeface="Courier" charset="0"/>
                <a:ea typeface="Courier" charset="0"/>
                <a:cs typeface="Courier" charset="0"/>
              </a:rPr>
              <a:t>  #size-cells = &lt;1&gt;;  </a:t>
            </a:r>
            <a:r>
              <a:rPr lang="ro-RO" sz="1400" dirty="0">
                <a:latin typeface="Courier" charset="0"/>
                <a:ea typeface="Courier" charset="0"/>
                <a:cs typeface="Courier" charset="0"/>
              </a:rPr>
              <a:t>      </a:t>
            </a:r>
          </a:p>
          <a:p>
            <a:pPr>
              <a:lnSpc>
                <a:spcPct val="100000"/>
              </a:lnSpc>
              <a:spcAft>
                <a:spcPts val="400"/>
              </a:spcAft>
            </a:pPr>
            <a:r>
              <a:rPr lang="de-DE" sz="1400" dirty="0">
                <a:latin typeface="Courier" charset="0"/>
                <a:ea typeface="Courier" charset="0"/>
                <a:cs typeface="Courier" charset="0"/>
              </a:rPr>
              <a:t>  </a:t>
            </a:r>
          </a:p>
          <a:p>
            <a:pPr>
              <a:lnSpc>
                <a:spcPct val="100000"/>
              </a:lnSpc>
              <a:spcAft>
                <a:spcPts val="400"/>
              </a:spcAft>
            </a:pPr>
            <a:r>
              <a:rPr lang="de-DE" sz="1400" dirty="0">
                <a:latin typeface="Courier" charset="0"/>
                <a:ea typeface="Courier" charset="0"/>
                <a:cs typeface="Courier" charset="0"/>
              </a:rPr>
              <a:t>  </a:t>
            </a:r>
            <a:r>
              <a:rPr lang="de-DE" sz="1400" dirty="0">
                <a:solidFill>
                  <a:srgbClr val="128CAB"/>
                </a:solidFill>
                <a:latin typeface="Courier" charset="0"/>
                <a:ea typeface="Courier" charset="0"/>
                <a:cs typeface="Courier" charset="0"/>
              </a:rPr>
              <a:t>ranges = &lt;0 0  0x10100000   0x10000     </a:t>
            </a:r>
          </a:p>
          <a:p>
            <a:pPr>
              <a:lnSpc>
                <a:spcPct val="100000"/>
              </a:lnSpc>
              <a:spcAft>
                <a:spcPts val="400"/>
              </a:spcAft>
            </a:pPr>
            <a:r>
              <a:rPr lang="de-DE" sz="1400" dirty="0">
                <a:solidFill>
                  <a:srgbClr val="128CAB"/>
                </a:solidFill>
                <a:latin typeface="Courier" charset="0"/>
                <a:ea typeface="Courier" charset="0"/>
                <a:cs typeface="Courier" charset="0"/>
              </a:rPr>
              <a:t>            1 0  0x10160000   0x10000&gt;;</a:t>
            </a:r>
          </a:p>
          <a:p>
            <a:pPr>
              <a:lnSpc>
                <a:spcPct val="100000"/>
              </a:lnSpc>
              <a:spcAft>
                <a:spcPts val="400"/>
              </a:spcAft>
            </a:pPr>
            <a:r>
              <a:rPr lang="ro-RO" sz="1400" dirty="0">
                <a:latin typeface="Courier" charset="0"/>
                <a:ea typeface="Courier" charset="0"/>
                <a:cs typeface="Courier" charset="0"/>
              </a:rPr>
              <a:t>  ethernet@0,0 {            </a:t>
            </a:r>
          </a:p>
          <a:p>
            <a:pPr>
              <a:lnSpc>
                <a:spcPct val="100000"/>
              </a:lnSpc>
              <a:spcAft>
                <a:spcPts val="400"/>
              </a:spcAft>
            </a:pPr>
            <a:r>
              <a:rPr lang="ro-RO" sz="1400" dirty="0">
                <a:latin typeface="Courier" charset="0"/>
                <a:ea typeface="Courier" charset="0"/>
                <a:cs typeface="Courier" charset="0"/>
              </a:rPr>
              <a:t>    compatible = "smc,smc91c111";         </a:t>
            </a:r>
          </a:p>
          <a:p>
            <a:pPr>
              <a:lnSpc>
                <a:spcPct val="100000"/>
              </a:lnSpc>
              <a:spcAft>
                <a:spcPts val="400"/>
              </a:spcAft>
            </a:pPr>
            <a:r>
              <a:rPr lang="ro-RO" sz="1400" dirty="0">
                <a:latin typeface="Courier" charset="0"/>
                <a:ea typeface="Courier" charset="0"/>
                <a:cs typeface="Courier" charset="0"/>
              </a:rPr>
              <a:t>    </a:t>
            </a:r>
            <a:r>
              <a:rPr lang="ro-RO" sz="1400" dirty="0">
                <a:solidFill>
                  <a:srgbClr val="128CAB"/>
                </a:solidFill>
                <a:latin typeface="Courier" charset="0"/>
                <a:ea typeface="Courier" charset="0"/>
                <a:cs typeface="Courier" charset="0"/>
              </a:rPr>
              <a:t>reg = &lt;0 0 0x1000&gt;; </a:t>
            </a:r>
            <a:r>
              <a:rPr lang="ro-RO" sz="1400" dirty="0">
                <a:latin typeface="Courier" charset="0"/>
                <a:ea typeface="Courier" charset="0"/>
                <a:cs typeface="Courier" charset="0"/>
              </a:rPr>
              <a:t>       </a:t>
            </a:r>
          </a:p>
          <a:p>
            <a:pPr>
              <a:lnSpc>
                <a:spcPct val="100000"/>
              </a:lnSpc>
              <a:spcAft>
                <a:spcPts val="400"/>
              </a:spcAft>
            </a:pPr>
            <a:r>
              <a:rPr lang="ro-RO" sz="1400" dirty="0">
                <a:latin typeface="Courier" charset="0"/>
                <a:ea typeface="Courier" charset="0"/>
                <a:cs typeface="Courier" charset="0"/>
              </a:rPr>
              <a:t>  };      </a:t>
            </a:r>
          </a:p>
          <a:p>
            <a:pPr>
              <a:lnSpc>
                <a:spcPct val="100000"/>
              </a:lnSpc>
              <a:spcAft>
                <a:spcPts val="400"/>
              </a:spcAft>
            </a:pPr>
            <a:r>
              <a:rPr lang="ro-RO" sz="1400" dirty="0">
                <a:latin typeface="Courier" charset="0"/>
                <a:ea typeface="Courier" charset="0"/>
                <a:cs typeface="Courier" charset="0"/>
              </a:rPr>
              <a:t>  i2c@1,0 {            </a:t>
            </a:r>
          </a:p>
          <a:p>
            <a:pPr>
              <a:lnSpc>
                <a:spcPct val="100000"/>
              </a:lnSpc>
              <a:spcAft>
                <a:spcPts val="400"/>
              </a:spcAft>
            </a:pPr>
            <a:r>
              <a:rPr lang="ro-RO" sz="1400" dirty="0">
                <a:latin typeface="Courier" charset="0"/>
                <a:ea typeface="Courier" charset="0"/>
                <a:cs typeface="Courier" charset="0"/>
              </a:rPr>
              <a:t>    compatible = "acme,a1234-i2c-bus";            </a:t>
            </a:r>
          </a:p>
          <a:p>
            <a:pPr>
              <a:lnSpc>
                <a:spcPct val="100000"/>
              </a:lnSpc>
              <a:spcAft>
                <a:spcPts val="400"/>
              </a:spcAft>
            </a:pPr>
            <a:r>
              <a:rPr lang="ro-RO" sz="1400" dirty="0">
                <a:latin typeface="Courier" charset="0"/>
                <a:ea typeface="Courier" charset="0"/>
                <a:cs typeface="Courier" charset="0"/>
              </a:rPr>
              <a:t>    </a:t>
            </a:r>
            <a:r>
              <a:rPr lang="ro-RO" sz="1400" dirty="0">
                <a:solidFill>
                  <a:srgbClr val="128CAB"/>
                </a:solidFill>
                <a:latin typeface="Courier" charset="0"/>
                <a:ea typeface="Courier" charset="0"/>
                <a:cs typeface="Courier" charset="0"/>
              </a:rPr>
              <a:t>reg = &lt;1 0 0x1000&gt;;</a:t>
            </a:r>
          </a:p>
          <a:p>
            <a:pPr>
              <a:lnSpc>
                <a:spcPct val="100000"/>
              </a:lnSpc>
              <a:spcAft>
                <a:spcPts val="400"/>
              </a:spcAft>
            </a:pPr>
            <a:r>
              <a:rPr lang="ro-RO" sz="1400" dirty="0">
                <a:solidFill>
                  <a:srgbClr val="128CAB"/>
                </a:solidFill>
                <a:latin typeface="Courier" charset="0"/>
                <a:ea typeface="Courier" charset="0"/>
                <a:cs typeface="Courier" charset="0"/>
              </a:rPr>
              <a:t>    </a:t>
            </a:r>
            <a:r>
              <a:rPr lang="ro-RO" sz="1400" dirty="0">
                <a:latin typeface="Courier" charset="0"/>
                <a:ea typeface="Courier" charset="0"/>
                <a:cs typeface="Courier" charset="0"/>
              </a:rPr>
              <a:t> </a:t>
            </a:r>
            <a:r>
              <a:rPr lang="ro-RO" sz="1400" dirty="0">
                <a:solidFill>
                  <a:srgbClr val="128CAB"/>
                </a:solidFill>
                <a:latin typeface="Courier" charset="0"/>
                <a:ea typeface="Courier" charset="0"/>
                <a:cs typeface="Courier" charset="0"/>
              </a:rPr>
              <a:t>#address-cells = &lt;1&gt;        </a:t>
            </a:r>
          </a:p>
          <a:p>
            <a:pPr>
              <a:lnSpc>
                <a:spcPct val="100000"/>
              </a:lnSpc>
              <a:spcAft>
                <a:spcPts val="400"/>
              </a:spcAft>
            </a:pPr>
            <a:r>
              <a:rPr lang="ro-RO" sz="1400" dirty="0">
                <a:solidFill>
                  <a:srgbClr val="128CAB"/>
                </a:solidFill>
                <a:latin typeface="Courier" charset="0"/>
                <a:ea typeface="Courier" charset="0"/>
                <a:cs typeface="Courier" charset="0"/>
              </a:rPr>
              <a:t>     #size-cells = &lt;0&gt;;  </a:t>
            </a:r>
            <a:r>
              <a:rPr lang="ro-RO" sz="1400" dirty="0">
                <a:latin typeface="Courier" charset="0"/>
                <a:ea typeface="Courier" charset="0"/>
                <a:cs typeface="Courier" charset="0"/>
              </a:rPr>
              <a:t>      </a:t>
            </a:r>
            <a:endParaRPr lang="ro-RO" sz="1400" dirty="0">
              <a:solidFill>
                <a:srgbClr val="128CAB"/>
              </a:solidFill>
              <a:latin typeface="Courier" charset="0"/>
              <a:ea typeface="Courier" charset="0"/>
              <a:cs typeface="Courier" charset="0"/>
            </a:endParaRPr>
          </a:p>
          <a:p>
            <a:pPr>
              <a:lnSpc>
                <a:spcPct val="100000"/>
              </a:lnSpc>
              <a:spcAft>
                <a:spcPts val="400"/>
              </a:spcAft>
            </a:pPr>
            <a:r>
              <a:rPr lang="ro-RO" sz="1400" dirty="0">
                <a:latin typeface="Courier" charset="0"/>
                <a:ea typeface="Courier" charset="0"/>
                <a:cs typeface="Courier" charset="0"/>
              </a:rPr>
              <a:t>    rtc@58 {                </a:t>
            </a:r>
          </a:p>
          <a:p>
            <a:pPr>
              <a:lnSpc>
                <a:spcPct val="100000"/>
              </a:lnSpc>
              <a:spcAft>
                <a:spcPts val="400"/>
              </a:spcAft>
            </a:pPr>
            <a:r>
              <a:rPr lang="ro-RO" sz="1400" dirty="0">
                <a:latin typeface="Courier" charset="0"/>
                <a:ea typeface="Courier" charset="0"/>
                <a:cs typeface="Courier" charset="0"/>
              </a:rPr>
              <a:t>      compatible = "maxim,ds1338";</a:t>
            </a:r>
          </a:p>
          <a:p>
            <a:pPr>
              <a:lnSpc>
                <a:spcPct val="100000"/>
              </a:lnSpc>
              <a:spcAft>
                <a:spcPts val="400"/>
              </a:spcAft>
            </a:pPr>
            <a:r>
              <a:rPr lang="ro-RO" sz="1400" dirty="0">
                <a:latin typeface="Courier" charset="0"/>
                <a:ea typeface="Courier" charset="0"/>
                <a:cs typeface="Courier" charset="0"/>
              </a:rPr>
              <a:t>      </a:t>
            </a:r>
            <a:r>
              <a:rPr lang="hr-HR" sz="1400" dirty="0">
                <a:solidFill>
                  <a:srgbClr val="128CAB"/>
                </a:solidFill>
                <a:latin typeface="Courier" charset="0"/>
                <a:ea typeface="Courier" charset="0"/>
                <a:cs typeface="Courier" charset="0"/>
              </a:rPr>
              <a:t>reg = &lt;58&gt;;</a:t>
            </a:r>
            <a:endParaRPr lang="ro-RO" sz="1400" dirty="0">
              <a:solidFill>
                <a:srgbClr val="128CAB"/>
              </a:solidFill>
              <a:latin typeface="Courier" charset="0"/>
              <a:ea typeface="Courier" charset="0"/>
              <a:cs typeface="Courier" charset="0"/>
            </a:endParaRPr>
          </a:p>
          <a:p>
            <a:pPr>
              <a:lnSpc>
                <a:spcPct val="100000"/>
              </a:lnSpc>
              <a:spcAft>
                <a:spcPts val="400"/>
              </a:spcAft>
            </a:pPr>
            <a:r>
              <a:rPr lang="ro-RO" sz="1400" dirty="0">
                <a:latin typeface="Courier" charset="0"/>
                <a:ea typeface="Courier" charset="0"/>
                <a:cs typeface="Courier" charset="0"/>
              </a:rPr>
              <a:t>    };</a:t>
            </a:r>
          </a:p>
          <a:p>
            <a:pPr>
              <a:lnSpc>
                <a:spcPct val="100000"/>
              </a:lnSpc>
              <a:spcAft>
                <a:spcPts val="400"/>
              </a:spcAft>
            </a:pPr>
            <a:r>
              <a:rPr lang="ro-RO" sz="1400" dirty="0">
                <a:latin typeface="Courier" charset="0"/>
                <a:ea typeface="Courier" charset="0"/>
                <a:cs typeface="Courier" charset="0"/>
              </a:rPr>
              <a:t>  };           </a:t>
            </a:r>
          </a:p>
          <a:p>
            <a:pPr>
              <a:lnSpc>
                <a:spcPct val="100000"/>
              </a:lnSpc>
              <a:spcAft>
                <a:spcPts val="400"/>
              </a:spcAft>
            </a:pPr>
            <a:r>
              <a:rPr lang="ro-RO" sz="1400" dirty="0">
                <a:latin typeface="Courier" charset="0"/>
                <a:ea typeface="Courier" charset="0"/>
                <a:cs typeface="Courier" charset="0"/>
              </a:rPr>
              <a:t>};</a:t>
            </a:r>
          </a:p>
        </p:txBody>
      </p:sp>
      <p:sp>
        <p:nvSpPr>
          <p:cNvPr id="6" name="TextBox 5">
            <a:extLst>
              <a:ext uri="{FF2B5EF4-FFF2-40B4-BE49-F238E27FC236}">
                <a16:creationId xmlns:a16="http://schemas.microsoft.com/office/drawing/2014/main" id="{0D92C347-581C-49C9-AFA7-1829D81FCAA3}"/>
              </a:ext>
            </a:extLst>
          </p:cNvPr>
          <p:cNvSpPr txBox="1"/>
          <p:nvPr/>
        </p:nvSpPr>
        <p:spPr>
          <a:xfrm>
            <a:off x="9658702" y="944312"/>
            <a:ext cx="2180916" cy="276999"/>
          </a:xfrm>
          <a:prstGeom prst="rect">
            <a:avLst/>
          </a:prstGeom>
        </p:spPr>
        <p:txBody>
          <a:bodyPr vert="horz" wrap="square" lIns="0" tIns="0" rIns="0" bIns="0" rtlCol="0" anchor="t">
            <a:spAutoFit/>
          </a:bodyPr>
          <a:lstStyle/>
          <a:p>
            <a:pPr algn="ctr"/>
            <a:r>
              <a:rPr lang="en-US" dirty="0">
                <a:solidFill>
                  <a:srgbClr val="128CAB"/>
                </a:solidFill>
              </a:rPr>
              <a:t>Bus address</a:t>
            </a:r>
          </a:p>
        </p:txBody>
      </p:sp>
      <p:cxnSp>
        <p:nvCxnSpPr>
          <p:cNvPr id="7" name="Straight Arrow Connector 6">
            <a:extLst>
              <a:ext uri="{FF2B5EF4-FFF2-40B4-BE49-F238E27FC236}">
                <a16:creationId xmlns:a16="http://schemas.microsoft.com/office/drawing/2014/main" id="{0D42A86F-8442-46BD-B34A-0149ADA69662}"/>
              </a:ext>
            </a:extLst>
          </p:cNvPr>
          <p:cNvCxnSpPr/>
          <p:nvPr/>
        </p:nvCxnSpPr>
        <p:spPr>
          <a:xfrm flipH="1">
            <a:off x="8518484" y="1221311"/>
            <a:ext cx="2078670" cy="932364"/>
          </a:xfrm>
          <a:prstGeom prst="straightConnector1">
            <a:avLst/>
          </a:prstGeom>
          <a:ln w="25400">
            <a:tailEnd type="arrow"/>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F3C54DBB-0886-4391-9B7A-962594236DFB}"/>
              </a:ext>
            </a:extLst>
          </p:cNvPr>
          <p:cNvSpPr txBox="1"/>
          <p:nvPr/>
        </p:nvSpPr>
        <p:spPr>
          <a:xfrm>
            <a:off x="10006322" y="3338899"/>
            <a:ext cx="2180916" cy="553998"/>
          </a:xfrm>
          <a:prstGeom prst="rect">
            <a:avLst/>
          </a:prstGeom>
        </p:spPr>
        <p:txBody>
          <a:bodyPr vert="horz" wrap="square" lIns="0" tIns="0" rIns="0" bIns="0" rtlCol="0" anchor="t">
            <a:spAutoFit/>
          </a:bodyPr>
          <a:lstStyle/>
          <a:p>
            <a:pPr algn="ctr"/>
            <a:r>
              <a:rPr lang="en-US">
                <a:solidFill>
                  <a:srgbClr val="128CAB"/>
                </a:solidFill>
              </a:rPr>
              <a:t>Corresponding CPU address and range</a:t>
            </a:r>
            <a:endParaRPr lang="en-US" dirty="0">
              <a:solidFill>
                <a:srgbClr val="128CAB"/>
              </a:solidFill>
            </a:endParaRPr>
          </a:p>
        </p:txBody>
      </p:sp>
      <p:cxnSp>
        <p:nvCxnSpPr>
          <p:cNvPr id="9" name="Straight Arrow Connector 8">
            <a:extLst>
              <a:ext uri="{FF2B5EF4-FFF2-40B4-BE49-F238E27FC236}">
                <a16:creationId xmlns:a16="http://schemas.microsoft.com/office/drawing/2014/main" id="{A3FB8132-AE1A-44BD-A9EE-8A9D78FD7309}"/>
              </a:ext>
            </a:extLst>
          </p:cNvPr>
          <p:cNvCxnSpPr/>
          <p:nvPr/>
        </p:nvCxnSpPr>
        <p:spPr>
          <a:xfrm flipH="1" flipV="1">
            <a:off x="10006322" y="2657475"/>
            <a:ext cx="1075483" cy="681425"/>
          </a:xfrm>
          <a:prstGeom prst="straightConnector1">
            <a:avLst/>
          </a:prstGeom>
          <a:ln w="25400">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372858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Summary</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ea typeface="ＭＳ Ｐゴシック"/>
              </a:rPr>
              <a:t>Linux Architecture</a:t>
            </a:r>
            <a:endParaRPr lang="en-US" dirty="0"/>
          </a:p>
          <a:p>
            <a:r>
              <a:rPr lang="en-US" dirty="0">
                <a:ea typeface="ＭＳ Ｐゴシック"/>
              </a:rPr>
              <a:t>Device Trees</a:t>
            </a:r>
            <a:endParaRPr lang="en-US" dirty="0"/>
          </a:p>
          <a:p>
            <a:r>
              <a:rPr lang="en-US" dirty="0">
                <a:solidFill>
                  <a:srgbClr val="128CAB"/>
                </a:solidFill>
                <a:ea typeface="ＭＳ Ｐゴシック"/>
              </a:rPr>
              <a:t>The U-BOOT Bootloader</a:t>
            </a:r>
            <a:endParaRPr lang="en-US" dirty="0">
              <a:solidFill>
                <a:srgbClr val="128CAB"/>
              </a:solidFill>
            </a:endParaRPr>
          </a:p>
        </p:txBody>
      </p:sp>
    </p:spTree>
    <p:extLst>
      <p:ext uri="{BB962C8B-B14F-4D97-AF65-F5344CB8AC3E}">
        <p14:creationId xmlns:p14="http://schemas.microsoft.com/office/powerpoint/2010/main" val="16720184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The U-Boot Bootloader</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latin typeface="Calibri"/>
                <a:ea typeface="Tahoma"/>
                <a:cs typeface="Tahoma"/>
              </a:rPr>
              <a:t>Very popular bootloader among embedded system developers</a:t>
            </a:r>
          </a:p>
          <a:p>
            <a:r>
              <a:rPr lang="en-US" dirty="0">
                <a:latin typeface="Calibri"/>
                <a:ea typeface="Tahoma"/>
                <a:cs typeface="Tahoma"/>
              </a:rPr>
              <a:t>Historic perspective</a:t>
            </a:r>
          </a:p>
          <a:p>
            <a:endParaRPr lang="en-US" dirty="0">
              <a:latin typeface="Tahoma" pitchFamily="-109" charset="0"/>
              <a:ea typeface="Tahoma" pitchFamily="-109" charset="0"/>
              <a:cs typeface="Tahoma" pitchFamily="-109" charset="0"/>
            </a:endParaRPr>
          </a:p>
          <a:p>
            <a:endParaRPr lang="en-US" dirty="0">
              <a:latin typeface="Tahoma" pitchFamily="-109" charset="0"/>
              <a:ea typeface="Tahoma" pitchFamily="-109" charset="0"/>
              <a:cs typeface="Tahoma" pitchFamily="-109" charset="0"/>
            </a:endParaRPr>
          </a:p>
          <a:p>
            <a:endParaRPr lang="en-US" dirty="0">
              <a:latin typeface="Tahoma" pitchFamily="-109" charset="0"/>
              <a:ea typeface="Tahoma" pitchFamily="-109" charset="0"/>
              <a:cs typeface="Tahoma" pitchFamily="-109" charset="0"/>
            </a:endParaRPr>
          </a:p>
          <a:p>
            <a:r>
              <a:rPr lang="en-US" dirty="0">
                <a:latin typeface="Calibri"/>
                <a:ea typeface="Tahoma"/>
                <a:cs typeface="Tahoma"/>
              </a:rPr>
              <a:t>Today, it is the de-facto standard among embedded systems.</a:t>
            </a:r>
          </a:p>
        </p:txBody>
      </p:sp>
      <p:cxnSp>
        <p:nvCxnSpPr>
          <p:cNvPr id="5" name="Connettore 2 2">
            <a:extLst>
              <a:ext uri="{FF2B5EF4-FFF2-40B4-BE49-F238E27FC236}">
                <a16:creationId xmlns:a16="http://schemas.microsoft.com/office/drawing/2014/main" id="{DEE8CB5C-CF45-4F78-B22F-92C457482315}"/>
              </a:ext>
            </a:extLst>
          </p:cNvPr>
          <p:cNvCxnSpPr/>
          <p:nvPr/>
        </p:nvCxnSpPr>
        <p:spPr bwMode="auto">
          <a:xfrm>
            <a:off x="3128993" y="3162635"/>
            <a:ext cx="6768752" cy="0"/>
          </a:xfrm>
          <a:prstGeom prst="straightConnector1">
            <a:avLst/>
          </a:prstGeom>
          <a:gradFill rotWithShape="0">
            <a:gsLst>
              <a:gs pos="0">
                <a:schemeClr val="bg1"/>
              </a:gs>
              <a:gs pos="100000">
                <a:schemeClr val="hlink"/>
              </a:gs>
            </a:gsLst>
            <a:lin ang="18900000" scaled="1"/>
          </a:gradFill>
          <a:ln w="28575" cap="flat" cmpd="sng" algn="ctr">
            <a:solidFill>
              <a:schemeClr val="tx1"/>
            </a:solidFill>
            <a:prstDash val="solid"/>
            <a:round/>
            <a:headEnd type="none" w="med" len="med"/>
            <a:tailEnd type="arrow"/>
          </a:ln>
          <a:effectLst>
            <a:outerShdw blurRad="50800" dist="38100" dir="2700000" algn="tl" rotWithShape="0">
              <a:prstClr val="black">
                <a:alpha val="40000"/>
              </a:prstClr>
            </a:outerShdw>
          </a:effectLst>
        </p:spPr>
      </p:cxnSp>
      <p:sp>
        <p:nvSpPr>
          <p:cNvPr id="6" name="CasellaDiTesto 3">
            <a:extLst>
              <a:ext uri="{FF2B5EF4-FFF2-40B4-BE49-F238E27FC236}">
                <a16:creationId xmlns:a16="http://schemas.microsoft.com/office/drawing/2014/main" id="{58B54AA2-66B8-4786-8218-3367C663B612}"/>
              </a:ext>
            </a:extLst>
          </p:cNvPr>
          <p:cNvSpPr txBox="1"/>
          <p:nvPr/>
        </p:nvSpPr>
        <p:spPr>
          <a:xfrm>
            <a:off x="2992359" y="2658579"/>
            <a:ext cx="7697474" cy="369332"/>
          </a:xfrm>
          <a:prstGeom prst="rect">
            <a:avLst/>
          </a:prstGeom>
          <a:noFill/>
        </p:spPr>
        <p:txBody>
          <a:bodyPr wrap="square" rtlCol="0">
            <a:spAutoFit/>
          </a:bodyPr>
          <a:lstStyle/>
          <a:p>
            <a:pPr algn="l"/>
            <a:r>
              <a:rPr lang="en-US" sz="1800" dirty="0"/>
              <a:t>Nov’02	Mar’03	Apr’03	Oct’03	Dec’03	Apr’04	     May’04</a:t>
            </a:r>
          </a:p>
        </p:txBody>
      </p:sp>
      <p:sp>
        <p:nvSpPr>
          <p:cNvPr id="7" name="CasellaDiTesto 7">
            <a:extLst>
              <a:ext uri="{FF2B5EF4-FFF2-40B4-BE49-F238E27FC236}">
                <a16:creationId xmlns:a16="http://schemas.microsoft.com/office/drawing/2014/main" id="{FE6288E1-F887-4E1B-8209-5C85268F92FE}"/>
              </a:ext>
            </a:extLst>
          </p:cNvPr>
          <p:cNvSpPr txBox="1"/>
          <p:nvPr/>
        </p:nvSpPr>
        <p:spPr>
          <a:xfrm>
            <a:off x="3056985" y="3378659"/>
            <a:ext cx="6905386" cy="646331"/>
          </a:xfrm>
          <a:prstGeom prst="rect">
            <a:avLst/>
          </a:prstGeom>
          <a:noFill/>
        </p:spPr>
        <p:txBody>
          <a:bodyPr wrap="square" rtlCol="0">
            <a:spAutoFit/>
          </a:bodyPr>
          <a:lstStyle/>
          <a:p>
            <a:pPr algn="l"/>
            <a:r>
              <a:rPr lang="en-US" sz="1800" dirty="0"/>
              <a:t>PPC	MIPS32	MIPS64	NIOS2	</a:t>
            </a:r>
            <a:r>
              <a:rPr lang="en-US" sz="1800" dirty="0" err="1"/>
              <a:t>Coldfire</a:t>
            </a:r>
            <a:r>
              <a:rPr lang="en-US" sz="1800" dirty="0"/>
              <a:t>	</a:t>
            </a:r>
            <a:r>
              <a:rPr lang="en-US" sz="1800" dirty="0" err="1"/>
              <a:t>Microblaze</a:t>
            </a:r>
            <a:r>
              <a:rPr lang="en-US" sz="1800" dirty="0"/>
              <a:t>  </a:t>
            </a:r>
            <a:r>
              <a:rPr lang="en-US" sz="1800" dirty="0">
                <a:solidFill>
                  <a:srgbClr val="128CAB"/>
                </a:solidFill>
              </a:rPr>
              <a:t>ARM</a:t>
            </a:r>
            <a:r>
              <a:rPr lang="en-US" sz="1800" dirty="0"/>
              <a:t>	</a:t>
            </a:r>
          </a:p>
          <a:p>
            <a:pPr algn="l"/>
            <a:r>
              <a:rPr lang="en-US" sz="1800" dirty="0"/>
              <a:t>x86		</a:t>
            </a:r>
          </a:p>
        </p:txBody>
      </p:sp>
      <p:cxnSp>
        <p:nvCxnSpPr>
          <p:cNvPr id="8" name="Connettore 1 4">
            <a:extLst>
              <a:ext uri="{FF2B5EF4-FFF2-40B4-BE49-F238E27FC236}">
                <a16:creationId xmlns:a16="http://schemas.microsoft.com/office/drawing/2014/main" id="{AC79C3C5-DC91-4C62-8A4F-1EBEFBEDF267}"/>
              </a:ext>
            </a:extLst>
          </p:cNvPr>
          <p:cNvCxnSpPr/>
          <p:nvPr/>
        </p:nvCxnSpPr>
        <p:spPr bwMode="auto">
          <a:xfrm>
            <a:off x="3128993" y="3018619"/>
            <a:ext cx="0" cy="288032"/>
          </a:xfrm>
          <a:prstGeom prst="line">
            <a:avLst/>
          </a:prstGeom>
          <a:gradFill rotWithShape="0">
            <a:gsLst>
              <a:gs pos="0">
                <a:schemeClr val="bg1"/>
              </a:gs>
              <a:gs pos="100000">
                <a:schemeClr val="hlink"/>
              </a:gs>
            </a:gsLst>
            <a:lin ang="18900000" scaled="1"/>
          </a:gra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cxnSp>
      <p:cxnSp>
        <p:nvCxnSpPr>
          <p:cNvPr id="9" name="Connettore 1 9">
            <a:extLst>
              <a:ext uri="{FF2B5EF4-FFF2-40B4-BE49-F238E27FC236}">
                <a16:creationId xmlns:a16="http://schemas.microsoft.com/office/drawing/2014/main" id="{F7D986D0-0DDB-488B-BA23-1FC819BABE05}"/>
              </a:ext>
            </a:extLst>
          </p:cNvPr>
          <p:cNvCxnSpPr/>
          <p:nvPr/>
        </p:nvCxnSpPr>
        <p:spPr bwMode="auto">
          <a:xfrm>
            <a:off x="4353129" y="3018619"/>
            <a:ext cx="0" cy="288032"/>
          </a:xfrm>
          <a:prstGeom prst="line">
            <a:avLst/>
          </a:prstGeom>
          <a:gradFill rotWithShape="0">
            <a:gsLst>
              <a:gs pos="0">
                <a:schemeClr val="bg1"/>
              </a:gs>
              <a:gs pos="100000">
                <a:schemeClr val="hlink"/>
              </a:gs>
            </a:gsLst>
            <a:lin ang="18900000" scaled="1"/>
          </a:gra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cxnSp>
      <p:cxnSp>
        <p:nvCxnSpPr>
          <p:cNvPr id="10" name="Connettore 1 10">
            <a:extLst>
              <a:ext uri="{FF2B5EF4-FFF2-40B4-BE49-F238E27FC236}">
                <a16:creationId xmlns:a16="http://schemas.microsoft.com/office/drawing/2014/main" id="{398313A4-A52C-4F43-B3BF-8246C191C9F2}"/>
              </a:ext>
            </a:extLst>
          </p:cNvPr>
          <p:cNvCxnSpPr/>
          <p:nvPr/>
        </p:nvCxnSpPr>
        <p:spPr bwMode="auto">
          <a:xfrm>
            <a:off x="5145217" y="3018619"/>
            <a:ext cx="0" cy="288032"/>
          </a:xfrm>
          <a:prstGeom prst="line">
            <a:avLst/>
          </a:prstGeom>
          <a:gradFill rotWithShape="0">
            <a:gsLst>
              <a:gs pos="0">
                <a:schemeClr val="bg1"/>
              </a:gs>
              <a:gs pos="100000">
                <a:schemeClr val="hlink"/>
              </a:gs>
            </a:gsLst>
            <a:lin ang="18900000" scaled="1"/>
          </a:gra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cxnSp>
      <p:cxnSp>
        <p:nvCxnSpPr>
          <p:cNvPr id="11" name="Connettore 1 11">
            <a:extLst>
              <a:ext uri="{FF2B5EF4-FFF2-40B4-BE49-F238E27FC236}">
                <a16:creationId xmlns:a16="http://schemas.microsoft.com/office/drawing/2014/main" id="{37898B31-CF85-47C6-AA5D-0D9F1FEA2E38}"/>
              </a:ext>
            </a:extLst>
          </p:cNvPr>
          <p:cNvCxnSpPr/>
          <p:nvPr/>
        </p:nvCxnSpPr>
        <p:spPr bwMode="auto">
          <a:xfrm>
            <a:off x="6153329" y="3018619"/>
            <a:ext cx="0" cy="288032"/>
          </a:xfrm>
          <a:prstGeom prst="line">
            <a:avLst/>
          </a:prstGeom>
          <a:gradFill rotWithShape="0">
            <a:gsLst>
              <a:gs pos="0">
                <a:schemeClr val="bg1"/>
              </a:gs>
              <a:gs pos="100000">
                <a:schemeClr val="hlink"/>
              </a:gs>
            </a:gsLst>
            <a:lin ang="18900000" scaled="1"/>
          </a:gra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cxnSp>
      <p:cxnSp>
        <p:nvCxnSpPr>
          <p:cNvPr id="12" name="Connettore 1 12">
            <a:extLst>
              <a:ext uri="{FF2B5EF4-FFF2-40B4-BE49-F238E27FC236}">
                <a16:creationId xmlns:a16="http://schemas.microsoft.com/office/drawing/2014/main" id="{F9908110-2C9D-49DF-B1EA-F6AB99A5B712}"/>
              </a:ext>
            </a:extLst>
          </p:cNvPr>
          <p:cNvCxnSpPr/>
          <p:nvPr/>
        </p:nvCxnSpPr>
        <p:spPr bwMode="auto">
          <a:xfrm>
            <a:off x="7089433" y="3018619"/>
            <a:ext cx="0" cy="288032"/>
          </a:xfrm>
          <a:prstGeom prst="line">
            <a:avLst/>
          </a:prstGeom>
          <a:gradFill rotWithShape="0">
            <a:gsLst>
              <a:gs pos="0">
                <a:schemeClr val="bg1"/>
              </a:gs>
              <a:gs pos="100000">
                <a:schemeClr val="hlink"/>
              </a:gs>
            </a:gsLst>
            <a:lin ang="18900000" scaled="1"/>
          </a:gra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cxnSp>
      <p:cxnSp>
        <p:nvCxnSpPr>
          <p:cNvPr id="13" name="Connettore 1 13">
            <a:extLst>
              <a:ext uri="{FF2B5EF4-FFF2-40B4-BE49-F238E27FC236}">
                <a16:creationId xmlns:a16="http://schemas.microsoft.com/office/drawing/2014/main" id="{795E6685-1E0C-4C41-9FB2-15088130CCB7}"/>
              </a:ext>
            </a:extLst>
          </p:cNvPr>
          <p:cNvCxnSpPr/>
          <p:nvPr/>
        </p:nvCxnSpPr>
        <p:spPr bwMode="auto">
          <a:xfrm>
            <a:off x="8025537" y="3018619"/>
            <a:ext cx="0" cy="288032"/>
          </a:xfrm>
          <a:prstGeom prst="line">
            <a:avLst/>
          </a:prstGeom>
          <a:gradFill rotWithShape="0">
            <a:gsLst>
              <a:gs pos="0">
                <a:schemeClr val="bg1"/>
              </a:gs>
              <a:gs pos="100000">
                <a:schemeClr val="hlink"/>
              </a:gs>
            </a:gsLst>
            <a:lin ang="18900000" scaled="1"/>
          </a:gra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cxnSp>
      <p:cxnSp>
        <p:nvCxnSpPr>
          <p:cNvPr id="14" name="Connettore 1 14">
            <a:extLst>
              <a:ext uri="{FF2B5EF4-FFF2-40B4-BE49-F238E27FC236}">
                <a16:creationId xmlns:a16="http://schemas.microsoft.com/office/drawing/2014/main" id="{542C77E8-4896-44F2-84D5-3BD770E4E52D}"/>
              </a:ext>
            </a:extLst>
          </p:cNvPr>
          <p:cNvCxnSpPr/>
          <p:nvPr/>
        </p:nvCxnSpPr>
        <p:spPr bwMode="auto">
          <a:xfrm>
            <a:off x="9177665" y="3018619"/>
            <a:ext cx="0" cy="288032"/>
          </a:xfrm>
          <a:prstGeom prst="line">
            <a:avLst/>
          </a:prstGeom>
          <a:gradFill rotWithShape="0">
            <a:gsLst>
              <a:gs pos="0">
                <a:schemeClr val="bg1"/>
              </a:gs>
              <a:gs pos="100000">
                <a:schemeClr val="hlink"/>
              </a:gs>
            </a:gsLst>
            <a:lin ang="18900000" scaled="1"/>
          </a:gra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cxnSp>
      <p:pic>
        <p:nvPicPr>
          <p:cNvPr id="3" name="Picture 2" descr="U-Boot logo">
            <a:extLst>
              <a:ext uri="{FF2B5EF4-FFF2-40B4-BE49-F238E27FC236}">
                <a16:creationId xmlns:a16="http://schemas.microsoft.com/office/drawing/2014/main" id="{47DEDFD4-EF98-705A-108B-5ED3F8BDEED0}"/>
              </a:ext>
            </a:extLst>
          </p:cNvPr>
          <p:cNvPicPr>
            <a:picLocks noChangeAspect="1"/>
          </p:cNvPicPr>
          <p:nvPr/>
        </p:nvPicPr>
        <p:blipFill>
          <a:blip r:embed="rId3"/>
          <a:stretch>
            <a:fillRect/>
          </a:stretch>
        </p:blipFill>
        <p:spPr>
          <a:xfrm>
            <a:off x="10249811" y="153536"/>
            <a:ext cx="1697556" cy="2226303"/>
          </a:xfrm>
          <a:prstGeom prst="rect">
            <a:avLst/>
          </a:prstGeom>
        </p:spPr>
      </p:pic>
      <p:sp>
        <p:nvSpPr>
          <p:cNvPr id="15" name="TextBox 14">
            <a:extLst>
              <a:ext uri="{FF2B5EF4-FFF2-40B4-BE49-F238E27FC236}">
                <a16:creationId xmlns:a16="http://schemas.microsoft.com/office/drawing/2014/main" id="{F0262F08-1003-8856-14DE-91A87B9BA2EC}"/>
              </a:ext>
            </a:extLst>
          </p:cNvPr>
          <p:cNvSpPr txBox="1"/>
          <p:nvPr/>
        </p:nvSpPr>
        <p:spPr>
          <a:xfrm>
            <a:off x="9983775" y="2505914"/>
            <a:ext cx="2229628" cy="138499"/>
          </a:xfrm>
          <a:prstGeom prst="rect">
            <a:avLst/>
          </a:prstGeom>
          <a:noFill/>
        </p:spPr>
        <p:txBody>
          <a:bodyPr wrap="square" lIns="0" tIns="0" rIns="0" bIns="0" rtlCol="0">
            <a:spAutoFit/>
          </a:bodyPr>
          <a:lstStyle/>
          <a:p>
            <a:pPr eaLnBrk="1" hangingPunct="1">
              <a:lnSpc>
                <a:spcPct val="90000"/>
              </a:lnSpc>
              <a:spcBef>
                <a:spcPts val="0"/>
              </a:spcBef>
              <a:spcAft>
                <a:spcPts val="600"/>
              </a:spcAft>
            </a:pPr>
            <a:r>
              <a:rPr lang="en-US" sz="1000" dirty="0">
                <a:solidFill>
                  <a:schemeClr val="tx2"/>
                </a:solidFill>
                <a:latin typeface="+mn-lt"/>
                <a:ea typeface="+mn-ea"/>
              </a:rPr>
              <a:t>L</a:t>
            </a:r>
            <a:r>
              <a:rPr lang="en-US" sz="1000" kern="1200" dirty="0">
                <a:solidFill>
                  <a:schemeClr val="tx2"/>
                </a:solidFill>
                <a:latin typeface="+mn-lt"/>
                <a:ea typeface="+mn-ea"/>
                <a:cs typeface="+mn-cs"/>
              </a:rPr>
              <a:t>ogo </a:t>
            </a:r>
            <a:r>
              <a:rPr lang="en-GB" sz="1000" dirty="0">
                <a:latin typeface="+mn-lt"/>
              </a:rPr>
              <a:t>CC BY-SA 4.0 Heinrich </a:t>
            </a:r>
            <a:r>
              <a:rPr lang="en-GB" sz="1000" dirty="0" err="1">
                <a:latin typeface="+mn-lt"/>
              </a:rPr>
              <a:t>Schuchardt</a:t>
            </a:r>
            <a:endParaRPr lang="en-US" sz="1000" kern="1200" dirty="0" err="1">
              <a:solidFill>
                <a:schemeClr val="tx2"/>
              </a:solidFill>
              <a:latin typeface="+mn-lt"/>
              <a:ea typeface="+mn-ea"/>
              <a:cs typeface="+mn-cs"/>
            </a:endParaRPr>
          </a:p>
        </p:txBody>
      </p:sp>
    </p:spTree>
    <p:extLst>
      <p:ext uri="{BB962C8B-B14F-4D97-AF65-F5344CB8AC3E}">
        <p14:creationId xmlns:p14="http://schemas.microsoft.com/office/powerpoint/2010/main" val="15626717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The U-Boot Bootloader</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535625"/>
          </a:xfrm>
        </p:spPr>
        <p:txBody>
          <a:bodyPr wrap="square" numCol="1" anchor="t" anchorCtr="0" compatLnSpc="1">
            <a:prstTxWarp prst="textNoShape">
              <a:avLst/>
            </a:prstTxWarp>
          </a:bodyPr>
          <a:lstStyle/>
          <a:p>
            <a:r>
              <a:rPr lang="en-US" dirty="0"/>
              <a:t>U-Boot architecture is made of two parts (or stages):</a:t>
            </a:r>
          </a:p>
          <a:p>
            <a:r>
              <a:rPr lang="en-US" dirty="0">
                <a:solidFill>
                  <a:srgbClr val="128CAB"/>
                </a:solidFill>
              </a:rPr>
              <a:t>1</a:t>
            </a:r>
            <a:r>
              <a:rPr lang="en-US" baseline="30000" dirty="0">
                <a:solidFill>
                  <a:srgbClr val="128CAB"/>
                </a:solidFill>
              </a:rPr>
              <a:t>st</a:t>
            </a:r>
            <a:r>
              <a:rPr lang="en-US" dirty="0">
                <a:solidFill>
                  <a:srgbClr val="128CAB"/>
                </a:solidFill>
              </a:rPr>
              <a:t> stage</a:t>
            </a:r>
            <a:endParaRPr lang="en-US" dirty="0"/>
          </a:p>
          <a:p>
            <a:pPr lvl="1"/>
            <a:r>
              <a:rPr lang="en-US" dirty="0"/>
              <a:t>Written mostly in Assembly code</a:t>
            </a:r>
          </a:p>
          <a:p>
            <a:pPr lvl="1"/>
            <a:r>
              <a:rPr lang="en-US" dirty="0"/>
              <a:t>It runs from the CPU on-chip memory (e.g., on-chip static RAM).</a:t>
            </a:r>
          </a:p>
          <a:p>
            <a:pPr lvl="1"/>
            <a:r>
              <a:rPr lang="en-US" dirty="0"/>
              <a:t>It initializes the CPU RAM memory controller and relocates itself in off-chip RAM Memory.</a:t>
            </a:r>
          </a:p>
          <a:p>
            <a:r>
              <a:rPr lang="en-US" dirty="0">
                <a:solidFill>
                  <a:srgbClr val="128CAB"/>
                </a:solidFill>
              </a:rPr>
              <a:t>2</a:t>
            </a:r>
            <a:r>
              <a:rPr lang="en-US" baseline="30000" dirty="0">
                <a:solidFill>
                  <a:srgbClr val="128CAB"/>
                </a:solidFill>
              </a:rPr>
              <a:t>nd</a:t>
            </a:r>
            <a:r>
              <a:rPr lang="en-US" dirty="0">
                <a:solidFill>
                  <a:srgbClr val="128CAB"/>
                </a:solidFill>
              </a:rPr>
              <a:t> stage</a:t>
            </a:r>
            <a:endParaRPr lang="en-US" dirty="0"/>
          </a:p>
          <a:p>
            <a:pPr lvl="1"/>
            <a:r>
              <a:rPr lang="en-US" dirty="0"/>
              <a:t>Written mostly in C code</a:t>
            </a:r>
          </a:p>
          <a:p>
            <a:pPr lvl="1"/>
            <a:r>
              <a:rPr lang="en-US" dirty="0"/>
              <a:t>It implements a command-line human-machine interface with scripting capabilities.</a:t>
            </a:r>
          </a:p>
          <a:p>
            <a:pPr lvl="1"/>
            <a:r>
              <a:rPr lang="en-US" dirty="0"/>
              <a:t>It initializes the minimum set of peripherals to load the device tree Blob, the Linux Kernel, and possibly, the Initial RAM disk to RAM Memory.</a:t>
            </a:r>
          </a:p>
          <a:p>
            <a:pPr lvl="1"/>
            <a:r>
              <a:rPr lang="en-US" dirty="0"/>
              <a:t>It starts the execution of the Linux Kernel.</a:t>
            </a:r>
            <a:endParaRPr lang="en-US" altLang="en-US" dirty="0">
              <a:ea typeface="ＭＳ Ｐゴシック" panose="020B0600070205080204" pitchFamily="34" charset="-128"/>
            </a:endParaRPr>
          </a:p>
          <a:p>
            <a:pPr lvl="2"/>
            <a:endParaRPr lang="en-US" altLang="en-US" dirty="0">
              <a:ea typeface="ＭＳ Ｐゴシック" panose="020B0600070205080204" pitchFamily="34" charset="-128"/>
            </a:endParaRPr>
          </a:p>
        </p:txBody>
      </p:sp>
      <p:pic>
        <p:nvPicPr>
          <p:cNvPr id="2" name="Picture 1" descr="U-Boot logo">
            <a:extLst>
              <a:ext uri="{FF2B5EF4-FFF2-40B4-BE49-F238E27FC236}">
                <a16:creationId xmlns:a16="http://schemas.microsoft.com/office/drawing/2014/main" id="{125062C0-A5E8-C3FD-838B-4EE81E6A2DCD}"/>
              </a:ext>
            </a:extLst>
          </p:cNvPr>
          <p:cNvPicPr>
            <a:picLocks noChangeAspect="1"/>
          </p:cNvPicPr>
          <p:nvPr/>
        </p:nvPicPr>
        <p:blipFill>
          <a:blip r:embed="rId3"/>
          <a:stretch>
            <a:fillRect/>
          </a:stretch>
        </p:blipFill>
        <p:spPr>
          <a:xfrm>
            <a:off x="10249811" y="153536"/>
            <a:ext cx="1697556" cy="2226303"/>
          </a:xfrm>
          <a:prstGeom prst="rect">
            <a:avLst/>
          </a:prstGeom>
        </p:spPr>
      </p:pic>
      <p:sp>
        <p:nvSpPr>
          <p:cNvPr id="3" name="TextBox 2">
            <a:extLst>
              <a:ext uri="{FF2B5EF4-FFF2-40B4-BE49-F238E27FC236}">
                <a16:creationId xmlns:a16="http://schemas.microsoft.com/office/drawing/2014/main" id="{01692D66-8B79-85F7-308D-B5A083278214}"/>
              </a:ext>
            </a:extLst>
          </p:cNvPr>
          <p:cNvSpPr txBox="1"/>
          <p:nvPr/>
        </p:nvSpPr>
        <p:spPr>
          <a:xfrm>
            <a:off x="9983775" y="2505914"/>
            <a:ext cx="2229628" cy="138499"/>
          </a:xfrm>
          <a:prstGeom prst="rect">
            <a:avLst/>
          </a:prstGeom>
          <a:noFill/>
        </p:spPr>
        <p:txBody>
          <a:bodyPr wrap="square" lIns="0" tIns="0" rIns="0" bIns="0" rtlCol="0">
            <a:spAutoFit/>
          </a:bodyPr>
          <a:lstStyle/>
          <a:p>
            <a:pPr eaLnBrk="1" hangingPunct="1">
              <a:lnSpc>
                <a:spcPct val="90000"/>
              </a:lnSpc>
              <a:spcBef>
                <a:spcPts val="0"/>
              </a:spcBef>
              <a:spcAft>
                <a:spcPts val="600"/>
              </a:spcAft>
            </a:pPr>
            <a:r>
              <a:rPr lang="en-US" sz="1000" dirty="0">
                <a:solidFill>
                  <a:schemeClr val="tx2"/>
                </a:solidFill>
                <a:latin typeface="+mn-lt"/>
                <a:ea typeface="+mn-ea"/>
              </a:rPr>
              <a:t>L</a:t>
            </a:r>
            <a:r>
              <a:rPr lang="en-US" sz="1000" kern="1200" dirty="0">
                <a:solidFill>
                  <a:schemeClr val="tx2"/>
                </a:solidFill>
                <a:latin typeface="+mn-lt"/>
                <a:ea typeface="+mn-ea"/>
                <a:cs typeface="+mn-cs"/>
              </a:rPr>
              <a:t>ogo </a:t>
            </a:r>
            <a:r>
              <a:rPr lang="en-GB" sz="1000" dirty="0">
                <a:latin typeface="+mn-lt"/>
              </a:rPr>
              <a:t>CC BY-SA 4.0 Heinrich </a:t>
            </a:r>
            <a:r>
              <a:rPr lang="en-GB" sz="1000" dirty="0" err="1">
                <a:latin typeface="+mn-lt"/>
              </a:rPr>
              <a:t>Schuchardt</a:t>
            </a:r>
            <a:endParaRPr lang="en-US" sz="1000" kern="1200" dirty="0" err="1">
              <a:solidFill>
                <a:schemeClr val="tx2"/>
              </a:solidFill>
              <a:latin typeface="+mn-lt"/>
              <a:ea typeface="+mn-ea"/>
              <a:cs typeface="+mn-cs"/>
            </a:endParaRPr>
          </a:p>
        </p:txBody>
      </p:sp>
    </p:spTree>
    <p:extLst>
      <p:ext uri="{BB962C8B-B14F-4D97-AF65-F5344CB8AC3E}">
        <p14:creationId xmlns:p14="http://schemas.microsoft.com/office/powerpoint/2010/main" val="35899944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The U-Boot Bootloader</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5867111" cy="4086225"/>
          </a:xfrm>
        </p:spPr>
        <p:txBody>
          <a:bodyPr wrap="square" numCol="1" anchor="t" anchorCtr="0" compatLnSpc="1">
            <a:prstTxWarp prst="textNoShape">
              <a:avLst/>
            </a:prstTxWarp>
          </a:bodyPr>
          <a:lstStyle/>
          <a:p>
            <a:r>
              <a:rPr lang="en-US" dirty="0"/>
              <a:t>Processor-dependent files:</a:t>
            </a:r>
            <a:endParaRPr lang="en-US" altLang="en-US" dirty="0">
              <a:ea typeface="ＭＳ Ｐゴシック" panose="020B0600070205080204" pitchFamily="34" charset="-128"/>
            </a:endParaRPr>
          </a:p>
          <a:p>
            <a:pPr marL="398145" lvl="1" indent="-166370"/>
            <a:r>
              <a:rPr lang="en-US" dirty="0">
                <a:ea typeface="ＭＳ Ｐゴシック"/>
              </a:rPr>
              <a:t>Specific to the CPU that will run U-Boot (e.g., CPU 1, CPU 2,</a:t>
            </a:r>
            <a:r>
              <a:rPr lang="is-IS" dirty="0">
                <a:ea typeface="ＭＳ Ｐゴシック"/>
              </a:rPr>
              <a:t> CPU n)</a:t>
            </a:r>
            <a:endParaRPr lang="en-US" altLang="en-US" dirty="0">
              <a:ea typeface="ＭＳ Ｐゴシック"/>
              <a:cs typeface="Calibri"/>
            </a:endParaRPr>
          </a:p>
          <a:p>
            <a:r>
              <a:rPr lang="en-US" dirty="0"/>
              <a:t>Board-dependent files:</a:t>
            </a:r>
            <a:endParaRPr lang="en-US" altLang="en-US" dirty="0">
              <a:ea typeface="ＭＳ Ｐゴシック" panose="020B0600070205080204" pitchFamily="34" charset="-128"/>
            </a:endParaRPr>
          </a:p>
          <a:p>
            <a:pPr marL="398145" lvl="1" indent="-166370"/>
            <a:r>
              <a:rPr lang="en-US" dirty="0">
                <a:ea typeface="ＭＳ Ｐゴシック"/>
              </a:rPr>
              <a:t>Specific for the boards hosting the above CPU, which may have different sets of I/O (e.g., Board 1, hosting CPU 1, and I/O A versus Board 2, hosting CPU 1, and I/O B)</a:t>
            </a:r>
            <a:endParaRPr lang="en-US" altLang="en-US" dirty="0">
              <a:ea typeface="ＭＳ Ｐゴシック"/>
              <a:cs typeface="Calibri"/>
            </a:endParaRPr>
          </a:p>
          <a:p>
            <a:r>
              <a:rPr lang="en-US" dirty="0"/>
              <a:t>General-purpose files:</a:t>
            </a:r>
            <a:endParaRPr lang="en-US" altLang="en-US" dirty="0">
              <a:ea typeface="ＭＳ Ｐゴシック" panose="020B0600070205080204" pitchFamily="34" charset="-128"/>
            </a:endParaRPr>
          </a:p>
          <a:p>
            <a:pPr marL="398145" lvl="1" indent="-166370"/>
            <a:r>
              <a:rPr lang="en-US" dirty="0"/>
              <a:t>Suitable for all the boards/CPUs</a:t>
            </a:r>
            <a:endParaRPr lang="en-US" dirty="0">
              <a:cs typeface="Calibri"/>
            </a:endParaRPr>
          </a:p>
          <a:p>
            <a:pPr marL="398145" lvl="1" indent="-166370"/>
            <a:r>
              <a:rPr lang="en-US" dirty="0"/>
              <a:t>Implement the human-machine interface and the scripting feature of U-Boot</a:t>
            </a:r>
            <a:endParaRPr lang="en-US" altLang="en-US" dirty="0">
              <a:ea typeface="ＭＳ Ｐゴシック" panose="020B0600070205080204" pitchFamily="34" charset="-128"/>
              <a:cs typeface="Calibri"/>
            </a:endParaRPr>
          </a:p>
          <a:p>
            <a:pPr marL="855345" lvl="2" indent="-166370"/>
            <a:endParaRPr lang="en-US" altLang="en-US" dirty="0">
              <a:ea typeface="ＭＳ Ｐゴシック" panose="020B0600070205080204" pitchFamily="34" charset="-128"/>
              <a:cs typeface="Calibri"/>
            </a:endParaRPr>
          </a:p>
        </p:txBody>
      </p:sp>
      <p:sp>
        <p:nvSpPr>
          <p:cNvPr id="5" name="CasellaDiTesto 6">
            <a:extLst>
              <a:ext uri="{FF2B5EF4-FFF2-40B4-BE49-F238E27FC236}">
                <a16:creationId xmlns:a16="http://schemas.microsoft.com/office/drawing/2014/main" id="{0C0B992A-22C8-48DC-B46A-F7EC82625EBB}"/>
              </a:ext>
            </a:extLst>
          </p:cNvPr>
          <p:cNvSpPr txBox="1"/>
          <p:nvPr/>
        </p:nvSpPr>
        <p:spPr>
          <a:xfrm>
            <a:off x="7207201" y="4061902"/>
            <a:ext cx="1044000" cy="432000"/>
          </a:xfrm>
          <a:prstGeom prst="rect">
            <a:avLst/>
          </a:prstGeom>
          <a:solidFill>
            <a:srgbClr val="800000"/>
          </a:solidFill>
          <a:ln>
            <a:solidFill>
              <a:schemeClr val="tx1"/>
            </a:solidFill>
          </a:ln>
          <a:effectLst>
            <a:outerShdw blurRad="50800" dist="76200" dir="2700000" algn="tl" rotWithShape="0">
              <a:prstClr val="black">
                <a:alpha val="40000"/>
              </a:prstClr>
            </a:outerShdw>
          </a:effectLst>
        </p:spPr>
        <p:txBody>
          <a:bodyPr wrap="square" rtlCol="0" anchor="ctr">
            <a:normAutofit lnSpcReduction="10000"/>
          </a:bodyPr>
          <a:lstStyle/>
          <a:p>
            <a:pPr algn="ctr"/>
            <a:r>
              <a:rPr lang="en-US" sz="2400" dirty="0">
                <a:solidFill>
                  <a:schemeClr val="bg1"/>
                </a:solidFill>
              </a:rPr>
              <a:t>CPU 1</a:t>
            </a:r>
            <a:endParaRPr lang="en-US" dirty="0">
              <a:solidFill>
                <a:schemeClr val="bg1"/>
              </a:solidFill>
            </a:endParaRPr>
          </a:p>
        </p:txBody>
      </p:sp>
      <p:sp>
        <p:nvSpPr>
          <p:cNvPr id="6" name="CasellaDiTesto 6">
            <a:extLst>
              <a:ext uri="{FF2B5EF4-FFF2-40B4-BE49-F238E27FC236}">
                <a16:creationId xmlns:a16="http://schemas.microsoft.com/office/drawing/2014/main" id="{77D0F36A-9A57-45F6-9F12-ACE403454D5E}"/>
              </a:ext>
            </a:extLst>
          </p:cNvPr>
          <p:cNvSpPr txBox="1"/>
          <p:nvPr/>
        </p:nvSpPr>
        <p:spPr>
          <a:xfrm>
            <a:off x="8740368" y="4073295"/>
            <a:ext cx="1044000" cy="432000"/>
          </a:xfrm>
          <a:prstGeom prst="rect">
            <a:avLst/>
          </a:prstGeom>
          <a:solidFill>
            <a:srgbClr val="800000"/>
          </a:solidFill>
          <a:ln>
            <a:solidFill>
              <a:schemeClr val="tx1"/>
            </a:solidFill>
          </a:ln>
          <a:effectLst>
            <a:outerShdw blurRad="50800" dist="76200" dir="2700000" algn="tl" rotWithShape="0">
              <a:prstClr val="black">
                <a:alpha val="40000"/>
              </a:prstClr>
            </a:outerShdw>
          </a:effectLst>
        </p:spPr>
        <p:txBody>
          <a:bodyPr wrap="square" rtlCol="0" anchor="ctr">
            <a:normAutofit lnSpcReduction="10000"/>
          </a:bodyPr>
          <a:lstStyle/>
          <a:p>
            <a:pPr algn="ctr"/>
            <a:r>
              <a:rPr lang="en-US" sz="2400" dirty="0">
                <a:solidFill>
                  <a:schemeClr val="bg1"/>
                </a:solidFill>
              </a:rPr>
              <a:t>CPU 2</a:t>
            </a:r>
            <a:endParaRPr lang="en-US" dirty="0">
              <a:solidFill>
                <a:schemeClr val="bg1"/>
              </a:solidFill>
            </a:endParaRPr>
          </a:p>
        </p:txBody>
      </p:sp>
      <p:sp>
        <p:nvSpPr>
          <p:cNvPr id="7" name="CasellaDiTesto 6">
            <a:extLst>
              <a:ext uri="{FF2B5EF4-FFF2-40B4-BE49-F238E27FC236}">
                <a16:creationId xmlns:a16="http://schemas.microsoft.com/office/drawing/2014/main" id="{A839945C-224B-4335-A0A6-D03F4532923B}"/>
              </a:ext>
            </a:extLst>
          </p:cNvPr>
          <p:cNvSpPr txBox="1"/>
          <p:nvPr/>
        </p:nvSpPr>
        <p:spPr>
          <a:xfrm>
            <a:off x="10199211" y="4076475"/>
            <a:ext cx="1044000" cy="432000"/>
          </a:xfrm>
          <a:prstGeom prst="rect">
            <a:avLst/>
          </a:prstGeom>
          <a:solidFill>
            <a:srgbClr val="800000"/>
          </a:solidFill>
          <a:ln>
            <a:solidFill>
              <a:schemeClr val="tx1"/>
            </a:solidFill>
          </a:ln>
          <a:effectLst>
            <a:outerShdw blurRad="50800" dist="76200" dir="2700000" algn="tl" rotWithShape="0">
              <a:prstClr val="black">
                <a:alpha val="40000"/>
              </a:prstClr>
            </a:outerShdw>
          </a:effectLst>
        </p:spPr>
        <p:txBody>
          <a:bodyPr wrap="square" rtlCol="0" anchor="ctr">
            <a:normAutofit lnSpcReduction="10000"/>
          </a:bodyPr>
          <a:lstStyle/>
          <a:p>
            <a:pPr algn="ctr"/>
            <a:r>
              <a:rPr lang="en-US" sz="2400" dirty="0">
                <a:solidFill>
                  <a:schemeClr val="bg1"/>
                </a:solidFill>
              </a:rPr>
              <a:t>CPU n</a:t>
            </a:r>
            <a:endParaRPr lang="en-US" dirty="0">
              <a:solidFill>
                <a:schemeClr val="bg1"/>
              </a:solidFill>
            </a:endParaRPr>
          </a:p>
        </p:txBody>
      </p:sp>
      <p:sp>
        <p:nvSpPr>
          <p:cNvPr id="8" name="CasellaDiTesto 6">
            <a:extLst>
              <a:ext uri="{FF2B5EF4-FFF2-40B4-BE49-F238E27FC236}">
                <a16:creationId xmlns:a16="http://schemas.microsoft.com/office/drawing/2014/main" id="{CF3AD30F-FA5C-4070-ADCE-AA8A97CA7A78}"/>
              </a:ext>
            </a:extLst>
          </p:cNvPr>
          <p:cNvSpPr txBox="1"/>
          <p:nvPr/>
        </p:nvSpPr>
        <p:spPr>
          <a:xfrm>
            <a:off x="7090122" y="2971793"/>
            <a:ext cx="1283495" cy="735270"/>
          </a:xfrm>
          <a:prstGeom prst="roundRect">
            <a:avLst>
              <a:gd name="adj" fmla="val 7167"/>
            </a:avLst>
          </a:prstGeom>
          <a:solidFill>
            <a:srgbClr val="800D00"/>
          </a:solidFill>
          <a:ln>
            <a:solidFill>
              <a:schemeClr val="tx1"/>
            </a:solidFill>
          </a:ln>
          <a:effectLst>
            <a:outerShdw blurRad="50800" dist="76200" dir="2700000" algn="tl" rotWithShape="0">
              <a:prstClr val="black">
                <a:alpha val="40000"/>
              </a:prstClr>
            </a:outerShdw>
          </a:effectLst>
        </p:spPr>
        <p:txBody>
          <a:bodyPr wrap="square" rtlCol="0" anchor="ctr">
            <a:spAutoFit/>
          </a:bodyPr>
          <a:lstStyle/>
          <a:p>
            <a:pPr algn="ctr"/>
            <a:r>
              <a:rPr lang="en-US" sz="2000" dirty="0">
                <a:solidFill>
                  <a:schemeClr val="bg1"/>
                </a:solidFill>
              </a:rPr>
              <a:t>CPU 1 </a:t>
            </a:r>
            <a:br>
              <a:rPr lang="en-US" sz="2000" dirty="0">
                <a:solidFill>
                  <a:schemeClr val="bg1"/>
                </a:solidFill>
              </a:rPr>
            </a:br>
            <a:r>
              <a:rPr lang="en-US" sz="2000" dirty="0">
                <a:solidFill>
                  <a:schemeClr val="bg1"/>
                </a:solidFill>
              </a:rPr>
              <a:t>files</a:t>
            </a:r>
          </a:p>
        </p:txBody>
      </p:sp>
      <p:sp>
        <p:nvSpPr>
          <p:cNvPr id="9" name="CasellaDiTesto 6">
            <a:extLst>
              <a:ext uri="{FF2B5EF4-FFF2-40B4-BE49-F238E27FC236}">
                <a16:creationId xmlns:a16="http://schemas.microsoft.com/office/drawing/2014/main" id="{8991C490-857C-4BE0-83AB-25D6295E8753}"/>
              </a:ext>
            </a:extLst>
          </p:cNvPr>
          <p:cNvSpPr txBox="1"/>
          <p:nvPr/>
        </p:nvSpPr>
        <p:spPr>
          <a:xfrm>
            <a:off x="8613676" y="2971793"/>
            <a:ext cx="1283495" cy="735270"/>
          </a:xfrm>
          <a:prstGeom prst="roundRect">
            <a:avLst>
              <a:gd name="adj" fmla="val 7167"/>
            </a:avLst>
          </a:prstGeom>
          <a:solidFill>
            <a:srgbClr val="800D00"/>
          </a:solidFill>
          <a:ln>
            <a:solidFill>
              <a:schemeClr val="tx1"/>
            </a:solidFill>
          </a:ln>
          <a:effectLst>
            <a:outerShdw blurRad="50800" dist="76200" dir="2700000" algn="tl" rotWithShape="0">
              <a:prstClr val="black">
                <a:alpha val="40000"/>
              </a:prstClr>
            </a:outerShdw>
          </a:effectLst>
        </p:spPr>
        <p:txBody>
          <a:bodyPr wrap="square" rtlCol="0" anchor="ctr">
            <a:spAutoFit/>
          </a:bodyPr>
          <a:lstStyle/>
          <a:p>
            <a:pPr algn="ctr"/>
            <a:r>
              <a:rPr lang="en-US" sz="2000" dirty="0">
                <a:solidFill>
                  <a:schemeClr val="bg1"/>
                </a:solidFill>
              </a:rPr>
              <a:t>CPU 2 </a:t>
            </a:r>
            <a:br>
              <a:rPr lang="en-US" sz="2000" dirty="0">
                <a:solidFill>
                  <a:schemeClr val="bg1"/>
                </a:solidFill>
              </a:rPr>
            </a:br>
            <a:r>
              <a:rPr lang="en-US" sz="2000" dirty="0">
                <a:solidFill>
                  <a:schemeClr val="bg1"/>
                </a:solidFill>
              </a:rPr>
              <a:t>files</a:t>
            </a:r>
          </a:p>
        </p:txBody>
      </p:sp>
      <p:sp>
        <p:nvSpPr>
          <p:cNvPr id="10" name="CasellaDiTesto 6">
            <a:extLst>
              <a:ext uri="{FF2B5EF4-FFF2-40B4-BE49-F238E27FC236}">
                <a16:creationId xmlns:a16="http://schemas.microsoft.com/office/drawing/2014/main" id="{D56963E2-99FA-4238-82C1-380B8C18D0DD}"/>
              </a:ext>
            </a:extLst>
          </p:cNvPr>
          <p:cNvSpPr txBox="1"/>
          <p:nvPr/>
        </p:nvSpPr>
        <p:spPr>
          <a:xfrm>
            <a:off x="10088166" y="2971793"/>
            <a:ext cx="1283495" cy="735270"/>
          </a:xfrm>
          <a:prstGeom prst="roundRect">
            <a:avLst>
              <a:gd name="adj" fmla="val 7167"/>
            </a:avLst>
          </a:prstGeom>
          <a:solidFill>
            <a:srgbClr val="800D00"/>
          </a:solidFill>
          <a:ln>
            <a:solidFill>
              <a:schemeClr val="tx1"/>
            </a:solidFill>
          </a:ln>
          <a:effectLst>
            <a:outerShdw blurRad="50800" dist="76200" dir="2700000" algn="tl" rotWithShape="0">
              <a:prstClr val="black">
                <a:alpha val="40000"/>
              </a:prstClr>
            </a:outerShdw>
          </a:effectLst>
        </p:spPr>
        <p:txBody>
          <a:bodyPr wrap="square" rtlCol="0" anchor="ctr">
            <a:spAutoFit/>
          </a:bodyPr>
          <a:lstStyle/>
          <a:p>
            <a:pPr algn="ctr"/>
            <a:r>
              <a:rPr lang="en-US" sz="2000" dirty="0">
                <a:solidFill>
                  <a:schemeClr val="bg1"/>
                </a:solidFill>
              </a:rPr>
              <a:t>CPU n </a:t>
            </a:r>
            <a:br>
              <a:rPr lang="en-US" sz="2000" dirty="0">
                <a:solidFill>
                  <a:schemeClr val="bg1"/>
                </a:solidFill>
              </a:rPr>
            </a:br>
            <a:r>
              <a:rPr lang="en-US" sz="2000" dirty="0">
                <a:solidFill>
                  <a:schemeClr val="bg1"/>
                </a:solidFill>
              </a:rPr>
              <a:t>files</a:t>
            </a:r>
          </a:p>
        </p:txBody>
      </p:sp>
      <p:sp>
        <p:nvSpPr>
          <p:cNvPr id="11" name="CasellaDiTesto 6">
            <a:extLst>
              <a:ext uri="{FF2B5EF4-FFF2-40B4-BE49-F238E27FC236}">
                <a16:creationId xmlns:a16="http://schemas.microsoft.com/office/drawing/2014/main" id="{E3DC0726-0B9F-42C5-B7A3-F1BBD85A3DDE}"/>
              </a:ext>
            </a:extLst>
          </p:cNvPr>
          <p:cNvSpPr txBox="1"/>
          <p:nvPr/>
        </p:nvSpPr>
        <p:spPr>
          <a:xfrm>
            <a:off x="7090122" y="4685784"/>
            <a:ext cx="1283494" cy="1395404"/>
          </a:xfrm>
          <a:prstGeom prst="rect">
            <a:avLst/>
          </a:prstGeom>
          <a:solidFill>
            <a:schemeClr val="bg1">
              <a:lumMod val="75000"/>
            </a:schemeClr>
          </a:solidFill>
          <a:ln>
            <a:solidFill>
              <a:schemeClr val="tx1"/>
            </a:solidFill>
          </a:ln>
          <a:effectLst>
            <a:outerShdw blurRad="50800" dist="76200" dir="2700000" algn="tl" rotWithShape="0">
              <a:prstClr val="black">
                <a:alpha val="40000"/>
              </a:prstClr>
            </a:outerShdw>
          </a:effectLst>
        </p:spPr>
        <p:txBody>
          <a:bodyPr wrap="square" rtlCol="0" anchor="t">
            <a:normAutofit/>
          </a:bodyPr>
          <a:lstStyle/>
          <a:p>
            <a:pPr algn="ctr"/>
            <a:r>
              <a:rPr lang="en-US" sz="2400">
                <a:solidFill>
                  <a:schemeClr val="bg1"/>
                </a:solidFill>
              </a:rPr>
              <a:t>Board1</a:t>
            </a:r>
            <a:endParaRPr lang="en-US" dirty="0">
              <a:solidFill>
                <a:schemeClr val="bg1"/>
              </a:solidFill>
            </a:endParaRPr>
          </a:p>
        </p:txBody>
      </p:sp>
      <p:sp>
        <p:nvSpPr>
          <p:cNvPr id="12" name="CasellaDiTesto 6">
            <a:extLst>
              <a:ext uri="{FF2B5EF4-FFF2-40B4-BE49-F238E27FC236}">
                <a16:creationId xmlns:a16="http://schemas.microsoft.com/office/drawing/2014/main" id="{33D2DDBF-E8A1-4C9B-AF50-D118B9AF504E}"/>
              </a:ext>
            </a:extLst>
          </p:cNvPr>
          <p:cNvSpPr txBox="1"/>
          <p:nvPr/>
        </p:nvSpPr>
        <p:spPr>
          <a:xfrm>
            <a:off x="8620621" y="4685784"/>
            <a:ext cx="1283494" cy="1395404"/>
          </a:xfrm>
          <a:prstGeom prst="rect">
            <a:avLst/>
          </a:prstGeom>
          <a:solidFill>
            <a:schemeClr val="bg1">
              <a:lumMod val="75000"/>
            </a:schemeClr>
          </a:solidFill>
          <a:ln>
            <a:solidFill>
              <a:schemeClr val="tx1"/>
            </a:solidFill>
          </a:ln>
          <a:effectLst>
            <a:outerShdw blurRad="50800" dist="76200" dir="2700000" algn="tl" rotWithShape="0">
              <a:prstClr val="black">
                <a:alpha val="40000"/>
              </a:prstClr>
            </a:outerShdw>
          </a:effectLst>
        </p:spPr>
        <p:txBody>
          <a:bodyPr wrap="square" rtlCol="0" anchor="t">
            <a:normAutofit/>
          </a:bodyPr>
          <a:lstStyle/>
          <a:p>
            <a:pPr algn="ctr"/>
            <a:r>
              <a:rPr lang="en-US" sz="2400" dirty="0">
                <a:solidFill>
                  <a:schemeClr val="bg1"/>
                </a:solidFill>
              </a:rPr>
              <a:t>Board2</a:t>
            </a:r>
            <a:endParaRPr lang="en-US" dirty="0">
              <a:solidFill>
                <a:schemeClr val="bg1"/>
              </a:solidFill>
            </a:endParaRPr>
          </a:p>
        </p:txBody>
      </p:sp>
      <p:sp>
        <p:nvSpPr>
          <p:cNvPr id="13" name="CasellaDiTesto 6">
            <a:extLst>
              <a:ext uri="{FF2B5EF4-FFF2-40B4-BE49-F238E27FC236}">
                <a16:creationId xmlns:a16="http://schemas.microsoft.com/office/drawing/2014/main" id="{61975B9E-EE88-4AA0-B901-ED020FE6D8E6}"/>
              </a:ext>
            </a:extLst>
          </p:cNvPr>
          <p:cNvSpPr txBox="1"/>
          <p:nvPr/>
        </p:nvSpPr>
        <p:spPr>
          <a:xfrm>
            <a:off x="10088167" y="4685784"/>
            <a:ext cx="1283494" cy="1395404"/>
          </a:xfrm>
          <a:prstGeom prst="rect">
            <a:avLst/>
          </a:prstGeom>
          <a:solidFill>
            <a:schemeClr val="bg1">
              <a:lumMod val="75000"/>
            </a:schemeClr>
          </a:solidFill>
          <a:ln>
            <a:solidFill>
              <a:schemeClr val="tx1"/>
            </a:solidFill>
          </a:ln>
          <a:effectLst>
            <a:outerShdw blurRad="50800" dist="76200" dir="2700000" algn="tl" rotWithShape="0">
              <a:prstClr val="black">
                <a:alpha val="40000"/>
              </a:prstClr>
            </a:outerShdw>
          </a:effectLst>
        </p:spPr>
        <p:txBody>
          <a:bodyPr wrap="square" rtlCol="0" anchor="t">
            <a:normAutofit/>
          </a:bodyPr>
          <a:lstStyle/>
          <a:p>
            <a:pPr algn="ctr"/>
            <a:r>
              <a:rPr lang="en-US" sz="2400" dirty="0">
                <a:solidFill>
                  <a:schemeClr val="bg1"/>
                </a:solidFill>
              </a:rPr>
              <a:t>Board m</a:t>
            </a:r>
            <a:endParaRPr lang="en-US" dirty="0">
              <a:solidFill>
                <a:schemeClr val="bg1"/>
              </a:solidFill>
            </a:endParaRPr>
          </a:p>
        </p:txBody>
      </p:sp>
      <p:sp>
        <p:nvSpPr>
          <p:cNvPr id="14" name="CasellaDiTesto 6">
            <a:extLst>
              <a:ext uri="{FF2B5EF4-FFF2-40B4-BE49-F238E27FC236}">
                <a16:creationId xmlns:a16="http://schemas.microsoft.com/office/drawing/2014/main" id="{2A290DE9-0319-4D83-A2CD-E5A6CBC4284A}"/>
              </a:ext>
            </a:extLst>
          </p:cNvPr>
          <p:cNvSpPr txBox="1"/>
          <p:nvPr/>
        </p:nvSpPr>
        <p:spPr>
          <a:xfrm>
            <a:off x="7207201" y="5167486"/>
            <a:ext cx="1044000" cy="432000"/>
          </a:xfrm>
          <a:prstGeom prst="rect">
            <a:avLst/>
          </a:prstGeom>
          <a:solidFill>
            <a:srgbClr val="800000"/>
          </a:solidFill>
          <a:ln>
            <a:solidFill>
              <a:schemeClr val="tx1"/>
            </a:solidFill>
          </a:ln>
          <a:effectLst>
            <a:outerShdw blurRad="50800" dist="76200" dir="2700000" algn="tl" rotWithShape="0">
              <a:prstClr val="black">
                <a:alpha val="40000"/>
              </a:prstClr>
            </a:outerShdw>
          </a:effectLst>
        </p:spPr>
        <p:txBody>
          <a:bodyPr wrap="square" rtlCol="0" anchor="ctr">
            <a:normAutofit lnSpcReduction="10000"/>
          </a:bodyPr>
          <a:lstStyle/>
          <a:p>
            <a:pPr algn="ctr"/>
            <a:r>
              <a:rPr lang="en-US" sz="2400" dirty="0">
                <a:solidFill>
                  <a:schemeClr val="bg1"/>
                </a:solidFill>
              </a:rPr>
              <a:t>CPU 1</a:t>
            </a:r>
            <a:endParaRPr lang="en-US" dirty="0">
              <a:solidFill>
                <a:schemeClr val="bg1"/>
              </a:solidFill>
            </a:endParaRPr>
          </a:p>
        </p:txBody>
      </p:sp>
      <p:sp>
        <p:nvSpPr>
          <p:cNvPr id="15" name="CasellaDiTesto 6">
            <a:extLst>
              <a:ext uri="{FF2B5EF4-FFF2-40B4-BE49-F238E27FC236}">
                <a16:creationId xmlns:a16="http://schemas.microsoft.com/office/drawing/2014/main" id="{164EF51F-15D2-4549-A1AF-494496FC7525}"/>
              </a:ext>
            </a:extLst>
          </p:cNvPr>
          <p:cNvSpPr txBox="1"/>
          <p:nvPr/>
        </p:nvSpPr>
        <p:spPr>
          <a:xfrm>
            <a:off x="8740368" y="5167486"/>
            <a:ext cx="1044000" cy="432000"/>
          </a:xfrm>
          <a:prstGeom prst="rect">
            <a:avLst/>
          </a:prstGeom>
          <a:solidFill>
            <a:srgbClr val="800000"/>
          </a:solidFill>
          <a:ln>
            <a:solidFill>
              <a:schemeClr val="tx1"/>
            </a:solidFill>
          </a:ln>
          <a:effectLst>
            <a:outerShdw blurRad="50800" dist="76200" dir="2700000" algn="tl" rotWithShape="0">
              <a:prstClr val="black">
                <a:alpha val="40000"/>
              </a:prstClr>
            </a:outerShdw>
          </a:effectLst>
        </p:spPr>
        <p:txBody>
          <a:bodyPr wrap="square" rtlCol="0" anchor="ctr">
            <a:normAutofit lnSpcReduction="10000"/>
          </a:bodyPr>
          <a:lstStyle/>
          <a:p>
            <a:pPr algn="ctr"/>
            <a:r>
              <a:rPr lang="en-US" sz="2400" dirty="0">
                <a:solidFill>
                  <a:schemeClr val="bg1"/>
                </a:solidFill>
              </a:rPr>
              <a:t>CPU 1</a:t>
            </a:r>
            <a:endParaRPr lang="en-US" dirty="0">
              <a:solidFill>
                <a:schemeClr val="bg1"/>
              </a:solidFill>
            </a:endParaRPr>
          </a:p>
        </p:txBody>
      </p:sp>
      <p:sp>
        <p:nvSpPr>
          <p:cNvPr id="16" name="CasellaDiTesto 6">
            <a:extLst>
              <a:ext uri="{FF2B5EF4-FFF2-40B4-BE49-F238E27FC236}">
                <a16:creationId xmlns:a16="http://schemas.microsoft.com/office/drawing/2014/main" id="{D93BDD70-BD59-4AEB-8780-E34A8908D4CE}"/>
              </a:ext>
            </a:extLst>
          </p:cNvPr>
          <p:cNvSpPr txBox="1"/>
          <p:nvPr/>
        </p:nvSpPr>
        <p:spPr>
          <a:xfrm>
            <a:off x="10207913" y="5167486"/>
            <a:ext cx="1044000" cy="432000"/>
          </a:xfrm>
          <a:prstGeom prst="rect">
            <a:avLst/>
          </a:prstGeom>
          <a:solidFill>
            <a:srgbClr val="800000"/>
          </a:solidFill>
          <a:ln>
            <a:solidFill>
              <a:schemeClr val="tx1"/>
            </a:solidFill>
          </a:ln>
          <a:effectLst>
            <a:outerShdw blurRad="50800" dist="76200" dir="2700000" algn="tl" rotWithShape="0">
              <a:prstClr val="black">
                <a:alpha val="40000"/>
              </a:prstClr>
            </a:outerShdw>
          </a:effectLst>
        </p:spPr>
        <p:txBody>
          <a:bodyPr wrap="square" rtlCol="0" anchor="ctr">
            <a:normAutofit lnSpcReduction="10000"/>
          </a:bodyPr>
          <a:lstStyle/>
          <a:p>
            <a:pPr algn="ctr"/>
            <a:r>
              <a:rPr lang="en-US" sz="2400" dirty="0">
                <a:solidFill>
                  <a:schemeClr val="bg1"/>
                </a:solidFill>
              </a:rPr>
              <a:t>CPU 2</a:t>
            </a:r>
            <a:endParaRPr lang="en-US" dirty="0">
              <a:solidFill>
                <a:schemeClr val="bg1"/>
              </a:solidFill>
            </a:endParaRPr>
          </a:p>
        </p:txBody>
      </p:sp>
      <p:cxnSp>
        <p:nvCxnSpPr>
          <p:cNvPr id="17" name="Straight Arrow Connector 16">
            <a:extLst>
              <a:ext uri="{FF2B5EF4-FFF2-40B4-BE49-F238E27FC236}">
                <a16:creationId xmlns:a16="http://schemas.microsoft.com/office/drawing/2014/main" id="{9A9BE673-9E58-4654-89B3-106D5367CAB6}"/>
              </a:ext>
            </a:extLst>
          </p:cNvPr>
          <p:cNvCxnSpPr>
            <a:stCxn id="5" idx="2"/>
            <a:endCxn id="14" idx="0"/>
          </p:cNvCxnSpPr>
          <p:nvPr/>
        </p:nvCxnSpPr>
        <p:spPr>
          <a:xfrm>
            <a:off x="7729201" y="4493902"/>
            <a:ext cx="0" cy="673584"/>
          </a:xfrm>
          <a:prstGeom prst="straightConnector1">
            <a:avLst/>
          </a:prstGeom>
          <a:ln w="28575">
            <a:prstDash val="sysDash"/>
            <a:headEnd type="none" w="med" len="med"/>
            <a:tailEnd type="arrow" w="med" len="med"/>
          </a:ln>
          <a:effectLst>
            <a:outerShdw blurRad="50800" dist="762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C85BC3DB-B546-4F1D-8BC0-085588E4CFB1}"/>
              </a:ext>
            </a:extLst>
          </p:cNvPr>
          <p:cNvCxnSpPr>
            <a:stCxn id="5" idx="2"/>
            <a:endCxn id="15" idx="0"/>
          </p:cNvCxnSpPr>
          <p:nvPr/>
        </p:nvCxnSpPr>
        <p:spPr>
          <a:xfrm>
            <a:off x="7729201" y="4493902"/>
            <a:ext cx="1533167" cy="673584"/>
          </a:xfrm>
          <a:prstGeom prst="straightConnector1">
            <a:avLst/>
          </a:prstGeom>
          <a:ln w="28575">
            <a:prstDash val="sysDash"/>
            <a:headEnd type="none" w="med" len="med"/>
            <a:tailEnd type="arrow" w="med" len="med"/>
          </a:ln>
          <a:effectLst>
            <a:outerShdw blurRad="50800" dist="762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EBDA5AB0-18CE-43E9-9310-FDF740915A56}"/>
              </a:ext>
            </a:extLst>
          </p:cNvPr>
          <p:cNvCxnSpPr>
            <a:stCxn id="6" idx="2"/>
            <a:endCxn id="16" idx="0"/>
          </p:cNvCxnSpPr>
          <p:nvPr/>
        </p:nvCxnSpPr>
        <p:spPr>
          <a:xfrm>
            <a:off x="9262368" y="4505295"/>
            <a:ext cx="1467545" cy="662191"/>
          </a:xfrm>
          <a:prstGeom prst="straightConnector1">
            <a:avLst/>
          </a:prstGeom>
          <a:ln w="28575">
            <a:prstDash val="sysDash"/>
            <a:headEnd type="none" w="med" len="med"/>
            <a:tailEnd type="arrow" w="med" len="med"/>
          </a:ln>
          <a:effectLst>
            <a:outerShdw blurRad="50800" dist="762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20" name="CasellaDiTesto 6">
            <a:extLst>
              <a:ext uri="{FF2B5EF4-FFF2-40B4-BE49-F238E27FC236}">
                <a16:creationId xmlns:a16="http://schemas.microsoft.com/office/drawing/2014/main" id="{073B97DD-138B-4123-BE3E-5CFEB48CAF6B}"/>
              </a:ext>
            </a:extLst>
          </p:cNvPr>
          <p:cNvSpPr txBox="1"/>
          <p:nvPr/>
        </p:nvSpPr>
        <p:spPr>
          <a:xfrm>
            <a:off x="7189798" y="5658188"/>
            <a:ext cx="1061403" cy="323989"/>
          </a:xfrm>
          <a:prstGeom prst="rect">
            <a:avLst/>
          </a:prstGeom>
          <a:solidFill>
            <a:srgbClr val="0070C0"/>
          </a:solidFill>
          <a:ln>
            <a:solidFill>
              <a:schemeClr val="tx1"/>
            </a:solidFill>
          </a:ln>
          <a:effectLst>
            <a:outerShdw blurRad="50800" dist="76200" dir="2700000" algn="tl" rotWithShape="0">
              <a:prstClr val="black">
                <a:alpha val="40000"/>
              </a:prstClr>
            </a:outerShdw>
          </a:effectLst>
        </p:spPr>
        <p:txBody>
          <a:bodyPr wrap="square" rtlCol="0" anchor="ctr">
            <a:normAutofit fontScale="92500" lnSpcReduction="20000"/>
          </a:bodyPr>
          <a:lstStyle/>
          <a:p>
            <a:pPr algn="ctr"/>
            <a:r>
              <a:rPr lang="en-US" dirty="0">
                <a:solidFill>
                  <a:schemeClr val="bg1"/>
                </a:solidFill>
              </a:rPr>
              <a:t>I/O A</a:t>
            </a:r>
            <a:endParaRPr lang="en-US" sz="1400" dirty="0">
              <a:solidFill>
                <a:schemeClr val="bg1"/>
              </a:solidFill>
            </a:endParaRPr>
          </a:p>
        </p:txBody>
      </p:sp>
      <p:sp>
        <p:nvSpPr>
          <p:cNvPr id="21" name="CasellaDiTesto 6">
            <a:extLst>
              <a:ext uri="{FF2B5EF4-FFF2-40B4-BE49-F238E27FC236}">
                <a16:creationId xmlns:a16="http://schemas.microsoft.com/office/drawing/2014/main" id="{473F7A53-7E0A-478A-BE9D-79665CFDCC3B}"/>
              </a:ext>
            </a:extLst>
          </p:cNvPr>
          <p:cNvSpPr txBox="1"/>
          <p:nvPr/>
        </p:nvSpPr>
        <p:spPr>
          <a:xfrm>
            <a:off x="8740368" y="5658188"/>
            <a:ext cx="1061403" cy="323989"/>
          </a:xfrm>
          <a:prstGeom prst="rect">
            <a:avLst/>
          </a:prstGeom>
          <a:solidFill>
            <a:srgbClr val="00B050"/>
          </a:solidFill>
          <a:ln>
            <a:solidFill>
              <a:schemeClr val="tx1"/>
            </a:solidFill>
          </a:ln>
          <a:effectLst>
            <a:outerShdw blurRad="50800" dist="76200" dir="2700000" algn="tl" rotWithShape="0">
              <a:prstClr val="black">
                <a:alpha val="40000"/>
              </a:prstClr>
            </a:outerShdw>
          </a:effectLst>
        </p:spPr>
        <p:txBody>
          <a:bodyPr wrap="square" rtlCol="0" anchor="ctr">
            <a:normAutofit fontScale="92500" lnSpcReduction="20000"/>
          </a:bodyPr>
          <a:lstStyle/>
          <a:p>
            <a:pPr algn="ctr"/>
            <a:r>
              <a:rPr lang="en-US" dirty="0">
                <a:solidFill>
                  <a:schemeClr val="bg1"/>
                </a:solidFill>
              </a:rPr>
              <a:t>I/O B</a:t>
            </a:r>
            <a:endParaRPr lang="en-US" sz="1400" dirty="0">
              <a:solidFill>
                <a:schemeClr val="bg1"/>
              </a:solidFill>
            </a:endParaRPr>
          </a:p>
        </p:txBody>
      </p:sp>
      <p:sp>
        <p:nvSpPr>
          <p:cNvPr id="22" name="CasellaDiTesto 6">
            <a:extLst>
              <a:ext uri="{FF2B5EF4-FFF2-40B4-BE49-F238E27FC236}">
                <a16:creationId xmlns:a16="http://schemas.microsoft.com/office/drawing/2014/main" id="{2EAA78DC-F124-45CD-90D3-EC13585A5A2E}"/>
              </a:ext>
            </a:extLst>
          </p:cNvPr>
          <p:cNvSpPr txBox="1"/>
          <p:nvPr/>
        </p:nvSpPr>
        <p:spPr>
          <a:xfrm>
            <a:off x="10190510" y="5658188"/>
            <a:ext cx="1061403" cy="323989"/>
          </a:xfrm>
          <a:prstGeom prst="rect">
            <a:avLst/>
          </a:prstGeom>
          <a:solidFill>
            <a:srgbClr val="7030A0"/>
          </a:solidFill>
          <a:ln>
            <a:solidFill>
              <a:schemeClr val="tx1"/>
            </a:solidFill>
          </a:ln>
          <a:effectLst>
            <a:outerShdw blurRad="50800" dist="76200" dir="2700000" algn="tl" rotWithShape="0">
              <a:prstClr val="black">
                <a:alpha val="40000"/>
              </a:prstClr>
            </a:outerShdw>
          </a:effectLst>
        </p:spPr>
        <p:txBody>
          <a:bodyPr wrap="square" rtlCol="0" anchor="ctr">
            <a:normAutofit fontScale="92500" lnSpcReduction="20000"/>
          </a:bodyPr>
          <a:lstStyle/>
          <a:p>
            <a:pPr algn="ctr"/>
            <a:r>
              <a:rPr lang="en-US" dirty="0">
                <a:solidFill>
                  <a:schemeClr val="bg1"/>
                </a:solidFill>
              </a:rPr>
              <a:t>I/O C</a:t>
            </a:r>
            <a:endParaRPr lang="en-US" sz="1400" dirty="0">
              <a:solidFill>
                <a:schemeClr val="bg1"/>
              </a:solidFill>
            </a:endParaRPr>
          </a:p>
        </p:txBody>
      </p:sp>
      <p:sp>
        <p:nvSpPr>
          <p:cNvPr id="23" name="CasellaDiTesto 6">
            <a:extLst>
              <a:ext uri="{FF2B5EF4-FFF2-40B4-BE49-F238E27FC236}">
                <a16:creationId xmlns:a16="http://schemas.microsoft.com/office/drawing/2014/main" id="{740F55B5-351F-4B7E-B11F-42A54251C840}"/>
              </a:ext>
            </a:extLst>
          </p:cNvPr>
          <p:cNvSpPr txBox="1"/>
          <p:nvPr/>
        </p:nvSpPr>
        <p:spPr>
          <a:xfrm>
            <a:off x="7065963" y="2067427"/>
            <a:ext cx="1283495" cy="735270"/>
          </a:xfrm>
          <a:prstGeom prst="roundRect">
            <a:avLst>
              <a:gd name="adj" fmla="val 7167"/>
            </a:avLst>
          </a:prstGeom>
          <a:solidFill>
            <a:srgbClr val="0070C0"/>
          </a:solidFill>
          <a:ln>
            <a:solidFill>
              <a:schemeClr val="tx1"/>
            </a:solidFill>
          </a:ln>
          <a:effectLst>
            <a:outerShdw blurRad="50800" dist="76200" dir="2700000" algn="tl" rotWithShape="0">
              <a:prstClr val="black">
                <a:alpha val="40000"/>
              </a:prstClr>
            </a:outerShdw>
          </a:effectLst>
        </p:spPr>
        <p:txBody>
          <a:bodyPr wrap="square" rtlCol="0" anchor="ctr">
            <a:spAutoFit/>
          </a:bodyPr>
          <a:lstStyle/>
          <a:p>
            <a:pPr algn="ctr"/>
            <a:r>
              <a:rPr lang="en-US" sz="2000" dirty="0">
                <a:solidFill>
                  <a:schemeClr val="bg1"/>
                </a:solidFill>
              </a:rPr>
              <a:t>Board 1 </a:t>
            </a:r>
            <a:br>
              <a:rPr lang="en-US" sz="2000" dirty="0">
                <a:solidFill>
                  <a:schemeClr val="bg1"/>
                </a:solidFill>
              </a:rPr>
            </a:br>
            <a:r>
              <a:rPr lang="en-US" sz="2000" dirty="0">
                <a:solidFill>
                  <a:schemeClr val="bg1"/>
                </a:solidFill>
              </a:rPr>
              <a:t>files</a:t>
            </a:r>
          </a:p>
        </p:txBody>
      </p:sp>
      <p:sp>
        <p:nvSpPr>
          <p:cNvPr id="24" name="CasellaDiTesto 6">
            <a:extLst>
              <a:ext uri="{FF2B5EF4-FFF2-40B4-BE49-F238E27FC236}">
                <a16:creationId xmlns:a16="http://schemas.microsoft.com/office/drawing/2014/main" id="{8AF0FEC0-4739-400F-B961-89C1376A013E}"/>
              </a:ext>
            </a:extLst>
          </p:cNvPr>
          <p:cNvSpPr txBox="1"/>
          <p:nvPr/>
        </p:nvSpPr>
        <p:spPr>
          <a:xfrm>
            <a:off x="8629321" y="2061795"/>
            <a:ext cx="1283495" cy="735270"/>
          </a:xfrm>
          <a:prstGeom prst="roundRect">
            <a:avLst>
              <a:gd name="adj" fmla="val 7167"/>
            </a:avLst>
          </a:prstGeom>
          <a:solidFill>
            <a:srgbClr val="92D050"/>
          </a:solidFill>
          <a:ln>
            <a:solidFill>
              <a:schemeClr val="tx1"/>
            </a:solidFill>
          </a:ln>
          <a:effectLst>
            <a:outerShdw blurRad="50800" dist="76200" dir="2700000" algn="tl" rotWithShape="0">
              <a:prstClr val="black">
                <a:alpha val="40000"/>
              </a:prstClr>
            </a:outerShdw>
          </a:effectLst>
        </p:spPr>
        <p:txBody>
          <a:bodyPr wrap="square" rtlCol="0" anchor="ctr">
            <a:spAutoFit/>
          </a:bodyPr>
          <a:lstStyle/>
          <a:p>
            <a:pPr algn="ctr"/>
            <a:r>
              <a:rPr lang="en-US" sz="2000" dirty="0">
                <a:solidFill>
                  <a:schemeClr val="bg1"/>
                </a:solidFill>
              </a:rPr>
              <a:t>Board 2 </a:t>
            </a:r>
            <a:br>
              <a:rPr lang="en-US" sz="2000" dirty="0">
                <a:solidFill>
                  <a:schemeClr val="bg1"/>
                </a:solidFill>
              </a:rPr>
            </a:br>
            <a:r>
              <a:rPr lang="en-US" sz="2000" dirty="0">
                <a:solidFill>
                  <a:schemeClr val="bg1"/>
                </a:solidFill>
              </a:rPr>
              <a:t>files</a:t>
            </a:r>
          </a:p>
        </p:txBody>
      </p:sp>
      <p:sp>
        <p:nvSpPr>
          <p:cNvPr id="25" name="CasellaDiTesto 6">
            <a:extLst>
              <a:ext uri="{FF2B5EF4-FFF2-40B4-BE49-F238E27FC236}">
                <a16:creationId xmlns:a16="http://schemas.microsoft.com/office/drawing/2014/main" id="{229848D0-0FA7-42BB-AE06-1AA8306A00F3}"/>
              </a:ext>
            </a:extLst>
          </p:cNvPr>
          <p:cNvSpPr txBox="1"/>
          <p:nvPr/>
        </p:nvSpPr>
        <p:spPr>
          <a:xfrm>
            <a:off x="10088166" y="2067427"/>
            <a:ext cx="1283495" cy="735270"/>
          </a:xfrm>
          <a:prstGeom prst="roundRect">
            <a:avLst>
              <a:gd name="adj" fmla="val 7167"/>
            </a:avLst>
          </a:prstGeom>
          <a:solidFill>
            <a:srgbClr val="7030A0"/>
          </a:solidFill>
          <a:ln>
            <a:solidFill>
              <a:schemeClr val="tx1"/>
            </a:solidFill>
          </a:ln>
          <a:effectLst>
            <a:outerShdw blurRad="50800" dist="76200" dir="2700000" algn="tl" rotWithShape="0">
              <a:prstClr val="black">
                <a:alpha val="40000"/>
              </a:prstClr>
            </a:outerShdw>
          </a:effectLst>
        </p:spPr>
        <p:txBody>
          <a:bodyPr wrap="square" rtlCol="0" anchor="ctr">
            <a:spAutoFit/>
          </a:bodyPr>
          <a:lstStyle/>
          <a:p>
            <a:pPr algn="ctr"/>
            <a:r>
              <a:rPr lang="en-US" sz="2000" dirty="0">
                <a:solidFill>
                  <a:schemeClr val="bg1"/>
                </a:solidFill>
              </a:rPr>
              <a:t>Board m </a:t>
            </a:r>
            <a:br>
              <a:rPr lang="en-US" sz="2000" dirty="0">
                <a:solidFill>
                  <a:schemeClr val="bg1"/>
                </a:solidFill>
              </a:rPr>
            </a:br>
            <a:r>
              <a:rPr lang="en-US" sz="2000" dirty="0">
                <a:solidFill>
                  <a:schemeClr val="bg1"/>
                </a:solidFill>
              </a:rPr>
              <a:t>files</a:t>
            </a:r>
          </a:p>
        </p:txBody>
      </p:sp>
      <p:sp>
        <p:nvSpPr>
          <p:cNvPr id="26" name="CasellaDiTesto 6">
            <a:extLst>
              <a:ext uri="{FF2B5EF4-FFF2-40B4-BE49-F238E27FC236}">
                <a16:creationId xmlns:a16="http://schemas.microsoft.com/office/drawing/2014/main" id="{B5A5E920-62F9-4C6A-A506-61C5FE5F7C15}"/>
              </a:ext>
            </a:extLst>
          </p:cNvPr>
          <p:cNvSpPr txBox="1"/>
          <p:nvPr/>
        </p:nvSpPr>
        <p:spPr>
          <a:xfrm>
            <a:off x="7078751" y="1308772"/>
            <a:ext cx="4306799" cy="654012"/>
          </a:xfrm>
          <a:prstGeom prst="roundRect">
            <a:avLst>
              <a:gd name="adj" fmla="val 7167"/>
            </a:avLst>
          </a:prstGeom>
          <a:solidFill>
            <a:schemeClr val="accent4">
              <a:lumMod val="75000"/>
            </a:schemeClr>
          </a:solidFill>
          <a:ln>
            <a:solidFill>
              <a:schemeClr val="tx1"/>
            </a:solidFill>
          </a:ln>
          <a:effectLst>
            <a:outerShdw blurRad="50800" dist="76200" dir="2700000" algn="tl" rotWithShape="0">
              <a:prstClr val="black">
                <a:alpha val="40000"/>
              </a:prstClr>
            </a:outerShdw>
          </a:effectLst>
        </p:spPr>
        <p:txBody>
          <a:bodyPr wrap="square" rtlCol="0" anchor="ctr">
            <a:noAutofit/>
          </a:bodyPr>
          <a:lstStyle/>
          <a:p>
            <a:pPr algn="ctr"/>
            <a:r>
              <a:rPr lang="en-US" sz="2000">
                <a:solidFill>
                  <a:schemeClr val="bg1"/>
                </a:solidFill>
              </a:rPr>
              <a:t>Human-machine Interface</a:t>
            </a:r>
            <a:endParaRPr lang="en-US" sz="2000" dirty="0">
              <a:solidFill>
                <a:schemeClr val="bg1"/>
              </a:solidFill>
            </a:endParaRPr>
          </a:p>
        </p:txBody>
      </p:sp>
      <p:sp>
        <p:nvSpPr>
          <p:cNvPr id="27" name="Rectangle 26">
            <a:extLst>
              <a:ext uri="{FF2B5EF4-FFF2-40B4-BE49-F238E27FC236}">
                <a16:creationId xmlns:a16="http://schemas.microsoft.com/office/drawing/2014/main" id="{C38E9983-42CE-420E-A2FB-FD7A1322915C}"/>
              </a:ext>
            </a:extLst>
          </p:cNvPr>
          <p:cNvSpPr/>
          <p:nvPr/>
        </p:nvSpPr>
        <p:spPr>
          <a:xfrm>
            <a:off x="6958012" y="1132458"/>
            <a:ext cx="4557713" cy="2766138"/>
          </a:xfrm>
          <a:prstGeom prst="rect">
            <a:avLst/>
          </a:prstGeom>
          <a:noFill/>
          <a:ln w="25400">
            <a:solidFill>
              <a:schemeClr val="accent1"/>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ECDB05B6-AF97-4FC2-848A-7418B9664CE2}"/>
              </a:ext>
            </a:extLst>
          </p:cNvPr>
          <p:cNvSpPr txBox="1"/>
          <p:nvPr/>
        </p:nvSpPr>
        <p:spPr>
          <a:xfrm>
            <a:off x="8140292" y="639588"/>
            <a:ext cx="2775357" cy="475180"/>
          </a:xfrm>
          <a:prstGeom prst="rect">
            <a:avLst/>
          </a:prstGeom>
        </p:spPr>
        <p:txBody>
          <a:bodyPr vert="horz" wrap="none" lIns="0" tIns="0" rIns="0" bIns="0" rtlCol="0" anchor="t">
            <a:normAutofit/>
          </a:bodyPr>
          <a:lstStyle/>
          <a:p>
            <a:r>
              <a:rPr lang="en-US" sz="2400" dirty="0">
                <a:solidFill>
                  <a:schemeClr val="accent1"/>
                </a:solidFill>
              </a:rPr>
              <a:t>U-Boot source code</a:t>
            </a:r>
          </a:p>
        </p:txBody>
      </p:sp>
    </p:spTree>
    <p:extLst>
      <p:ext uri="{BB962C8B-B14F-4D97-AF65-F5344CB8AC3E}">
        <p14:creationId xmlns:p14="http://schemas.microsoft.com/office/powerpoint/2010/main" val="3958247690"/>
      </p:ext>
    </p:extLst>
  </p:cSld>
  <p:clrMapOvr>
    <a:masterClrMapping/>
  </p:clrMapOvr>
</p:sld>
</file>

<file path=ppt/theme/theme1.xml><?xml version="1.0" encoding="utf-8"?>
<a:theme xmlns:a="http://schemas.openxmlformats.org/drawingml/2006/main" name="ARM PPT template 2017_Confidential">
  <a:themeElements>
    <a:clrScheme name="arm">
      <a:dk1>
        <a:sysClr val="windowText" lastClr="000000"/>
      </a:dk1>
      <a:lt1>
        <a:sysClr val="window" lastClr="FFFFFF"/>
      </a:lt1>
      <a:dk2>
        <a:srgbClr val="333E48"/>
      </a:dk2>
      <a:lt2>
        <a:srgbClr val="E5ECEB"/>
      </a:lt2>
      <a:accent1>
        <a:srgbClr val="0091BD"/>
      </a:accent1>
      <a:accent2>
        <a:srgbClr val="002B49"/>
      </a:accent2>
      <a:accent3>
        <a:srgbClr val="FFC700"/>
      </a:accent3>
      <a:accent4>
        <a:srgbClr val="95D600"/>
      </a:accent4>
      <a:accent5>
        <a:srgbClr val="FF6B00"/>
      </a:accent5>
      <a:accent6>
        <a:srgbClr val="7D868C"/>
      </a:accent6>
      <a:hlink>
        <a:srgbClr val="00C1DE"/>
      </a:hlink>
      <a:folHlink>
        <a:srgbClr val="002F6C"/>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PT_2017_public.potx" id="{A3B643CE-0F79-4823-AA66-0CA4DE5EE3C5}" vid="{ED53B60E-37BF-4A33-8397-68515E403FF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AB4C7B3E1FC394489A73CF7D7E3C9BF" ma:contentTypeVersion="0" ma:contentTypeDescription="Create a new document." ma:contentTypeScope="" ma:versionID="45cafcb85e4a634abde564ce1863f081">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546F3D9-27DD-4F07-9983-380B33535F9E}">
  <ds:schemaRefs>
    <ds:schemaRef ds:uri="http://purl.org/dc/dcmitype/"/>
    <ds:schemaRef ds:uri="http://schemas.microsoft.com/office/infopath/2007/PartnerControls"/>
    <ds:schemaRef ds:uri="http://purl.org/dc/elements/1.1/"/>
    <ds:schemaRef ds:uri="http://schemas.microsoft.com/office/2006/metadata/properties"/>
    <ds:schemaRef ds:uri="http://schemas.microsoft.com/office/2006/documentManagement/types"/>
    <ds:schemaRef ds:uri="http://purl.org/dc/term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776A7FD9-EB25-40DB-BD4D-0724701A0CC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A2F4DB20-F02C-4139-BE14-4D908EF1BA8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Arm_PPT_2017_public (1)</Template>
  <TotalTime>0</TotalTime>
  <Words>7228</Words>
  <Application>Microsoft Office PowerPoint</Application>
  <PresentationFormat>Widescreen</PresentationFormat>
  <Paragraphs>962</Paragraphs>
  <Slides>43</Slides>
  <Notes>43</Notes>
  <HiddenSlides>0</HiddenSlides>
  <MMClips>0</MMClips>
  <ScaleCrop>false</ScaleCrop>
  <HeadingPairs>
    <vt:vector size="4" baseType="variant">
      <vt:variant>
        <vt:lpstr>Theme</vt:lpstr>
      </vt:variant>
      <vt:variant>
        <vt:i4>1</vt:i4>
      </vt:variant>
      <vt:variant>
        <vt:lpstr>Slide Titles</vt:lpstr>
      </vt:variant>
      <vt:variant>
        <vt:i4>43</vt:i4>
      </vt:variant>
    </vt:vector>
  </HeadingPairs>
  <TitlesOfParts>
    <vt:vector size="44" baseType="lpstr">
      <vt:lpstr>ARM PPT template 2017_Confidential</vt:lpstr>
      <vt:lpstr>Embedded Linux</vt:lpstr>
      <vt:lpstr>Goals</vt:lpstr>
      <vt:lpstr>Summary</vt:lpstr>
      <vt:lpstr>Summary</vt:lpstr>
      <vt:lpstr>Linux Architecture</vt:lpstr>
      <vt:lpstr>Linux Architecture</vt:lpstr>
      <vt:lpstr>Linux Architecture</vt:lpstr>
      <vt:lpstr>Conceptual View of the Kernel</vt:lpstr>
      <vt:lpstr>Process Scheduler</vt:lpstr>
      <vt:lpstr>Process Scheduler</vt:lpstr>
      <vt:lpstr>Process Scheduler</vt:lpstr>
      <vt:lpstr>Memory Manager</vt:lpstr>
      <vt:lpstr>Memory Manager</vt:lpstr>
      <vt:lpstr>Memory Manager</vt:lpstr>
      <vt:lpstr>Memory Manager</vt:lpstr>
      <vt:lpstr>Memory Manager</vt:lpstr>
      <vt:lpstr>Memory Manager</vt:lpstr>
      <vt:lpstr>Memory Manager External Interfaces</vt:lpstr>
      <vt:lpstr>Memory Manager Architecture</vt:lpstr>
      <vt:lpstr>Virtual File System</vt:lpstr>
      <vt:lpstr>Virtual File System</vt:lpstr>
      <vt:lpstr>Virtual File System</vt:lpstr>
      <vt:lpstr>inode (Index Node)</vt:lpstr>
      <vt:lpstr>inode Interface</vt:lpstr>
      <vt:lpstr>File Interface</vt:lpstr>
      <vt:lpstr>Virtual File System Architecture</vt:lpstr>
      <vt:lpstr>Virtual File System Architecture</vt:lpstr>
      <vt:lpstr>Virtual File System Architecture</vt:lpstr>
      <vt:lpstr>Inter-Process Communication</vt:lpstr>
      <vt:lpstr>Inter-Process Communication Architecture</vt:lpstr>
      <vt:lpstr>Network</vt:lpstr>
      <vt:lpstr>Summary</vt:lpstr>
      <vt:lpstr>Device Trees</vt:lpstr>
      <vt:lpstr>Device Trees</vt:lpstr>
      <vt:lpstr>Device Tree Syntax</vt:lpstr>
      <vt:lpstr>Device Tree Content</vt:lpstr>
      <vt:lpstr>Device Tree Addressing</vt:lpstr>
      <vt:lpstr>Device Tree Addressing</vt:lpstr>
      <vt:lpstr>Device Tree Addressing</vt:lpstr>
      <vt:lpstr>Summary</vt:lpstr>
      <vt:lpstr>The U-Boot Bootloader</vt:lpstr>
      <vt:lpstr>The U-Boot Bootloader</vt:lpstr>
      <vt:lpstr>The U-Boot Bootloader</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271</cp:revision>
  <dcterms:created xsi:type="dcterms:W3CDTF">2017-09-28T16:46:04Z</dcterms:created>
  <dcterms:modified xsi:type="dcterms:W3CDTF">2025-11-24T11:54:12Z</dcterms:modified>
  <cp:category/>
  <cp:contentStatus>Published</cp:contentStatus>
</cp:coreProperties>
</file>

<file path=docProps/custom.xml><?xml version="1.0" encoding="utf-8"?>
<Properties xmlns:vt="http://schemas.openxmlformats.org/officeDocument/2006/docPropsVTypes" xmlns="http://schemas.openxmlformats.org/officeDocument/2006/custom-properties">
  <property fmtid="{D5CDD505-2E9C-101B-9397-08002B2CF9AE}" pid="2" name="c45c40ffca3445d9bf3205a60bd2f6d6">
    <vt:lpwstr>Confidential|28d1025d-1415-4984-b35e-5b79e7d32b5c</vt:lpwstr>
  </property>
  <property fmtid="{D5CDD505-2E9C-101B-9397-08002B2CF9AE}" pid="3" name="TaxKeyword">
    <vt:lpwstr/>
  </property>
  <property fmtid="{D5CDD505-2E9C-101B-9397-08002B2CF9AE}" pid="4" name="_dlc_policyId">
    <vt:lpwstr>0x0101004E4B3E189D714F49A85ED613D6AE4F95|-1756139441</vt:lpwstr>
  </property>
  <property fmtid="{D5CDD505-2E9C-101B-9397-08002B2CF9AE}" pid="5" name="vti_description">
    <vt:lpwstr/>
  </property>
  <property fmtid="{D5CDD505-2E9C-101B-9397-08002B2CF9AE}" pid="6" name="WorkflowChangePath">
    <vt:lpwstr>1069b4ef-e6f3-4ad7-8c8e-772136578697,10;</vt:lpwstr>
  </property>
  <property fmtid="{D5CDD505-2E9C-101B-9397-08002B2CF9AE}" pid="7" name="Confidentiality">
    <vt:lpwstr>1;#Confidential|28d1025d-1415-4984-b35e-5b79e7d32b5c</vt:lpwstr>
  </property>
  <property fmtid="{D5CDD505-2E9C-101B-9397-08002B2CF9AE}" pid="8" name="ContentTypeId">
    <vt:lpwstr>0x0101001AB4C7B3E1FC394489A73CF7D7E3C9BF</vt:lpwstr>
  </property>
  <property fmtid="{D5CDD505-2E9C-101B-9397-08002B2CF9AE}" pid="9" name="Calendar Year">
    <vt:lpwstr>7;#2017|58467e81-5d99-44a5-abb5-12a016b65e9e</vt:lpwstr>
  </property>
  <property fmtid="{D5CDD505-2E9C-101B-9397-08002B2CF9AE}" pid="10" name="TaxCatchAll">
    <vt:lpwstr/>
  </property>
  <property fmtid="{D5CDD505-2E9C-101B-9397-08002B2CF9AE}" pid="11" name="TaxKeywordTaxHTField">
    <vt:lpwstr/>
  </property>
  <property fmtid="{D5CDD505-2E9C-101B-9397-08002B2CF9AE}" pid="12" name="ItemRetentionFormula">
    <vt:lpwstr/>
  </property>
  <property fmtid="{D5CDD505-2E9C-101B-9397-08002B2CF9AE}" pid="13" name="_dlc_LastRun">
    <vt:lpwstr>08/15/2015 23:02:11</vt:lpwstr>
  </property>
  <property fmtid="{D5CDD505-2E9C-101B-9397-08002B2CF9AE}" pid="14" name="_dlc_DocIdItemGuid">
    <vt:lpwstr>4ff7fb8e-c1c6-4ffa-a6e2-9443f43164b5</vt:lpwstr>
  </property>
  <property fmtid="{D5CDD505-2E9C-101B-9397-08002B2CF9AE}" pid="15" name="_dlc_ItemStageId">
    <vt:lpwstr>1</vt:lpwstr>
  </property>
  <property fmtid="{D5CDD505-2E9C-101B-9397-08002B2CF9AE}" pid="16" name="j60c3ced31bb40378c6254d49035d966">
    <vt:lpwstr>2015|ee47c3e7-6a69-4f36-9adf-1007c8d399a4</vt:lpwstr>
  </property>
</Properties>
</file>